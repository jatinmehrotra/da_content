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Cursor, Claude, Kiro.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production walls.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4ECDC4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7772400" y="3657600"/>
            <a:ext cx="1645920" cy="1645920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457200"/>
            <a:ext cx="731520" cy="731520"/>
          </a:xfrm>
          <a:prstGeom prst="ellipse">
            <a:avLst/>
          </a:prstGeom>
          <a:solidFill>
            <a:srgbClr val="FFE66D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1828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You Built an MCP Server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Now What?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Path from Prototype to Production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Jatin Mehrotra &amp; Varsha 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Developer Advocates, AWS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4114800"/>
            <a:ext cx="1097280" cy="1097280"/>
          </a:xfrm>
          <a:prstGeom prst="ellipse">
            <a:avLst/>
          </a:prstGeom>
          <a:solidFill>
            <a:srgbClr val="4ECDC4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7315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2C2C3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9601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9601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5431536" y="9601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Magic Moment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Your first MCP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just works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decorators, stdio transport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Cursor / Claude / Kiro sees your tools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Show of hands: who has built one?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657600" cy="3108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 import FastMCP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FastMCP('my-tools')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search_docs(query: str):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docs."""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-457200" y="4114800"/>
            <a:ext cx="1371600" cy="1371600"/>
          </a:xfrm>
          <a:prstGeom prst="rect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73152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Now keep your hand up if it's running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 production, serving your team...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That gap is what we'll bridge today.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Changes When You Leave localhost?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pic>
        <p:nvPicPr>
          <p:cNvPr id="4" name="Image 0" descr="icon_sw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stdio → Streamable HTTP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</p:sp>
      <p:pic>
        <p:nvPicPr>
          <p:cNvPr id="8" name="Image 1" descr="icon_sec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0" y="1508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trust-everyone → verify-everything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20040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pic>
        <p:nvPicPr>
          <p:cNvPr id="12" name="Image 2" descr="icon_people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4290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Concurrency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3152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single-user → multi-session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320040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</p:sp>
      <p:pic>
        <p:nvPicPr>
          <p:cNvPr id="16" name="Image 3" descr="icon_vis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9200" y="34290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02920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print() → distributed traces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Transport: From stdio to Remote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7A7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560320"/>
            <a:ext cx="914400" cy="64008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stdio transport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Same machine, same 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Just you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Streamable HTTP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Remote network call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is elsewhere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Many callers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Identity: Who's Calling Your Server?</a:t>
            </a:r>
            <a:endParaRPr lang="en-US" sz="2200" dirty="0"/>
          </a:p>
        </p:txBody>
      </p:sp>
      <p:pic>
        <p:nvPicPr>
          <p:cNvPr id="3" name="Image 0" descr="icon_lo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Locally: just you. Production: verify every caller.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210312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0" y="210312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0" y="210312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0" y="2560320"/>
            <a:ext cx="548640" cy="36576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0" y="2560320"/>
            <a:ext cx="548640" cy="36576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(Agent/User)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6616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Auth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OAuth / IAM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MCP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Verified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Sessions: Many Users, One Server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22860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463040"/>
            <a:ext cx="22860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1463040"/>
            <a:ext cx="22860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Session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Session 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Session 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A's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must not leak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 User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session gets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its own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boundary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Isolation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requirement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Observability: When Things Go Wrong at 2 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645920" y="146304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7A7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554480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agent_invoke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219456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7A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28600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search_docs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92608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7A7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01752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get_oncall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365760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7A7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37490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FE66D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create_inc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Distributed traces &gt; print() statements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Two Paths to Production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7A7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175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PATH A: Self-Host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Containers &amp; Dockerfiles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Kubernetes / ECS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Load Balancers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DIY Auth middleware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DIY tracing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Scaling policies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PATH B: Managed Runtime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Deploy your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Auth: handled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Scaling: handled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Tracing: handled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Sessions: handled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Today: we walk this path →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is a Managed Runtime?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92024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92024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2468880"/>
            <a:ext cx="548640" cy="45720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2468880"/>
            <a:ext cx="548640" cy="45720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Your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Managed Runtime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Auth, Scale, Trace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Auto-discovers 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discovers tools via MCP protocol — no manual schemas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182880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858000" y="3200400"/>
            <a:ext cx="2286000" cy="2286000"/>
          </a:xfrm>
          <a:prstGeom prst="rect">
            <a:avLst/>
          </a:prstGeom>
          <a:solidFill>
            <a:srgbClr val="4ECDC4">
              <a:alpha val="30000"/>
            </a:srgbClr>
          </a:solidFill>
          <a:ln/>
        </p:spPr>
      </p:sp>
      <p:pic>
        <p:nvPicPr>
          <p:cNvPr id="4" name="Image 0" descr="icon_termin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TIME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a 30-line MCP server to production in 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Step 1: The Server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2927"/>
            </a:avLst>
          </a:prstGeom>
          <a:solidFill>
            <a:srgbClr val="2C2C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1887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FastMCP('team-tools')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search_docs(query: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team docs."""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fake_search(query)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get_oncall(team: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"""Find on-call."""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lookup_oncall(team)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create_incident(title, sev):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"""Create incident."""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create_ticket(title, sev)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 tools • ~30 lines • Pure MCP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Step 2: Package &amp; Deploy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2C2C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1887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920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zip mcp-server.zip server.py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s3 cp mcp-server.zip s3://my-bucket/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bedrock-agentcore create-tool-runtime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 "team-tools" --protocol MCP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--source-uri s3://my-bucket/mcp-server.zip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3291840" cy="54864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Status: ACTIVE 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Dockerfile • No K8s YAML • No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Step 3: Agent Discovers Tools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2377440"/>
            <a:ext cx="548640" cy="45720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2377440"/>
            <a:ext cx="548640" cy="457200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Connects to runtime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MCP tools/list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Protocol 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Discovered!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 tools ready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Zero manual schema. Add a tool → redeploy → agent sees it.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Step 4: Multi-Tool in 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7A7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1005840"/>
            <a:ext cx="3657600" cy="3749040"/>
          </a:xfrm>
          <a:prstGeom prst="roundRect">
            <a:avLst>
              <a:gd name="adj" fmla="val 2500"/>
            </a:avLst>
          </a:prstGeom>
          <a:solidFill>
            <a:srgbClr val="2C2C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206240" cy="3108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"Payment service erroring — find docs,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 on-call, create incident"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search_docs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get_oncall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create_incident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Created INC-4521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1554480"/>
            <a:ext cx="3108960" cy="365760"/>
          </a:xfrm>
          <a:prstGeom prst="roundRect">
            <a:avLst>
              <a:gd name="adj" fmla="val 10000"/>
            </a:avLst>
          </a:prstGeom>
          <a:solidFill>
            <a:srgbClr val="5B8DE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2103120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265176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320040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E66D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 254ms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120ms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oncall 45ms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89ms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Step 5: The Safety Net</a:t>
            </a:r>
            <a:endParaRPr lang="en-US" sz="1800" dirty="0"/>
          </a:p>
        </p:txBody>
      </p:sp>
      <p:pic>
        <p:nvPicPr>
          <p:cNvPr id="3" name="Image 0" descr="icon_b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0" y="731520"/>
            <a:ext cx="1280160" cy="1280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28800" y="228600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2286000"/>
            <a:ext cx="54864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3"/>
          <p:cNvSpPr/>
          <p:nvPr/>
        </p:nvSpPr>
        <p:spPr>
          <a:xfrm>
            <a:off x="2103120" y="2468880"/>
            <a:ext cx="4937760" cy="1645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User: "Delete all incidents"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⛔ GUARDRAIL: BLOCKED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Destructive operations blocked by policy.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Production means your agent has boundaries.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We Just Did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55448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Wrote 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(you already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 this)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55448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Deployed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Runtime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commands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zero infra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 Found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MCP protocol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auto-discovery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55448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Got Auth,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Traces, Guards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free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 of the box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Production Readiness Checklist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280160"/>
            <a:ext cx="5486400" cy="3474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Transport: stdio → Streamable HTTP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Auth: OAuth 2.1 or IAM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Sessions: Multi-user isolation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Guardrails: Define what agents CAN'T do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Observability: Trace every tool call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Scaling: Handle concurrent requests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☐  Versioning: Update without breaking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4ECDC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7315200" y="-457200"/>
            <a:ext cx="1828800" cy="1828800"/>
          </a:xfrm>
          <a:prstGeom prst="rect">
            <a:avLst/>
          </a:prstGeom>
          <a:solidFill>
            <a:srgbClr val="FF6B6B">
              <a:alpha val="40000"/>
            </a:srgbClr>
          </a:solidFill>
          <a:ln/>
        </p:spPr>
      </p:sp>
      <p:pic>
        <p:nvPicPr>
          <p:cNvPr id="4" name="Image 0" descr="icon_rocke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36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Your Next Step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246888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Take that MCP server on your laptop.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it this week.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Your team deserves those tools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 just you.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4ECDC4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7772400" y="3657600"/>
            <a:ext cx="1645920" cy="1645920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2011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Jatin Mehrotra &amp; Varsha 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Developer Advocates, AWS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 repo: github.com/...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A7A8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MCP Dev Summit Bengaluru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Built an MCP Server - Now What?</dc:title>
  <dc:subject>PptxGenJS Presentation</dc:subject>
  <dc:creator>Jatin Mehrotra &amp; Varsha Das</dc:creator>
  <cp:lastModifiedBy>Jatin Mehrotra &amp; Varsha Das</cp:lastModifiedBy>
  <cp:revision>1</cp:revision>
  <dcterms:created xsi:type="dcterms:W3CDTF">2026-06-04T08:40:33Z</dcterms:created>
  <dcterms:modified xsi:type="dcterms:W3CDTF">2026-06-04T08:40:33Z</dcterms:modified>
</cp:coreProperties>
</file>