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Override1.xml" ContentType="application/vnd.openxmlformats-officedocument.themeOverrid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omments/modernComment_102_169C790E.xml" ContentType="application/vnd.ms-powerpoint.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156_251B821A.xml" ContentType="application/vnd.ms-powerpoint.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18C_4C3103C9.xml" ContentType="application/vnd.ms-powerpoint.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omments/modernComment_19C_4BBA3F38.xml" ContentType="application/vnd.ms-powerpoint.comments+xml"/>
  <Override PartName="/ppt/notesSlides/notesSlide3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3648" r:id="rId1"/>
    <p:sldMasterId id="2147483732" r:id="rId2"/>
  </p:sldMasterIdLst>
  <p:notesMasterIdLst>
    <p:notesMasterId r:id="rId33"/>
  </p:notesMasterIdLst>
  <p:handoutMasterIdLst>
    <p:handoutMasterId r:id="rId34"/>
  </p:handoutMasterIdLst>
  <p:sldIdLst>
    <p:sldId id="258" r:id="rId3"/>
    <p:sldId id="330" r:id="rId4"/>
    <p:sldId id="350" r:id="rId5"/>
    <p:sldId id="342" r:id="rId6"/>
    <p:sldId id="417" r:id="rId7"/>
    <p:sldId id="396" r:id="rId8"/>
    <p:sldId id="397" r:id="rId9"/>
    <p:sldId id="343" r:id="rId10"/>
    <p:sldId id="398" r:id="rId11"/>
    <p:sldId id="265" r:id="rId12"/>
    <p:sldId id="333" r:id="rId13"/>
    <p:sldId id="399" r:id="rId14"/>
    <p:sldId id="400" r:id="rId15"/>
    <p:sldId id="262" r:id="rId16"/>
    <p:sldId id="401" r:id="rId17"/>
    <p:sldId id="403" r:id="rId18"/>
    <p:sldId id="404" r:id="rId19"/>
    <p:sldId id="405" r:id="rId20"/>
    <p:sldId id="406" r:id="rId21"/>
    <p:sldId id="407" r:id="rId22"/>
    <p:sldId id="408" r:id="rId23"/>
    <p:sldId id="409" r:id="rId24"/>
    <p:sldId id="410" r:id="rId25"/>
    <p:sldId id="416" r:id="rId26"/>
    <p:sldId id="334" r:id="rId27"/>
    <p:sldId id="413" r:id="rId28"/>
    <p:sldId id="414" r:id="rId29"/>
    <p:sldId id="415" r:id="rId30"/>
    <p:sldId id="412" r:id="rId31"/>
    <p:sldId id="268" r:id="rId32"/>
  </p:sldIdLst>
  <p:sldSz cx="12192000" cy="6858000"/>
  <p:notesSz cx="6858000" cy="9144000"/>
  <p:embeddedFontLst>
    <p:embeddedFont>
      <p:font typeface="Amazon Ember" panose="020B0603020204020204" pitchFamily="34" charset="0"/>
      <p:regular r:id="rId35"/>
      <p:bold r:id="rId36"/>
      <p:italic r:id="rId37"/>
      <p:boldItalic r:id="rId38"/>
    </p:embeddedFont>
    <p:embeddedFont>
      <p:font typeface="Amazon Ember Display" panose="020B0603020204020204" pitchFamily="34" charset="0"/>
      <p:regular r:id="rId39"/>
      <p:bold r:id="rId40"/>
      <p:italic r:id="rId41"/>
      <p:boldItalic r:id="rId42"/>
    </p:embeddedFont>
    <p:embeddedFont>
      <p:font typeface="Amazon Ember Mono" panose="020B0603020204020204" pitchFamily="34" charset="0"/>
      <p:regular r:id="rId43"/>
      <p:bold r:id="rId44"/>
      <p:italic r:id="rId45"/>
      <p:boldItalic r:id="rId46"/>
    </p:embeddedFont>
    <p:embeddedFont>
      <p:font typeface="Lucida Console" panose="020B0609040504020204" pitchFamily="49" charset="0"/>
      <p:regular r:id="rId4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25896864-DF69-40F5-8CB7-E9E220E900ED}">
          <p14:sldIdLst/>
        </p14:section>
        <p14:section name="Template directions" id="{9E4ACA30-D387-48B9-B60B-FCAB7867C6F7}">
          <p14:sldIdLst/>
        </p14:section>
        <p14:section name="Title slides" id="{8806E88D-7D3F-475C-A6F5-14A5B6CD3EBE}">
          <p14:sldIdLst>
            <p14:sldId id="258"/>
            <p14:sldId id="330"/>
          </p14:sldIdLst>
        </p14:section>
        <p14:section name="Agenda slides" id="{261E2919-5D62-5B48-9C80-10BA03F77067}">
          <p14:sldIdLst>
            <p14:sldId id="350"/>
          </p14:sldIdLst>
        </p14:section>
        <p14:section name="Divider and Title-only slide options" id="{53D029EB-DEEC-436B-98BE-1B30026C68BA}">
          <p14:sldIdLst/>
        </p14:section>
        <p14:section name="Content slides" id="{EC17E99E-D672-4609-B42A-AE99DD1E8900}">
          <p14:sldIdLst>
            <p14:sldId id="342"/>
            <p14:sldId id="417"/>
            <p14:sldId id="396"/>
            <p14:sldId id="397"/>
            <p14:sldId id="343"/>
            <p14:sldId id="398"/>
            <p14:sldId id="265"/>
            <p14:sldId id="333"/>
            <p14:sldId id="399"/>
            <p14:sldId id="400"/>
            <p14:sldId id="262"/>
            <p14:sldId id="401"/>
            <p14:sldId id="403"/>
            <p14:sldId id="404"/>
            <p14:sldId id="405"/>
            <p14:sldId id="406"/>
            <p14:sldId id="407"/>
            <p14:sldId id="408"/>
            <p14:sldId id="409"/>
            <p14:sldId id="410"/>
            <p14:sldId id="416"/>
            <p14:sldId id="334"/>
            <p14:sldId id="413"/>
            <p14:sldId id="414"/>
            <p14:sldId id="415"/>
            <p14:sldId id="412"/>
          </p14:sldIdLst>
        </p14:section>
        <p14:section name="Thank you slides" id="{7E98B0BD-72E6-4477-9B70-9A023E279BCE}">
          <p14:sldIdLst>
            <p14:sldId id="268"/>
          </p14:sldIdLst>
        </p14:section>
        <p14:section name="Examples" id="{5052AD04-C0D9-4FF6-AA6F-420659794DEE}">
          <p14:sldIdLst/>
        </p14:section>
      </p14:sectionLst>
    </p:ext>
    <p:ext uri="{EFAFB233-063F-42B5-8137-9DF3F51BA10A}">
      <p15:sldGuideLst xmlns:p15="http://schemas.microsoft.com/office/powerpoint/2012/main">
        <p15:guide id="1" orient="horz" pos="1296" userDrawn="1">
          <p15:clr>
            <a:srgbClr val="A4A3A4"/>
          </p15:clr>
        </p15:guide>
        <p15:guide id="2" pos="384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6DC2081-D118-3520-C1C2-A9C902B620E5}" name="Alhat, Vishal" initials="AV" userId="S::vmalhat@amazon.com::9047bf14-a533-4b07-abae-090372f3e0a0" providerId="AD"/>
  <p188:author id="{99731B89-D316-7E97-3801-A97D25FC4A89}" name="Das, Varsha" initials="DV" userId="S::vdvarsha@amazon.com::9e1524f9-d096-474c-96f2-efe4302ee1b8" providerId="AD"/>
  <p188:author id="{6C119D9F-7568-1059-663F-7EAB0A4DF6FD}" name="Mehrotra, Jatin" initials="MJ" userId="S::jatimeh@amazon.com::43bdfb67-10a5-4862-946c-c2188a2f4fb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B81EE7"/>
    <a:srgbClr val="D9D9D9"/>
    <a:srgbClr val="41B3FF"/>
    <a:srgbClr val="1A0033"/>
    <a:srgbClr val="FCFCFD"/>
    <a:srgbClr val="7F1EE7"/>
    <a:srgbClr val="0000A3"/>
    <a:srgbClr val="5400AD"/>
    <a:srgbClr val="1D262F"/>
    <a:srgbClr val="2444C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1C70DA-8E2A-8D46-8548-D8C9B38ABF53}" v="36" dt="2026-05-12T11:19:51.548"/>
    <p1510:client id="{2466A600-95E9-1136-7E59-1EE2BCAAF727}" v="2" dt="2026-05-12T08:02:48.200"/>
    <p1510:client id="{8DE9FF62-C628-3272-0B50-770BE39B6408}" v="7" dt="2026-05-12T10:03:59.364"/>
    <p1510:client id="{92413EE2-BB80-EF1D-9433-AED4E39EB178}" v="2" dt="2026-05-12T07:45:14.117"/>
    <p1510:client id="{AB5499CC-B8CF-4831-0ACD-9340E56600BF}" v="4" dt="2026-05-12T08:01:44.721"/>
  </p1510:revLst>
</p1510:revInfo>
</file>

<file path=ppt/tableStyles.xml><?xml version="1.0" encoding="utf-8"?>
<a:tblStyleLst xmlns:a="http://schemas.openxmlformats.org/drawingml/2006/main" def="{912C8C85-51F0-491E-9774-3900AFEF0F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vertBarState="minimized">
    <p:restoredLeft sz="6636"/>
    <p:restoredTop sz="79943"/>
  </p:normalViewPr>
  <p:slideViewPr>
    <p:cSldViewPr snapToGrid="0">
      <p:cViewPr>
        <p:scale>
          <a:sx n="98" d="100"/>
          <a:sy n="98" d="100"/>
        </p:scale>
        <p:origin x="2296" y="152"/>
      </p:cViewPr>
      <p:guideLst>
        <p:guide orient="horz" pos="1296"/>
        <p:guide pos="3840"/>
      </p:guideLst>
    </p:cSldViewPr>
  </p:slideViewPr>
  <p:outlineViewPr>
    <p:cViewPr>
      <p:scale>
        <a:sx n="33" d="100"/>
        <a:sy n="33" d="100"/>
      </p:scale>
      <p:origin x="0" y="-65728"/>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92" d="100"/>
          <a:sy n="92" d="100"/>
        </p:scale>
        <p:origin x="4072" y="19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5.fntdata"/><Relationship Id="rId21" Type="http://schemas.openxmlformats.org/officeDocument/2006/relationships/slide" Target="slides/slide19.xml"/><Relationship Id="rId34" Type="http://schemas.openxmlformats.org/officeDocument/2006/relationships/handoutMaster" Target="handoutMasters/handoutMaster1.xml"/><Relationship Id="rId42" Type="http://schemas.openxmlformats.org/officeDocument/2006/relationships/font" Target="fonts/font8.fntdata"/><Relationship Id="rId47" Type="http://schemas.openxmlformats.org/officeDocument/2006/relationships/font" Target="fonts/font13.fntdata"/><Relationship Id="rId50"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3" Type="http://schemas.microsoft.com/office/2018/10/relationships/authors" Target="author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10.fntdata"/><Relationship Id="rId52"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font" Target="fonts/font1.fntdata"/><Relationship Id="rId43" Type="http://schemas.openxmlformats.org/officeDocument/2006/relationships/font" Target="fonts/font9.fntdata"/><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38" Type="http://schemas.openxmlformats.org/officeDocument/2006/relationships/font" Target="fonts/font4.fntdata"/><Relationship Id="rId46" Type="http://schemas.openxmlformats.org/officeDocument/2006/relationships/font" Target="fonts/font12.fntdata"/><Relationship Id="rId20" Type="http://schemas.openxmlformats.org/officeDocument/2006/relationships/slide" Target="slides/slide18.xml"/><Relationship Id="rId41"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2.fntdata"/><Relationship Id="rId49" Type="http://schemas.openxmlformats.org/officeDocument/2006/relationships/viewProps" Target="viewProps.xml"/></Relationships>
</file>

<file path=ppt/comments/modernComment_18C_4C3103C9.xml><?xml version="1.0" encoding="utf-8"?>
<p188:cmLst xmlns:a="http://schemas.openxmlformats.org/drawingml/2006/main" xmlns:r="http://schemas.openxmlformats.org/officeDocument/2006/relationships" xmlns:p188="http://schemas.microsoft.com/office/powerpoint/2018/8/main">
  <p188:cm id="{31A231E5-6B76-4FCC-9B96-D312879C633D}" authorId="{99731B89-D316-7E97-3801-A97D25FC4A89}" created="2026-05-12T08:01:44.721">
    <pc:sldMkLst xmlns:pc="http://schemas.microsoft.com/office/powerpoint/2013/main/command">
      <pc:docMk/>
      <pc:sldMk cId="1278280649" sldId="396"/>
    </pc:sldMkLst>
    <p188:replyLst>
      <p188:reply id="{6BB4514E-6D93-4394-921D-AF893BA7281B}" authorId="{6C119D9F-7568-1059-663F-7EAB0A4DF6FD}" created="2026-05-12T10:02:56.614">
        <p188:txBody>
          <a:bodyPr/>
          <a:lstStyle/>
          <a:p>
            <a:r>
              <a:rPr lang="en-GB"/>
              <a:t>This slide is for Day 2 like after 4th slide what happens in day 2 so its more like extension to the story of 4th slide</a:t>
            </a:r>
          </a:p>
        </p188:txBody>
      </p188:reply>
    </p188:replyLst>
    <p188:txBody>
      <a:bodyPr/>
      <a:lstStyle/>
      <a:p>
        <a:r>
          <a:rPr lang="en-US"/>
          <a:t>Missing audience interaction something like - if you've ever broken something in the console ... boosts engagement.</a:t>
        </a:r>
      </a:p>
    </p188:txBody>
  </p188:cm>
</p188:cmLst>
</file>

<file path=ppt/comments/modernComment_19C_4BBA3F38.xml><?xml version="1.0" encoding="utf-8"?>
<p188:cmLst xmlns:a="http://schemas.openxmlformats.org/drawingml/2006/main" xmlns:r="http://schemas.openxmlformats.org/officeDocument/2006/relationships" xmlns:p188="http://schemas.microsoft.com/office/powerpoint/2018/8/main">
  <p188:cm id="{6E330C0F-7D37-477E-8B70-A3B54DE22F12}" authorId="{99731B89-D316-7E97-3801-A97D25FC4A89}" created="2026-05-12T08:02:48.185">
    <pc:sldMkLst xmlns:pc="http://schemas.microsoft.com/office/powerpoint/2013/main/command">
      <pc:docMk/>
      <pc:sldMk cId="1270497080" sldId="412"/>
    </pc:sldMkLst>
    <p188:replyLst>
      <p188:reply id="{036D453F-EDB0-4143-ADF9-C27B6645F2DE}" authorId="{6C119D9F-7568-1059-663F-7EAB0A4DF6FD}" created="2026-05-12T10:03:59.348">
        <p188:txBody>
          <a:bodyPr/>
          <a:lstStyle/>
          <a:p>
            <a:r>
              <a:rPr lang="en-GB"/>
              <a:t>I will add QR's for the resource.</a:t>
            </a:r>
          </a:p>
        </p188:txBody>
      </p188:reply>
    </p188:replyLst>
    <p188:txBody>
      <a:bodyPr/>
      <a:lstStyle/>
      <a:p>
        <a:r>
          <a:rPr lang="en-US"/>
          <a:t> point to a specific resource, workshop, or starter template as CTA.</a:t>
        </a:r>
      </a:p>
    </p188:txBody>
  </p188:cm>
</p188:cmLst>
</file>

<file path=ppt/comments/modernComment_102_169C790E.xml><?xml version="1.0" encoding="utf-8"?>
<p188:cmLst xmlns:a="http://schemas.openxmlformats.org/drawingml/2006/main" xmlns:r="http://schemas.openxmlformats.org/officeDocument/2006/relationships" xmlns:p188="http://schemas.microsoft.com/office/powerpoint/2018/8/main">
  <p188:cm id="{A96B2959-51DD-431D-AF0E-3C524C9ABDAD}" authorId="{D6DC2081-D118-3520-C1C2-A9C902B620E5}" created="2026-05-12T07:45:14.117">
    <pc:sldMkLst xmlns:pc="http://schemas.microsoft.com/office/powerpoint/2013/main/command">
      <pc:docMk/>
      <pc:sldMk cId="379353358" sldId="258"/>
    </pc:sldMkLst>
    <p188:txBody>
      <a:bodyPr/>
      <a:lstStyle/>
      <a:p>
        <a:r>
          <a:rPr lang="en-US"/>
          <a:t>Great start, nice topic Jatin!</a:t>
        </a:r>
      </a:p>
    </p188:txBody>
    <p188:extLst>
      <p:ext xmlns:p="http://schemas.openxmlformats.org/presentationml/2006/main" uri="{57CB4572-C831-44C2-8A1C-0ADB6CCDFE69}">
        <p223:reactions xmlns:p223="http://schemas.microsoft.com/office/powerpoint/2022/03/main">
          <p223:rxn type="👍">
            <p223:instance time="2026-05-12T10:01:11.896" authorId="{6C119D9F-7568-1059-663F-7EAB0A4DF6FD}"/>
          </p223:rxn>
        </p223:reactions>
      </p:ext>
    </p188:extLst>
  </p188:cm>
  <p188:cm id="{F658A041-0087-49A5-AA43-02D188CEF065}" authorId="{99731B89-D316-7E97-3801-A97D25FC4A89}" created="2026-05-12T08:00:47.111">
    <pc:sldMkLst xmlns:pc="http://schemas.microsoft.com/office/powerpoint/2013/main/command">
      <pc:docMk/>
      <pc:sldMk cId="379353358" sldId="258"/>
    </pc:sldMkLst>
    <p188:txBody>
      <a:bodyPr/>
      <a:lstStyle/>
      <a:p>
        <a:r>
          <a:rPr lang="en-US"/>
          <a:t>Firstly great work at curating this. The narrative arc is so clean.</a:t>
        </a:r>
      </a:p>
    </p188:txBody>
    <p188:extLst>
      <p:ext xmlns:p="http://schemas.openxmlformats.org/presentationml/2006/main" uri="{57CB4572-C831-44C2-8A1C-0ADB6CCDFE69}">
        <p223:reactions xmlns:p223="http://schemas.microsoft.com/office/powerpoint/2022/03/main">
          <p223:rxn type="👍">
            <p223:instance time="2026-05-12T10:01:13.928" authorId="{6C119D9F-7568-1059-663F-7EAB0A4DF6FD}"/>
          </p223:rxn>
        </p223:reactions>
      </p:ext>
    </p188:extLst>
  </p188:cm>
</p188:cmLst>
</file>

<file path=ppt/comments/modernComment_156_251B821A.xml><?xml version="1.0" encoding="utf-8"?>
<p188:cmLst xmlns:a="http://schemas.openxmlformats.org/drawingml/2006/main" xmlns:r="http://schemas.openxmlformats.org/officeDocument/2006/relationships" xmlns:p188="http://schemas.microsoft.com/office/powerpoint/2018/8/main">
  <p188:cm id="{C337F981-1C5F-4B6D-ACFF-AAF71183F330}" authorId="{99731B89-D316-7E97-3801-A97D25FC4A89}" created="2026-05-12T08:01:14.330">
    <pc:sldMkLst xmlns:pc="http://schemas.microsoft.com/office/powerpoint/2013/main/command">
      <pc:docMk/>
      <pc:sldMk cId="622559770" sldId="342"/>
    </pc:sldMkLst>
    <p188:replyLst>
      <p188:reply id="{E79651FF-D13C-4C05-9350-6002186F1CEE}" authorId="{6C119D9F-7568-1059-663F-7EAB0A4DF6FD}" created="2026-05-12T10:02:05.880">
        <p188:txBody>
          <a:bodyPr/>
          <a:lstStyle/>
          <a:p>
            <a:r>
              <a:rPr lang="en-GB"/>
              <a:t>Ahh nice call out i will fix it.</a:t>
            </a:r>
          </a:p>
        </p188:txBody>
      </p188:reply>
    </p188:replyLst>
    <p188:txBody>
      <a:bodyPr/>
      <a:lstStyle/>
      <a:p>
        <a:r>
          <a:rPr lang="en-US"/>
          <a:t>The "click…click…click" moment is perfect for a screenshot of the AWS Console with 47 tabs open maybe, or a meme-style visual. Right now it's text-heavy for what should be an emotional beat.</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D30B3F9-42E9-426B-B3D2-D6012D7491A2}"/>
              </a:ext>
            </a:extLst>
          </p:cNvPr>
          <p:cNvSpPr>
            <a:spLocks noGrp="1"/>
          </p:cNvSpPr>
          <p:nvPr>
            <p:ph type="sldNum" sz="quarter" idx="3"/>
          </p:nvPr>
        </p:nvSpPr>
        <p:spPr>
          <a:xfrm>
            <a:off x="1943100" y="8685213"/>
            <a:ext cx="2971800" cy="458787"/>
          </a:xfrm>
          <a:prstGeom prst="rect">
            <a:avLst/>
          </a:prstGeom>
        </p:spPr>
        <p:txBody>
          <a:bodyPr vert="horz" lIns="91440" tIns="45720" rIns="91440" bIns="45720" rtlCol="0" anchor="b"/>
          <a:lstStyle>
            <a:lvl1pPr algn="r">
              <a:defRPr sz="1200"/>
            </a:lvl1pPr>
          </a:lstStyle>
          <a:p>
            <a:pPr algn="ctr"/>
            <a:fld id="{C71F7584-9745-40DA-BD49-9A41A97B2D2E}" type="slidenum">
              <a:rPr lang="en-US" sz="1000" smtClean="0">
                <a:latin typeface="Amazon Ember Display" panose="020F0603020204020204" pitchFamily="34" charset="0"/>
              </a:rPr>
              <a:pPr algn="ctr"/>
              <a:t>‹#›</a:t>
            </a:fld>
            <a:endParaRPr lang="en-US" sz="1000">
              <a:latin typeface="Amazon Ember Display" panose="020F0603020204020204" pitchFamily="34" charset="0"/>
            </a:endParaRPr>
          </a:p>
        </p:txBody>
      </p:sp>
    </p:spTree>
    <p:extLst>
      <p:ext uri="{BB962C8B-B14F-4D97-AF65-F5344CB8AC3E}">
        <p14:creationId xmlns:p14="http://schemas.microsoft.com/office/powerpoint/2010/main" val="1292530059"/>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438150" y="457200"/>
            <a:ext cx="5981700" cy="3364706"/>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19100" y="4197679"/>
            <a:ext cx="6000750" cy="4328803"/>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5"/>
          </p:nvPr>
        </p:nvSpPr>
        <p:spPr>
          <a:xfrm>
            <a:off x="1943100" y="8685213"/>
            <a:ext cx="2971800" cy="458787"/>
          </a:xfrm>
          <a:prstGeom prst="rect">
            <a:avLst/>
          </a:prstGeom>
        </p:spPr>
        <p:txBody>
          <a:bodyPr vert="horz" lIns="91440" tIns="45720" rIns="91440" bIns="45720" rtlCol="0" anchor="b"/>
          <a:lstStyle>
            <a:lvl1pPr algn="ctr">
              <a:defRPr sz="1000" b="0" i="0">
                <a:latin typeface="Amazon Ember Display" panose="020F0603020204020204" pitchFamily="34" charset="0"/>
              </a:defRPr>
            </a:lvl1pPr>
          </a:lstStyle>
          <a:p>
            <a:fld id="{A3D89E5F-BEEF-42A1-A57B-E5A736D51194}" type="slidenum">
              <a:rPr lang="en-US" smtClean="0"/>
              <a:pPr/>
              <a:t>‹#›</a:t>
            </a:fld>
            <a:endParaRPr lang="en-US"/>
          </a:p>
        </p:txBody>
      </p:sp>
    </p:spTree>
    <p:extLst>
      <p:ext uri="{BB962C8B-B14F-4D97-AF65-F5344CB8AC3E}">
        <p14:creationId xmlns:p14="http://schemas.microsoft.com/office/powerpoint/2010/main" val="2644871954"/>
      </p:ext>
    </p:extLst>
  </p:cSld>
  <p:clrMap bg1="lt1" tx1="dk1" bg2="lt2" tx2="dk2" accent1="accent1" accent2="accent2" accent3="accent3" accent4="accent4" accent5="accent5" accent6="accent6" hlink="hlink" folHlink="folHlink"/>
  <p:notesStyle>
    <a:lvl1pPr marL="0" algn="l" defTabSz="914400" rtl="0" eaLnBrk="1" latinLnBrk="0" hangingPunct="1">
      <a:spcAft>
        <a:spcPts val="300"/>
      </a:spcAft>
      <a:defRPr sz="1200" b="0" i="0" kern="1200">
        <a:solidFill>
          <a:schemeClr val="tx1"/>
        </a:solidFill>
        <a:latin typeface="Amazon Ember Display" panose="020F0603020204020204" pitchFamily="34" charset="0"/>
        <a:ea typeface="+mn-ea"/>
        <a:cs typeface="+mn-cs"/>
      </a:defRPr>
    </a:lvl1pPr>
    <a:lvl2pPr marL="225425" indent="-106363" algn="l" defTabSz="914400" rtl="0" eaLnBrk="1" latinLnBrk="0" hangingPunct="1">
      <a:spcAft>
        <a:spcPts val="300"/>
      </a:spcAft>
      <a:buFont typeface="Arial" panose="020B0604020202020204" pitchFamily="34" charset="0"/>
      <a:buChar char="•"/>
      <a:defRPr sz="1200" b="0" i="0" kern="1200">
        <a:solidFill>
          <a:schemeClr val="tx1"/>
        </a:solidFill>
        <a:latin typeface="Amazon Ember Display" panose="020F0603020204020204" pitchFamily="34" charset="0"/>
        <a:ea typeface="+mn-ea"/>
        <a:cs typeface="+mn-cs"/>
      </a:defRPr>
    </a:lvl2pPr>
    <a:lvl3pPr marL="463550" indent="-119063" algn="l" defTabSz="914400" rtl="0" eaLnBrk="1" latinLnBrk="0" hangingPunct="1">
      <a:spcAft>
        <a:spcPts val="300"/>
      </a:spcAft>
      <a:buFont typeface="Arial" panose="020B0604020202020204" pitchFamily="34" charset="0"/>
      <a:buChar char="•"/>
      <a:defRPr sz="1200" b="0" i="0" kern="1200">
        <a:solidFill>
          <a:schemeClr val="tx1"/>
        </a:solidFill>
        <a:latin typeface="Amazon Ember Display" panose="020F0603020204020204" pitchFamily="34" charset="0"/>
        <a:ea typeface="+mn-ea"/>
        <a:cs typeface="+mn-cs"/>
      </a:defRPr>
    </a:lvl3pPr>
    <a:lvl4pPr marL="747713" indent="-119063" algn="l" defTabSz="914400" rtl="0" eaLnBrk="1" latinLnBrk="0" hangingPunct="1">
      <a:spcAft>
        <a:spcPts val="300"/>
      </a:spcAft>
      <a:buFont typeface="Arial" panose="020B0604020202020204" pitchFamily="34" charset="0"/>
      <a:buChar char="•"/>
      <a:defRPr sz="1200" b="0" i="0" kern="1200">
        <a:solidFill>
          <a:schemeClr val="tx1"/>
        </a:solidFill>
        <a:latin typeface="Amazon Ember Display" panose="020F0603020204020204" pitchFamily="34" charset="0"/>
        <a:ea typeface="+mn-ea"/>
        <a:cs typeface="+mn-cs"/>
      </a:defRPr>
    </a:lvl4pPr>
    <a:lvl5pPr marL="973138" indent="-117475" algn="l" defTabSz="914400" rtl="0" eaLnBrk="1" latinLnBrk="0" hangingPunct="1">
      <a:spcAft>
        <a:spcPts val="300"/>
      </a:spcAft>
      <a:buFont typeface="Arial" panose="020B0604020202020204" pitchFamily="34" charset="0"/>
      <a:buChar char="•"/>
      <a:defRPr sz="1200" b="0" i="0" kern="1200">
        <a:solidFill>
          <a:schemeClr val="tx1"/>
        </a:solidFill>
        <a:latin typeface="Amazon Ember Display" panose="020F0603020204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pos="2160" userDrawn="1">
          <p15:clr>
            <a:srgbClr val="F26B43"/>
          </p15:clr>
        </p15:guide>
        <p15:guide id="2" orient="horz" pos="2880" userDrawn="1">
          <p15:clr>
            <a:srgbClr val="F26B43"/>
          </p15:clr>
        </p15:guide>
        <p15:guide id="3" pos="264" userDrawn="1">
          <p15:clr>
            <a:srgbClr val="F26B43"/>
          </p15:clr>
        </p15:guide>
        <p15:guide id="4" pos="4056" userDrawn="1">
          <p15:clr>
            <a:srgbClr val="F26B43"/>
          </p15:clr>
        </p15:guide>
        <p15:guide id="5" orient="horz" pos="288" userDrawn="1">
          <p15:clr>
            <a:srgbClr val="F26B43"/>
          </p15:clr>
        </p15:guide>
        <p15:guide id="6" orient="horz" pos="264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lang="en-IN" sz="2400" b="0" i="0" kern="1200" dirty="0">
                <a:effectLst/>
                <a:latin typeface="Amazon Ember Display" panose="020F0603020204020204" pitchFamily="34" charset="0"/>
                <a:ea typeface="+mn-ea"/>
                <a:cs typeface="+mn-cs"/>
              </a:rPr>
              <a:t>Welcome everyone. Let's jump in.</a:t>
            </a:r>
          </a:p>
          <a:p>
            <a:endParaRPr lang="en-US" dirty="0"/>
          </a:p>
        </p:txBody>
      </p:sp>
      <p:sp>
        <p:nvSpPr>
          <p:cNvPr id="4" name="Slide Number Placeholder 3"/>
          <p:cNvSpPr>
            <a:spLocks noGrp="1"/>
          </p:cNvSpPr>
          <p:nvPr>
            <p:ph type="sldNum" sz="quarter" idx="5"/>
          </p:nvPr>
        </p:nvSpPr>
        <p:spPr/>
        <p:txBody>
          <a:bodyPr/>
          <a:lstStyle/>
          <a:p>
            <a:fld id="{A3D89E5F-BEEF-42A1-A57B-E5A736D51194}" type="slidenum">
              <a:rPr lang="en-US" smtClean="0"/>
              <a:pPr/>
              <a:t>1</a:t>
            </a:fld>
            <a:endParaRPr lang="en-US"/>
          </a:p>
        </p:txBody>
      </p:sp>
    </p:spTree>
    <p:extLst>
      <p:ext uri="{BB962C8B-B14F-4D97-AF65-F5344CB8AC3E}">
        <p14:creationId xmlns:p14="http://schemas.microsoft.com/office/powerpoint/2010/main" val="32526869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pPr marL="285750" marR="0" lvl="0"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IN" sz="1600" b="0" i="0" kern="1200" dirty="0">
                <a:solidFill>
                  <a:schemeClr val="tx1"/>
                </a:solidFill>
                <a:effectLst/>
                <a:latin typeface="Amazon Ember Display" panose="020F0603020204020204" pitchFamily="34" charset="0"/>
                <a:ea typeface="+mn-ea"/>
                <a:cs typeface="+mn-cs"/>
              </a:rPr>
              <a:t>I'm Developer Advocate at AWS. </a:t>
            </a:r>
          </a:p>
          <a:p>
            <a:pPr marL="285750" marR="0" lvl="0"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IN" sz="1600" b="0" i="0" kern="1200" dirty="0">
                <a:solidFill>
                  <a:schemeClr val="tx1"/>
                </a:solidFill>
                <a:effectLst/>
                <a:latin typeface="Amazon Ember Display" panose="020F0603020204020204" pitchFamily="34" charset="0"/>
                <a:ea typeface="+mn-ea"/>
                <a:cs typeface="+mn-cs"/>
              </a:rPr>
              <a:t>Before this role, I was a </a:t>
            </a:r>
            <a:r>
              <a:rPr lang="en-IN" sz="1600" b="0" i="0" kern="1200" dirty="0" err="1">
                <a:solidFill>
                  <a:schemeClr val="tx1"/>
                </a:solidFill>
                <a:effectLst/>
                <a:latin typeface="Amazon Ember Display" panose="020F0603020204020204" pitchFamily="34" charset="0"/>
                <a:ea typeface="+mn-ea"/>
                <a:cs typeface="+mn-cs"/>
              </a:rPr>
              <a:t>devops</a:t>
            </a:r>
            <a:r>
              <a:rPr lang="en-IN" sz="1600" b="0" i="0" kern="1200" dirty="0">
                <a:solidFill>
                  <a:schemeClr val="tx1"/>
                </a:solidFill>
                <a:effectLst/>
                <a:latin typeface="Amazon Ember Display" panose="020F0603020204020204" pitchFamily="34" charset="0"/>
                <a:ea typeface="+mn-ea"/>
                <a:cs typeface="+mn-cs"/>
              </a:rPr>
              <a:t>, platform engineer at Tokyo</a:t>
            </a:r>
            <a:r>
              <a:rPr lang="en-IN" sz="1600" b="0" i="0" kern="1200" baseline="0" dirty="0">
                <a:solidFill>
                  <a:schemeClr val="tx1"/>
                </a:solidFill>
                <a:effectLst/>
                <a:latin typeface="Amazon Ember Display" panose="020F0603020204020204" pitchFamily="34" charset="0"/>
                <a:ea typeface="+mn-ea"/>
                <a:cs typeface="+mn-cs"/>
              </a:rPr>
              <a:t> and</a:t>
            </a:r>
            <a:r>
              <a:rPr lang="en-IN" sz="1600" b="0" i="0" kern="1200" dirty="0">
                <a:solidFill>
                  <a:schemeClr val="tx1"/>
                </a:solidFill>
                <a:effectLst/>
                <a:latin typeface="Amazon Ember Display" panose="020F0603020204020204" pitchFamily="34" charset="0"/>
                <a:ea typeface="+mn-ea"/>
                <a:cs typeface="+mn-cs"/>
              </a:rPr>
              <a:t> have been building on AWS for 5 years. </a:t>
            </a:r>
          </a:p>
          <a:p>
            <a:pPr marL="285750" marR="0" lvl="0"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IN" sz="1600" b="0" i="0" kern="1200" dirty="0">
                <a:solidFill>
                  <a:schemeClr val="tx1"/>
                </a:solidFill>
                <a:effectLst/>
                <a:latin typeface="Amazon Ember Display" panose="020F0603020204020204" pitchFamily="34" charset="0"/>
                <a:ea typeface="+mn-ea"/>
                <a:cs typeface="+mn-cs"/>
              </a:rPr>
              <a:t>I've set up infrastructure by hand,</a:t>
            </a:r>
            <a:r>
              <a:rPr lang="en-IN" sz="1600" b="0" i="0" kern="1200" baseline="0" dirty="0">
                <a:solidFill>
                  <a:schemeClr val="tx1"/>
                </a:solidFill>
                <a:effectLst/>
                <a:latin typeface="Amazon Ember Display" panose="020F0603020204020204" pitchFamily="34" charset="0"/>
                <a:ea typeface="+mn-ea"/>
                <a:cs typeface="+mn-cs"/>
              </a:rPr>
              <a:t> </a:t>
            </a:r>
            <a:r>
              <a:rPr lang="en-IN" sz="1600" b="0" i="0" kern="1200" dirty="0">
                <a:solidFill>
                  <a:schemeClr val="tx1"/>
                </a:solidFill>
                <a:effectLst/>
                <a:latin typeface="Amazon Ember Display" panose="020F0603020204020204" pitchFamily="34" charset="0"/>
                <a:ea typeface="+mn-ea"/>
                <a:cs typeface="+mn-cs"/>
              </a:rPr>
              <a:t>written thousands of lines of CloudFormation, I've used CDK and Terraform in production. So what I'm sharing today isn't theory </a:t>
            </a:r>
            <a:r>
              <a:rPr lang="en-IN" sz="1600" b="1" i="0" kern="1200" dirty="0">
                <a:solidFill>
                  <a:schemeClr val="tx1"/>
                </a:solidFill>
                <a:effectLst/>
                <a:latin typeface="Amazon Ember Display" panose="020F0603020204020204" pitchFamily="34" charset="0"/>
                <a:ea typeface="+mn-ea"/>
                <a:cs typeface="+mn-cs"/>
              </a:rPr>
              <a:t>— it's what I've lived</a:t>
            </a:r>
            <a:r>
              <a:rPr lang="en-IN" sz="1600" b="0" i="0" kern="1200" dirty="0">
                <a:solidFill>
                  <a:schemeClr val="tx1"/>
                </a:solidFill>
                <a:effectLst/>
                <a:latin typeface="Amazon Ember Display" panose="020F0603020204020204" pitchFamily="34" charset="0"/>
                <a:ea typeface="+mn-ea"/>
                <a:cs typeface="+mn-cs"/>
              </a:rPr>
              <a:t>. And I started </a:t>
            </a:r>
            <a:r>
              <a:rPr lang="en-IN" sz="1600" b="1" i="0" kern="1200" dirty="0">
                <a:solidFill>
                  <a:schemeClr val="tx1"/>
                </a:solidFill>
                <a:effectLst/>
                <a:latin typeface="Amazon Ember Display" panose="020F0603020204020204" pitchFamily="34" charset="0"/>
                <a:ea typeface="+mn-ea"/>
                <a:cs typeface="+mn-cs"/>
              </a:rPr>
              <a:t>exactly where you might be right now </a:t>
            </a:r>
            <a:r>
              <a:rPr lang="en-IN" sz="1600" b="0" i="0" kern="1200" dirty="0">
                <a:solidFill>
                  <a:schemeClr val="tx1"/>
                </a:solidFill>
                <a:effectLst/>
                <a:latin typeface="Amazon Ember Display" panose="020F0603020204020204" pitchFamily="34" charset="0"/>
                <a:ea typeface="+mn-ea"/>
                <a:cs typeface="+mn-cs"/>
              </a:rPr>
              <a:t>— knowing how to write code but not knowing how to get it into the cloud reliably. That's what today is about.</a:t>
            </a:r>
          </a:p>
        </p:txBody>
      </p:sp>
      <p:sp>
        <p:nvSpPr>
          <p:cNvPr id="4" name="Slide Number Placeholder 3"/>
          <p:cNvSpPr>
            <a:spLocks noGrp="1"/>
          </p:cNvSpPr>
          <p:nvPr>
            <p:ph type="sldNum" sz="quarter" idx="5"/>
          </p:nvPr>
        </p:nvSpPr>
        <p:spPr/>
        <p:txBody>
          <a:bodyPr/>
          <a:lstStyle/>
          <a:p>
            <a:fld id="{A3D89E5F-BEEF-42A1-A57B-E5A736D51194}" type="slidenum">
              <a:rPr lang="en-US" smtClean="0"/>
              <a:pPr/>
              <a:t>2</a:t>
            </a:fld>
            <a:endParaRPr lang="en-US"/>
          </a:p>
        </p:txBody>
      </p:sp>
    </p:spTree>
    <p:extLst>
      <p:ext uri="{BB962C8B-B14F-4D97-AF65-F5344CB8AC3E}">
        <p14:creationId xmlns:p14="http://schemas.microsoft.com/office/powerpoint/2010/main" val="8994364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pPr marL="285750" indent="-285750">
              <a:lnSpc>
                <a:spcPts val="1350"/>
              </a:lnSpc>
              <a:buFont typeface="Arial" panose="020B0604020202020204" pitchFamily="34" charset="0"/>
              <a:buChar char="•"/>
            </a:pPr>
            <a:r>
              <a:rPr lang="en-IN" sz="1600" b="1" dirty="0">
                <a:solidFill>
                  <a:srgbClr val="FFFFFF"/>
                </a:solidFill>
                <a:effectLst/>
                <a:latin typeface="+mn-lt"/>
              </a:rPr>
              <a:t>Here's what you'll get out of the next 30 minutes</a:t>
            </a:r>
            <a:r>
              <a:rPr lang="en-IN" sz="1600" b="0" dirty="0">
                <a:solidFill>
                  <a:srgbClr val="FFFFFF"/>
                </a:solidFill>
                <a:effectLst/>
                <a:latin typeface="+mn-lt"/>
              </a:rPr>
              <a:t>: you'll understand </a:t>
            </a:r>
            <a:r>
              <a:rPr lang="en-IN" sz="1600" b="1" dirty="0">
                <a:solidFill>
                  <a:srgbClr val="FFFFFF"/>
                </a:solidFill>
                <a:effectLst/>
                <a:latin typeface="+mn-lt"/>
              </a:rPr>
              <a:t>what Infrastructure as Code is,</a:t>
            </a:r>
            <a:r>
              <a:rPr lang="en-IN" sz="1600" b="0" dirty="0">
                <a:solidFill>
                  <a:srgbClr val="FFFFFF"/>
                </a:solidFill>
                <a:effectLst/>
                <a:latin typeface="+mn-lt"/>
              </a:rPr>
              <a:t> you'll know the </a:t>
            </a:r>
            <a:r>
              <a:rPr lang="en-IN" sz="1600" b="1" dirty="0">
                <a:solidFill>
                  <a:srgbClr val="FFFFFF"/>
                </a:solidFill>
                <a:effectLst/>
                <a:latin typeface="+mn-lt"/>
              </a:rPr>
              <a:t>difference between CloudFormation, CDK, and Terraform </a:t>
            </a:r>
            <a:r>
              <a:rPr lang="en-IN" sz="1600" b="0" dirty="0">
                <a:solidFill>
                  <a:srgbClr val="FFFFFF"/>
                </a:solidFill>
                <a:effectLst/>
                <a:latin typeface="+mn-lt"/>
              </a:rPr>
              <a:t>— and </a:t>
            </a:r>
            <a:r>
              <a:rPr lang="en-IN" sz="1600" b="1" dirty="0">
                <a:solidFill>
                  <a:srgbClr val="FFFFFF"/>
                </a:solidFill>
                <a:effectLst/>
                <a:latin typeface="+mn-lt"/>
              </a:rPr>
              <a:t>when to reach for each</a:t>
            </a:r>
            <a:r>
              <a:rPr lang="en-IN" sz="1600" b="0" dirty="0">
                <a:solidFill>
                  <a:srgbClr val="FFFFFF"/>
                </a:solidFill>
                <a:effectLst/>
                <a:latin typeface="+mn-lt"/>
              </a:rPr>
              <a:t> — and you'll see how to get started today. </a:t>
            </a:r>
          </a:p>
          <a:p>
            <a:pPr marL="285750" indent="-285750">
              <a:lnSpc>
                <a:spcPts val="1350"/>
              </a:lnSpc>
              <a:buFont typeface="Arial" panose="020B0604020202020204" pitchFamily="34" charset="0"/>
              <a:buChar char="•"/>
            </a:pPr>
            <a:r>
              <a:rPr lang="en-IN" sz="1600" b="0" dirty="0">
                <a:solidFill>
                  <a:srgbClr val="FFFFFF"/>
                </a:solidFill>
                <a:effectLst/>
                <a:latin typeface="+mn-lt"/>
              </a:rPr>
              <a:t>First, I'll show you why </a:t>
            </a:r>
            <a:r>
              <a:rPr lang="en-IN" sz="1600" b="0" dirty="0" err="1">
                <a:solidFill>
                  <a:srgbClr val="FFFFFF"/>
                </a:solidFill>
                <a:effectLst/>
                <a:latin typeface="+mn-lt"/>
              </a:rPr>
              <a:t>IaC</a:t>
            </a:r>
            <a:r>
              <a:rPr lang="en-IN" sz="1600" b="0" dirty="0">
                <a:solidFill>
                  <a:srgbClr val="FFFFFF"/>
                </a:solidFill>
                <a:effectLst/>
                <a:latin typeface="+mn-lt"/>
              </a:rPr>
              <a:t> exists through a scenario you'll probably recognize. </a:t>
            </a:r>
          </a:p>
          <a:p>
            <a:pPr marL="285750" indent="-285750">
              <a:lnSpc>
                <a:spcPts val="1350"/>
              </a:lnSpc>
              <a:buFont typeface="Arial" panose="020B0604020202020204" pitchFamily="34" charset="0"/>
              <a:buChar char="•"/>
            </a:pPr>
            <a:r>
              <a:rPr lang="en-IN" sz="1600" b="0" dirty="0">
                <a:solidFill>
                  <a:srgbClr val="FFFFFF"/>
                </a:solidFill>
                <a:effectLst/>
                <a:latin typeface="+mn-lt"/>
              </a:rPr>
              <a:t>Then we'll look at the three tools. </a:t>
            </a:r>
          </a:p>
          <a:p>
            <a:pPr marL="285750" indent="-285750">
              <a:lnSpc>
                <a:spcPts val="1350"/>
              </a:lnSpc>
              <a:buFont typeface="Arial" panose="020B0604020202020204" pitchFamily="34" charset="0"/>
              <a:buChar char="•"/>
            </a:pPr>
            <a:r>
              <a:rPr lang="en-IN" sz="1600" b="0" dirty="0">
                <a:solidFill>
                  <a:srgbClr val="FFFFFF"/>
                </a:solidFill>
                <a:effectLst/>
                <a:latin typeface="+mn-lt"/>
              </a:rPr>
              <a:t>Then the fun part — a live demo where I use Kiro, an AI-powered IDE from AWS, to generate and deploy infrastructure using all three. </a:t>
            </a:r>
          </a:p>
          <a:p>
            <a:pPr marL="285750" indent="-285750">
              <a:lnSpc>
                <a:spcPts val="1350"/>
              </a:lnSpc>
              <a:buFont typeface="Arial" panose="020B0604020202020204" pitchFamily="34" charset="0"/>
              <a:buChar char="•"/>
            </a:pPr>
            <a:r>
              <a:rPr lang="en-IN" sz="1600" b="0" dirty="0">
                <a:solidFill>
                  <a:srgbClr val="FFFFFF"/>
                </a:solidFill>
                <a:effectLst/>
                <a:latin typeface="+mn-lt"/>
              </a:rPr>
              <a:t>We'll wrap with how to choose and your questions. </a:t>
            </a:r>
          </a:p>
          <a:p>
            <a:pPr marL="285750" indent="-285750">
              <a:lnSpc>
                <a:spcPts val="1350"/>
              </a:lnSpc>
              <a:buFont typeface="Arial" panose="020B0604020202020204" pitchFamily="34" charset="0"/>
              <a:buChar char="•"/>
            </a:pPr>
            <a:r>
              <a:rPr lang="en-IN" sz="1600" b="1" i="1" u="sng" dirty="0">
                <a:solidFill>
                  <a:srgbClr val="FFFFFF"/>
                </a:solidFill>
                <a:effectLst/>
                <a:latin typeface="+mn-lt"/>
              </a:rPr>
              <a:t>And just so we're clear — you don't need deep AWS knowledge for this. If you can read code, you'll follow along fine.</a:t>
            </a:r>
          </a:p>
          <a:p>
            <a:endParaRPr lang="en-US" dirty="0"/>
          </a:p>
        </p:txBody>
      </p:sp>
      <p:sp>
        <p:nvSpPr>
          <p:cNvPr id="4" name="Slide Number Placeholder 3"/>
          <p:cNvSpPr>
            <a:spLocks noGrp="1"/>
          </p:cNvSpPr>
          <p:nvPr>
            <p:ph type="sldNum" sz="quarter" idx="5"/>
          </p:nvPr>
        </p:nvSpPr>
        <p:spPr/>
        <p:txBody>
          <a:bodyPr/>
          <a:lstStyle/>
          <a:p>
            <a:fld id="{A3D89E5F-BEEF-42A1-A57B-E5A736D51194}" type="slidenum">
              <a:rPr lang="en-US" smtClean="0"/>
              <a:pPr/>
              <a:t>3</a:t>
            </a:fld>
            <a:endParaRPr lang="en-US"/>
          </a:p>
        </p:txBody>
      </p:sp>
    </p:spTree>
    <p:extLst>
      <p:ext uri="{BB962C8B-B14F-4D97-AF65-F5344CB8AC3E}">
        <p14:creationId xmlns:p14="http://schemas.microsoft.com/office/powerpoint/2010/main" val="21684258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lang="en-IN" sz="1200" b="0" i="0" kern="1200" dirty="0">
                <a:solidFill>
                  <a:schemeClr val="tx1"/>
                </a:solidFill>
                <a:effectLst/>
                <a:latin typeface="Amazon Ember Display" panose="020F0603020204020204" pitchFamily="34" charset="0"/>
                <a:ea typeface="+mn-ea"/>
                <a:cs typeface="+mn-cs"/>
              </a:rPr>
              <a:t>Let's start with something familiar. </a:t>
            </a:r>
          </a:p>
          <a:p>
            <a:pPr marL="0" marR="0" lvl="0" indent="0" algn="l" defTabSz="914400" rtl="0" eaLnBrk="1" fontAlgn="auto" latinLnBrk="0" hangingPunct="1">
              <a:lnSpc>
                <a:spcPct val="100000"/>
              </a:lnSpc>
              <a:spcBef>
                <a:spcPts val="0"/>
              </a:spcBef>
              <a:spcAft>
                <a:spcPts val="300"/>
              </a:spcAft>
              <a:buClrTx/>
              <a:buSzTx/>
              <a:buFontTx/>
              <a:buNone/>
              <a:tabLst/>
              <a:defRPr/>
            </a:pPr>
            <a:endParaRPr lang="en-IN" sz="1200" b="0" i="0" kern="1200" dirty="0">
              <a:solidFill>
                <a:schemeClr val="tx1"/>
              </a:solidFill>
              <a:effectLst/>
              <a:latin typeface="Amazon Ember Display" panose="020F0603020204020204" pitchFamily="34" charset="0"/>
              <a:ea typeface="+mn-ea"/>
              <a:cs typeface="+mn-cs"/>
            </a:endParaRP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IN" sz="1200" b="0" i="0" kern="1200" dirty="0">
                <a:solidFill>
                  <a:schemeClr val="tx1"/>
                </a:solidFill>
                <a:effectLst/>
                <a:latin typeface="Amazon Ember Display" panose="020F0603020204020204" pitchFamily="34" charset="0"/>
                <a:ea typeface="+mn-ea"/>
                <a:cs typeface="+mn-cs"/>
              </a:rPr>
              <a:t>You've built your app. It runs great on your machine. </a:t>
            </a:r>
          </a:p>
        </p:txBody>
      </p:sp>
      <p:sp>
        <p:nvSpPr>
          <p:cNvPr id="4" name="Slide Number Placeholder 3"/>
          <p:cNvSpPr>
            <a:spLocks noGrp="1"/>
          </p:cNvSpPr>
          <p:nvPr>
            <p:ph type="sldNum" sz="quarter" idx="5"/>
          </p:nvPr>
        </p:nvSpPr>
        <p:spPr/>
        <p:txBody>
          <a:bodyPr/>
          <a:lstStyle/>
          <a:p>
            <a:fld id="{A3D89E5F-BEEF-42A1-A57B-E5A736D51194}" type="slidenum">
              <a:rPr lang="en-US" smtClean="0"/>
              <a:pPr/>
              <a:t>4</a:t>
            </a:fld>
            <a:endParaRPr lang="en-US"/>
          </a:p>
        </p:txBody>
      </p:sp>
    </p:spTree>
    <p:extLst>
      <p:ext uri="{BB962C8B-B14F-4D97-AF65-F5344CB8AC3E}">
        <p14:creationId xmlns:p14="http://schemas.microsoft.com/office/powerpoint/2010/main" val="11524010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15A60-8D97-0FE4-97FE-4E7FD592A0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F78AF4-5D09-3C8F-9CD7-43802096CF99}"/>
              </a:ext>
            </a:extLst>
          </p:cNvPr>
          <p:cNvSpPr>
            <a:spLocks noGrp="1" noRot="1" noChangeAspect="1"/>
          </p:cNvSpPr>
          <p:nvPr>
            <p:ph type="sldImg"/>
          </p:nvPr>
        </p:nvSpPr>
        <p:spPr>
          <a:xfrm>
            <a:off x="438150" y="457200"/>
            <a:ext cx="5981700" cy="3363913"/>
          </a:xfrm>
        </p:spPr>
      </p:sp>
      <p:sp>
        <p:nvSpPr>
          <p:cNvPr id="3" name="Notes Placeholder 2">
            <a:extLst>
              <a:ext uri="{FF2B5EF4-FFF2-40B4-BE49-F238E27FC236}">
                <a16:creationId xmlns:a16="http://schemas.microsoft.com/office/drawing/2014/main" id="{E8BBBFE6-5D13-C881-297C-3152DCCD36B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lang="en-IN" sz="1200" b="0" i="0" kern="1200" dirty="0">
                <a:solidFill>
                  <a:schemeClr val="tx1"/>
                </a:solidFill>
                <a:effectLst/>
                <a:latin typeface="Amazon Ember Display" panose="020F0603020204020204" pitchFamily="34" charset="0"/>
                <a:ea typeface="+mn-ea"/>
                <a:cs typeface="+mn-cs"/>
              </a:rPr>
              <a:t>Let's start with something familiar. </a:t>
            </a:r>
          </a:p>
          <a:p>
            <a:pPr marL="0" marR="0" lvl="0" indent="0" algn="l" defTabSz="914400" rtl="0" eaLnBrk="1" fontAlgn="auto" latinLnBrk="0" hangingPunct="1">
              <a:lnSpc>
                <a:spcPct val="100000"/>
              </a:lnSpc>
              <a:spcBef>
                <a:spcPts val="0"/>
              </a:spcBef>
              <a:spcAft>
                <a:spcPts val="300"/>
              </a:spcAft>
              <a:buClrTx/>
              <a:buSzTx/>
              <a:buFontTx/>
              <a:buNone/>
              <a:tabLst/>
              <a:defRPr/>
            </a:pPr>
            <a:endParaRPr lang="en-IN" sz="1200" b="0" i="0" kern="1200" dirty="0">
              <a:solidFill>
                <a:schemeClr val="tx1"/>
              </a:solidFill>
              <a:effectLst/>
              <a:latin typeface="Amazon Ember Display" panose="020F0603020204020204" pitchFamily="34" charset="0"/>
              <a:ea typeface="+mn-ea"/>
              <a:cs typeface="+mn-cs"/>
            </a:endParaRP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IN" sz="1200" b="0" i="0" kern="1200" dirty="0">
                <a:solidFill>
                  <a:schemeClr val="tx1"/>
                </a:solidFill>
                <a:effectLst/>
                <a:latin typeface="Amazon Ember Display" panose="020F0603020204020204" pitchFamily="34" charset="0"/>
                <a:ea typeface="+mn-ea"/>
                <a:cs typeface="+mn-cs"/>
              </a:rPr>
              <a:t>Now you need to get it into the cloud. So you log into the console, you create a server, you set up a database, you configure networking, you attach permissions. Lots of clicking. And it works! ...</a:t>
            </a:r>
            <a:r>
              <a:rPr lang="en-IN" sz="8000" b="1" i="0" kern="1200" dirty="0">
                <a:solidFill>
                  <a:schemeClr val="tx1"/>
                </a:solidFill>
                <a:effectLst/>
                <a:latin typeface="Amazon Ember Display" panose="020F0603020204020204" pitchFamily="34" charset="0"/>
                <a:ea typeface="+mn-ea"/>
                <a:cs typeface="+mn-cs"/>
              </a:rPr>
              <a:t>for now.</a:t>
            </a:r>
          </a:p>
          <a:p>
            <a:endParaRPr lang="en-US" dirty="0"/>
          </a:p>
        </p:txBody>
      </p:sp>
      <p:sp>
        <p:nvSpPr>
          <p:cNvPr id="4" name="Slide Number Placeholder 3">
            <a:extLst>
              <a:ext uri="{FF2B5EF4-FFF2-40B4-BE49-F238E27FC236}">
                <a16:creationId xmlns:a16="http://schemas.microsoft.com/office/drawing/2014/main" id="{865E191E-4FB6-DB01-4FB3-F6B278953BB8}"/>
              </a:ext>
            </a:extLst>
          </p:cNvPr>
          <p:cNvSpPr>
            <a:spLocks noGrp="1"/>
          </p:cNvSpPr>
          <p:nvPr>
            <p:ph type="sldNum" sz="quarter" idx="5"/>
          </p:nvPr>
        </p:nvSpPr>
        <p:spPr/>
        <p:txBody>
          <a:bodyPr/>
          <a:lstStyle/>
          <a:p>
            <a:fld id="{A3D89E5F-BEEF-42A1-A57B-E5A736D51194}" type="slidenum">
              <a:rPr lang="en-US" smtClean="0"/>
              <a:pPr/>
              <a:t>5</a:t>
            </a:fld>
            <a:endParaRPr lang="en-US"/>
          </a:p>
        </p:txBody>
      </p:sp>
    </p:spTree>
    <p:extLst>
      <p:ext uri="{BB962C8B-B14F-4D97-AF65-F5344CB8AC3E}">
        <p14:creationId xmlns:p14="http://schemas.microsoft.com/office/powerpoint/2010/main" val="9403676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BC0A3-55B1-F2FD-5025-0036E86869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0AC82B-7E5B-3B4A-3889-911E8FB59A03}"/>
              </a:ext>
            </a:extLst>
          </p:cNvPr>
          <p:cNvSpPr>
            <a:spLocks noGrp="1" noRot="1" noChangeAspect="1"/>
          </p:cNvSpPr>
          <p:nvPr>
            <p:ph type="sldImg"/>
          </p:nvPr>
        </p:nvSpPr>
        <p:spPr>
          <a:xfrm>
            <a:off x="438150" y="457200"/>
            <a:ext cx="5981700" cy="3363913"/>
          </a:xfrm>
        </p:spPr>
      </p:sp>
      <p:sp>
        <p:nvSpPr>
          <p:cNvPr id="3" name="Notes Placeholder 2">
            <a:extLst>
              <a:ext uri="{FF2B5EF4-FFF2-40B4-BE49-F238E27FC236}">
                <a16:creationId xmlns:a16="http://schemas.microsoft.com/office/drawing/2014/main" id="{9F0079A2-21B9-D46B-0E93-8924CEAA5E7C}"/>
              </a:ext>
            </a:extLst>
          </p:cNvPr>
          <p:cNvSpPr>
            <a:spLocks noGrp="1"/>
          </p:cNvSpPr>
          <p:nvPr>
            <p:ph type="body" idx="1"/>
          </p:nvPr>
        </p:nvSpPr>
        <p:spPr/>
        <p:txBody>
          <a:bodyPr/>
          <a:lstStyle/>
          <a:p>
            <a:pPr marL="171450" indent="-171450">
              <a:buFont typeface="Arial" panose="020B0604020202020204" pitchFamily="34" charset="0"/>
              <a:buChar char="•"/>
            </a:pPr>
            <a:r>
              <a:rPr lang="en-IN" sz="1200" b="0" i="0" kern="1200" dirty="0">
                <a:solidFill>
                  <a:schemeClr val="tx1"/>
                </a:solidFill>
                <a:effectLst/>
                <a:latin typeface="Amazon Ember Display" panose="020F0603020204020204" pitchFamily="34" charset="0"/>
                <a:ea typeface="+mn-ea"/>
                <a:cs typeface="+mn-cs"/>
              </a:rPr>
              <a:t>Then day 2 happens. </a:t>
            </a:r>
          </a:p>
          <a:p>
            <a:pPr marL="171450" indent="-171450">
              <a:buFont typeface="Arial" panose="020B0604020202020204" pitchFamily="34" charset="0"/>
              <a:buChar char="•"/>
            </a:pPr>
            <a:r>
              <a:rPr lang="en-IN" sz="1200" b="0" i="0" kern="1200" dirty="0">
                <a:solidFill>
                  <a:schemeClr val="tx1"/>
                </a:solidFill>
                <a:effectLst/>
                <a:latin typeface="Amazon Ember Display" panose="020F0603020204020204" pitchFamily="34" charset="0"/>
                <a:ea typeface="+mn-ea"/>
                <a:cs typeface="+mn-cs"/>
              </a:rPr>
              <a:t>Your manager asks for a staging environment. </a:t>
            </a:r>
          </a:p>
          <a:p>
            <a:pPr marL="171450" indent="-171450">
              <a:buFont typeface="Arial" panose="020B0604020202020204" pitchFamily="34" charset="0"/>
              <a:buChar char="•"/>
            </a:pPr>
            <a:r>
              <a:rPr lang="en-IN" sz="1200" b="0" i="0" kern="1200" dirty="0">
                <a:solidFill>
                  <a:schemeClr val="tx1"/>
                </a:solidFill>
                <a:effectLst/>
                <a:latin typeface="Amazon Ember Display" panose="020F0603020204020204" pitchFamily="34" charset="0"/>
                <a:ea typeface="+mn-ea"/>
                <a:cs typeface="+mn-cs"/>
              </a:rPr>
              <a:t>A teammate asks what changed. </a:t>
            </a:r>
          </a:p>
          <a:p>
            <a:pPr marL="171450" indent="-171450">
              <a:buFont typeface="Arial" panose="020B0604020202020204" pitchFamily="34" charset="0"/>
              <a:buChar char="•"/>
            </a:pPr>
            <a:r>
              <a:rPr lang="en-IN" sz="1200" b="0" i="0" kern="1200" dirty="0">
                <a:solidFill>
                  <a:schemeClr val="tx1"/>
                </a:solidFill>
                <a:effectLst/>
                <a:latin typeface="Amazon Ember Display" panose="020F0603020204020204" pitchFamily="34" charset="0"/>
                <a:ea typeface="+mn-ea"/>
                <a:cs typeface="+mn-cs"/>
              </a:rPr>
              <a:t>Something breaks and nobody knows who touched what. </a:t>
            </a:r>
            <a:r>
              <a:rPr lang="en-IN" sz="1200" b="1" i="0" kern="1200" dirty="0">
                <a:solidFill>
                  <a:schemeClr val="tx1"/>
                </a:solidFill>
                <a:effectLst/>
                <a:latin typeface="Amazon Ember Display" panose="020F0603020204020204" pitchFamily="34" charset="0"/>
                <a:ea typeface="+mn-ea"/>
                <a:cs typeface="+mn-cs"/>
              </a:rPr>
              <a:t>Sound familiar</a:t>
            </a:r>
            <a:r>
              <a:rPr lang="en-IN" sz="1200" b="0" i="0" kern="1200" dirty="0">
                <a:solidFill>
                  <a:schemeClr val="tx1"/>
                </a:solidFill>
                <a:effectLst/>
                <a:latin typeface="Amazon Ember Display" panose="020F0603020204020204" pitchFamily="34" charset="0"/>
                <a:ea typeface="+mn-ea"/>
                <a:cs typeface="+mn-cs"/>
              </a:rPr>
              <a:t>? This is the exact same problem we solved in application development years ago. We solved it with version control, code review, and automation. Infrastructure just hasn't caught up yet — until now.</a:t>
            </a:r>
          </a:p>
          <a:p>
            <a:endParaRPr lang="en-US" dirty="0"/>
          </a:p>
        </p:txBody>
      </p:sp>
      <p:sp>
        <p:nvSpPr>
          <p:cNvPr id="4" name="Slide Number Placeholder 3">
            <a:extLst>
              <a:ext uri="{FF2B5EF4-FFF2-40B4-BE49-F238E27FC236}">
                <a16:creationId xmlns:a16="http://schemas.microsoft.com/office/drawing/2014/main" id="{9168DA40-5997-4608-B88E-0F439706940A}"/>
              </a:ext>
            </a:extLst>
          </p:cNvPr>
          <p:cNvSpPr>
            <a:spLocks noGrp="1"/>
          </p:cNvSpPr>
          <p:nvPr>
            <p:ph type="sldNum" sz="quarter" idx="5"/>
          </p:nvPr>
        </p:nvSpPr>
        <p:spPr/>
        <p:txBody>
          <a:bodyPr/>
          <a:lstStyle/>
          <a:p>
            <a:fld id="{A3D89E5F-BEEF-42A1-A57B-E5A736D51194}" type="slidenum">
              <a:rPr lang="en-US" smtClean="0"/>
              <a:pPr/>
              <a:t>6</a:t>
            </a:fld>
            <a:endParaRPr lang="en-US"/>
          </a:p>
        </p:txBody>
      </p:sp>
    </p:spTree>
    <p:extLst>
      <p:ext uri="{BB962C8B-B14F-4D97-AF65-F5344CB8AC3E}">
        <p14:creationId xmlns:p14="http://schemas.microsoft.com/office/powerpoint/2010/main" val="31920880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D5537-E562-7DF7-0C4C-9E777F934A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7950FC-8C65-7C90-038F-7392039C2858}"/>
              </a:ext>
            </a:extLst>
          </p:cNvPr>
          <p:cNvSpPr>
            <a:spLocks noGrp="1" noRot="1" noChangeAspect="1"/>
          </p:cNvSpPr>
          <p:nvPr>
            <p:ph type="sldImg"/>
          </p:nvPr>
        </p:nvSpPr>
        <p:spPr>
          <a:xfrm>
            <a:off x="438150" y="457200"/>
            <a:ext cx="5981700" cy="3363913"/>
          </a:xfrm>
        </p:spPr>
      </p:sp>
      <p:sp>
        <p:nvSpPr>
          <p:cNvPr id="3" name="Notes Placeholder 2">
            <a:extLst>
              <a:ext uri="{FF2B5EF4-FFF2-40B4-BE49-F238E27FC236}">
                <a16:creationId xmlns:a16="http://schemas.microsoft.com/office/drawing/2014/main" id="{45FE269F-F3DC-92E9-1D51-D126E1D2AD6C}"/>
              </a:ext>
            </a:extLst>
          </p:cNvPr>
          <p:cNvSpPr>
            <a:spLocks noGrp="1"/>
          </p:cNvSpPr>
          <p:nvPr>
            <p:ph type="body" idx="1"/>
          </p:nvPr>
        </p:nvSpPr>
        <p:spPr/>
        <p:txBody>
          <a:bodyPr/>
          <a:lstStyle/>
          <a:p>
            <a:r>
              <a:rPr lang="en-IN" sz="1200" b="1" i="0" kern="1200" dirty="0">
                <a:solidFill>
                  <a:schemeClr val="tx1"/>
                </a:solidFill>
                <a:effectLst/>
                <a:latin typeface="Amazon Ember Display" panose="020F0603020204020204" pitchFamily="34" charset="0"/>
                <a:ea typeface="+mn-ea"/>
                <a:cs typeface="+mn-cs"/>
              </a:rPr>
              <a:t>Here's the thing — you already know how to solve this. </a:t>
            </a:r>
          </a:p>
          <a:p>
            <a:pPr marL="171450" indent="-171450">
              <a:buFont typeface="Arial" panose="020B0604020202020204" pitchFamily="34" charset="0"/>
              <a:buChar char="•"/>
            </a:pPr>
            <a:r>
              <a:rPr lang="en-IN" sz="1200" b="0" i="0" kern="1200" dirty="0">
                <a:solidFill>
                  <a:schemeClr val="tx1"/>
                </a:solidFill>
                <a:effectLst/>
                <a:latin typeface="Amazon Ember Display" panose="020F0603020204020204" pitchFamily="34" charset="0"/>
                <a:ea typeface="+mn-ea"/>
                <a:cs typeface="+mn-cs"/>
              </a:rPr>
              <a:t>You write code in files. </a:t>
            </a:r>
          </a:p>
          <a:p>
            <a:pPr marL="171450" indent="-171450">
              <a:buFont typeface="Arial" panose="020B0604020202020204" pitchFamily="34" charset="0"/>
              <a:buChar char="•"/>
            </a:pPr>
            <a:r>
              <a:rPr lang="en-IN" sz="1200" b="0" i="0" kern="1200" dirty="0">
                <a:solidFill>
                  <a:schemeClr val="tx1"/>
                </a:solidFill>
                <a:effectLst/>
                <a:latin typeface="Amazon Ember Display" panose="020F0603020204020204" pitchFamily="34" charset="0"/>
                <a:ea typeface="+mn-ea"/>
                <a:cs typeface="+mn-cs"/>
              </a:rPr>
              <a:t>track changes with git. Y</a:t>
            </a:r>
          </a:p>
          <a:p>
            <a:pPr marL="171450" indent="-171450">
              <a:buFont typeface="Arial" panose="020B0604020202020204" pitchFamily="34" charset="0"/>
              <a:buChar char="•"/>
            </a:pPr>
            <a:r>
              <a:rPr lang="en-IN" sz="1200" b="0" i="0" kern="1200" dirty="0">
                <a:solidFill>
                  <a:schemeClr val="tx1"/>
                </a:solidFill>
                <a:effectLst/>
                <a:latin typeface="Amazon Ember Display" panose="020F0603020204020204" pitchFamily="34" charset="0"/>
                <a:ea typeface="+mn-ea"/>
                <a:cs typeface="+mn-cs"/>
              </a:rPr>
              <a:t>review each other's work through pull requests. </a:t>
            </a:r>
          </a:p>
          <a:p>
            <a:pPr marL="171450" indent="-171450">
              <a:buFont typeface="Arial" panose="020B0604020202020204" pitchFamily="34" charset="0"/>
              <a:buChar char="•"/>
            </a:pPr>
            <a:r>
              <a:rPr lang="en-IN" sz="1200" b="0" i="0" kern="1200" dirty="0">
                <a:solidFill>
                  <a:schemeClr val="tx1"/>
                </a:solidFill>
                <a:effectLst/>
                <a:latin typeface="Amazon Ember Display" panose="020F0603020204020204" pitchFamily="34" charset="0"/>
                <a:ea typeface="+mn-ea"/>
                <a:cs typeface="+mn-cs"/>
              </a:rPr>
              <a:t>automate with CI/CD. </a:t>
            </a:r>
          </a:p>
          <a:p>
            <a:pPr marL="171450" indent="-171450">
              <a:buFont typeface="Arial" panose="020B0604020202020204" pitchFamily="34" charset="0"/>
              <a:buChar char="•"/>
            </a:pPr>
            <a:r>
              <a:rPr lang="en-IN" sz="1200" b="1" i="0" kern="1200" dirty="0">
                <a:solidFill>
                  <a:schemeClr val="tx1"/>
                </a:solidFill>
                <a:effectLst/>
                <a:latin typeface="Amazon Ember Display" panose="020F0603020204020204" pitchFamily="34" charset="0"/>
                <a:ea typeface="+mn-ea"/>
                <a:cs typeface="+mn-cs"/>
              </a:rPr>
              <a:t>What if your infrastructure worked exactly the same way? That's Infrastructure as Code. It's not a new skill — it's your existing skills applied to a new domain.</a:t>
            </a:r>
          </a:p>
          <a:p>
            <a:endParaRPr lang="en-US" dirty="0"/>
          </a:p>
          <a:p>
            <a:endParaRPr lang="en-US" dirty="0"/>
          </a:p>
        </p:txBody>
      </p:sp>
      <p:sp>
        <p:nvSpPr>
          <p:cNvPr id="4" name="Slide Number Placeholder 3">
            <a:extLst>
              <a:ext uri="{FF2B5EF4-FFF2-40B4-BE49-F238E27FC236}">
                <a16:creationId xmlns:a16="http://schemas.microsoft.com/office/drawing/2014/main" id="{DB63A3E0-63C8-57CF-CADB-96C9B11A65D9}"/>
              </a:ext>
            </a:extLst>
          </p:cNvPr>
          <p:cNvSpPr>
            <a:spLocks noGrp="1"/>
          </p:cNvSpPr>
          <p:nvPr>
            <p:ph type="sldNum" sz="quarter" idx="5"/>
          </p:nvPr>
        </p:nvSpPr>
        <p:spPr/>
        <p:txBody>
          <a:bodyPr/>
          <a:lstStyle/>
          <a:p>
            <a:fld id="{A3D89E5F-BEEF-42A1-A57B-E5A736D51194}" type="slidenum">
              <a:rPr lang="en-US" smtClean="0"/>
              <a:pPr/>
              <a:t>7</a:t>
            </a:fld>
            <a:endParaRPr lang="en-US"/>
          </a:p>
        </p:txBody>
      </p:sp>
    </p:spTree>
    <p:extLst>
      <p:ext uri="{BB962C8B-B14F-4D97-AF65-F5344CB8AC3E}">
        <p14:creationId xmlns:p14="http://schemas.microsoft.com/office/powerpoint/2010/main" val="40912526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IN" sz="1200" b="0" i="0" kern="1200" dirty="0">
                <a:solidFill>
                  <a:schemeClr val="tx1"/>
                </a:solidFill>
                <a:effectLst/>
                <a:latin typeface="Amazon Ember Display" panose="020F0603020204020204" pitchFamily="34" charset="0"/>
                <a:ea typeface="+mn-ea"/>
                <a:cs typeface="+mn-cs"/>
              </a:rPr>
              <a:t>Infrastructure as Code in one sentence: you define your cloud resources in files, and deploy them with a command. </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IN" sz="1200" b="0" i="0" kern="1200" dirty="0">
                <a:solidFill>
                  <a:schemeClr val="tx1"/>
                </a:solidFill>
                <a:effectLst/>
                <a:latin typeface="Amazon Ember Display" panose="020F0603020204020204" pitchFamily="34" charset="0"/>
                <a:ea typeface="+mn-ea"/>
                <a:cs typeface="+mn-cs"/>
              </a:rPr>
              <a:t>That's it. Instead of clicking through a console, you describe what you want in a file — a server, a database, a network — and a tool creates it for you. Reproducibly. Every single time.</a:t>
            </a:r>
          </a:p>
          <a:p>
            <a:endParaRPr lang="en-US" dirty="0"/>
          </a:p>
        </p:txBody>
      </p:sp>
      <p:sp>
        <p:nvSpPr>
          <p:cNvPr id="4" name="Slide Number Placeholder 3"/>
          <p:cNvSpPr>
            <a:spLocks noGrp="1"/>
          </p:cNvSpPr>
          <p:nvPr>
            <p:ph type="sldNum" sz="quarter" idx="5"/>
          </p:nvPr>
        </p:nvSpPr>
        <p:spPr/>
        <p:txBody>
          <a:bodyPr/>
          <a:lstStyle/>
          <a:p>
            <a:fld id="{A3D89E5F-BEEF-42A1-A57B-E5A736D51194}" type="slidenum">
              <a:rPr lang="en-US" smtClean="0"/>
              <a:pPr/>
              <a:t>8</a:t>
            </a:fld>
            <a:endParaRPr lang="en-US"/>
          </a:p>
        </p:txBody>
      </p:sp>
    </p:spTree>
    <p:extLst>
      <p:ext uri="{BB962C8B-B14F-4D97-AF65-F5344CB8AC3E}">
        <p14:creationId xmlns:p14="http://schemas.microsoft.com/office/powerpoint/2010/main" val="38892120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B0974-2CF9-26FA-9481-1827CE41AC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6322BF-A93E-DD0A-2342-72696D3E69C3}"/>
              </a:ext>
            </a:extLst>
          </p:cNvPr>
          <p:cNvSpPr>
            <a:spLocks noGrp="1" noRot="1" noChangeAspect="1"/>
          </p:cNvSpPr>
          <p:nvPr>
            <p:ph type="sldImg"/>
          </p:nvPr>
        </p:nvSpPr>
        <p:spPr>
          <a:xfrm>
            <a:off x="438150" y="457200"/>
            <a:ext cx="5981700" cy="3363913"/>
          </a:xfrm>
        </p:spPr>
      </p:sp>
      <p:sp>
        <p:nvSpPr>
          <p:cNvPr id="3" name="Notes Placeholder 2">
            <a:extLst>
              <a:ext uri="{FF2B5EF4-FFF2-40B4-BE49-F238E27FC236}">
                <a16:creationId xmlns:a16="http://schemas.microsoft.com/office/drawing/2014/main" id="{94979D53-FE24-3CE8-56EE-7E06225E2845}"/>
              </a:ext>
            </a:extLst>
          </p:cNvPr>
          <p:cNvSpPr>
            <a:spLocks noGrp="1"/>
          </p:cNvSpPr>
          <p:nvPr>
            <p:ph type="body" idx="1"/>
          </p:nvPr>
        </p:nvSpPr>
        <p:spPr/>
        <p:txBody>
          <a:bodyPr/>
          <a:lstStyle/>
          <a:p>
            <a:r>
              <a:rPr lang="en-IN" sz="1200" b="0" i="0" kern="1200" dirty="0">
                <a:solidFill>
                  <a:schemeClr val="tx1"/>
                </a:solidFill>
                <a:effectLst/>
                <a:latin typeface="Amazon Ember Display" panose="020F0603020204020204" pitchFamily="34" charset="0"/>
                <a:ea typeface="+mn-ea"/>
                <a:cs typeface="+mn-cs"/>
              </a:rPr>
              <a:t>Let me make this concrete. </a:t>
            </a:r>
          </a:p>
          <a:p>
            <a:endParaRPr lang="en-IN" sz="1200" b="0" i="0" kern="1200" dirty="0">
              <a:solidFill>
                <a:schemeClr val="tx1"/>
              </a:solidFill>
              <a:effectLst/>
              <a:latin typeface="Amazon Ember Display" panose="020F0603020204020204" pitchFamily="34" charset="0"/>
              <a:ea typeface="+mn-ea"/>
              <a:cs typeface="+mn-cs"/>
            </a:endParaRPr>
          </a:p>
          <a:p>
            <a:pPr marL="171450" indent="-171450">
              <a:buFont typeface="Arial" panose="020B0604020202020204" pitchFamily="34" charset="0"/>
              <a:buChar char="•"/>
            </a:pPr>
            <a:r>
              <a:rPr lang="en-IN" sz="1200" b="0" i="0" kern="1200" dirty="0">
                <a:solidFill>
                  <a:schemeClr val="tx1"/>
                </a:solidFill>
                <a:effectLst/>
                <a:latin typeface="Amazon Ember Display" panose="020F0603020204020204" pitchFamily="34" charset="0"/>
                <a:ea typeface="+mn-ea"/>
                <a:cs typeface="+mn-cs"/>
              </a:rPr>
              <a:t>Without </a:t>
            </a:r>
            <a:r>
              <a:rPr lang="en-IN" sz="1200" b="0" i="0" kern="1200" dirty="0" err="1">
                <a:solidFill>
                  <a:schemeClr val="tx1"/>
                </a:solidFill>
                <a:effectLst/>
                <a:latin typeface="Amazon Ember Display" panose="020F0603020204020204" pitchFamily="34" charset="0"/>
                <a:ea typeface="+mn-ea"/>
                <a:cs typeface="+mn-cs"/>
              </a:rPr>
              <a:t>IaC</a:t>
            </a:r>
            <a:r>
              <a:rPr lang="en-IN" sz="1200" b="0" i="0" kern="1200" dirty="0">
                <a:solidFill>
                  <a:schemeClr val="tx1"/>
                </a:solidFill>
                <a:effectLst/>
                <a:latin typeface="Amazon Ember Display" panose="020F0603020204020204" pitchFamily="34" charset="0"/>
                <a:ea typeface="+mn-ea"/>
                <a:cs typeface="+mn-cs"/>
              </a:rPr>
              <a:t>, setup is manual and error-prone. With </a:t>
            </a:r>
            <a:r>
              <a:rPr lang="en-IN" sz="1200" b="0" i="0" kern="1200" dirty="0" err="1">
                <a:solidFill>
                  <a:schemeClr val="tx1"/>
                </a:solidFill>
                <a:effectLst/>
                <a:latin typeface="Amazon Ember Display" panose="020F0603020204020204" pitchFamily="34" charset="0"/>
                <a:ea typeface="+mn-ea"/>
                <a:cs typeface="+mn-cs"/>
              </a:rPr>
              <a:t>IaC</a:t>
            </a:r>
            <a:r>
              <a:rPr lang="en-IN" sz="1200" b="0" i="0" kern="1200" dirty="0">
                <a:solidFill>
                  <a:schemeClr val="tx1"/>
                </a:solidFill>
                <a:effectLst/>
                <a:latin typeface="Amazon Ember Display" panose="020F0603020204020204" pitchFamily="34" charset="0"/>
                <a:ea typeface="+mn-ea"/>
                <a:cs typeface="+mn-cs"/>
              </a:rPr>
              <a:t>, it's automated and repeatable. Without </a:t>
            </a:r>
            <a:r>
              <a:rPr lang="en-IN" sz="1200" b="0" i="0" kern="1200" dirty="0" err="1">
                <a:solidFill>
                  <a:schemeClr val="tx1"/>
                </a:solidFill>
                <a:effectLst/>
                <a:latin typeface="Amazon Ember Display" panose="020F0603020204020204" pitchFamily="34" charset="0"/>
                <a:ea typeface="+mn-ea"/>
                <a:cs typeface="+mn-cs"/>
              </a:rPr>
              <a:t>IaC</a:t>
            </a:r>
            <a:r>
              <a:rPr lang="en-IN" sz="1200" b="0" i="0" kern="1200" dirty="0">
                <a:solidFill>
                  <a:schemeClr val="tx1"/>
                </a:solidFill>
                <a:effectLst/>
                <a:latin typeface="Amazon Ember Display" panose="020F0603020204020204" pitchFamily="34" charset="0"/>
                <a:ea typeface="+mn-ea"/>
                <a:cs typeface="+mn-cs"/>
              </a:rPr>
              <a:t>, when something breaks you're guessing. With </a:t>
            </a:r>
            <a:r>
              <a:rPr lang="en-IN" sz="1200" b="0" i="0" kern="1200" dirty="0" err="1">
                <a:solidFill>
                  <a:schemeClr val="tx1"/>
                </a:solidFill>
                <a:effectLst/>
                <a:latin typeface="Amazon Ember Display" panose="020F0603020204020204" pitchFamily="34" charset="0"/>
                <a:ea typeface="+mn-ea"/>
                <a:cs typeface="+mn-cs"/>
              </a:rPr>
              <a:t>IaC</a:t>
            </a:r>
            <a:r>
              <a:rPr lang="en-IN" sz="1200" b="0" i="0" kern="1200" dirty="0">
                <a:solidFill>
                  <a:schemeClr val="tx1"/>
                </a:solidFill>
                <a:effectLst/>
                <a:latin typeface="Amazon Ember Display" panose="020F0603020204020204" pitchFamily="34" charset="0"/>
                <a:ea typeface="+mn-ea"/>
                <a:cs typeface="+mn-cs"/>
              </a:rPr>
              <a:t>, you git blame and see exactly what changed. </a:t>
            </a:r>
          </a:p>
          <a:p>
            <a:pPr marL="171450" indent="-171450">
              <a:buFont typeface="Arial" panose="020B0604020202020204" pitchFamily="34" charset="0"/>
              <a:buChar char="•"/>
            </a:pPr>
            <a:r>
              <a:rPr lang="en-IN" sz="1200" b="0" i="0" kern="1200" dirty="0">
                <a:solidFill>
                  <a:schemeClr val="tx1"/>
                </a:solidFill>
                <a:effectLst/>
                <a:latin typeface="Amazon Ember Display" panose="020F0603020204020204" pitchFamily="34" charset="0"/>
                <a:ea typeface="+mn-ea"/>
                <a:cs typeface="+mn-cs"/>
              </a:rPr>
              <a:t>Without </a:t>
            </a:r>
            <a:r>
              <a:rPr lang="en-IN" sz="1200" b="0" i="0" kern="1200" dirty="0" err="1">
                <a:solidFill>
                  <a:schemeClr val="tx1"/>
                </a:solidFill>
                <a:effectLst/>
                <a:latin typeface="Amazon Ember Display" panose="020F0603020204020204" pitchFamily="34" charset="0"/>
                <a:ea typeface="+mn-ea"/>
                <a:cs typeface="+mn-cs"/>
              </a:rPr>
              <a:t>IaC</a:t>
            </a:r>
            <a:r>
              <a:rPr lang="en-IN" sz="1200" b="0" i="0" kern="1200" dirty="0">
                <a:solidFill>
                  <a:schemeClr val="tx1"/>
                </a:solidFill>
                <a:effectLst/>
                <a:latin typeface="Amazon Ember Display" panose="020F0603020204020204" pitchFamily="34" charset="0"/>
                <a:ea typeface="+mn-ea"/>
                <a:cs typeface="+mn-cs"/>
              </a:rPr>
              <a:t>, every environment is a unique snowflake. With </a:t>
            </a:r>
            <a:r>
              <a:rPr lang="en-IN" sz="1200" b="0" i="0" kern="1200" dirty="0" err="1">
                <a:solidFill>
                  <a:schemeClr val="tx1"/>
                </a:solidFill>
                <a:effectLst/>
                <a:latin typeface="Amazon Ember Display" panose="020F0603020204020204" pitchFamily="34" charset="0"/>
                <a:ea typeface="+mn-ea"/>
                <a:cs typeface="+mn-cs"/>
              </a:rPr>
              <a:t>IaC</a:t>
            </a:r>
            <a:r>
              <a:rPr lang="en-IN" sz="1200" b="0" i="0" kern="1200" dirty="0">
                <a:solidFill>
                  <a:schemeClr val="tx1"/>
                </a:solidFill>
                <a:effectLst/>
                <a:latin typeface="Amazon Ember Display" panose="020F0603020204020204" pitchFamily="34" charset="0"/>
                <a:ea typeface="+mn-ea"/>
                <a:cs typeface="+mn-cs"/>
              </a:rPr>
              <a:t>, staging is a carbon copy of production. </a:t>
            </a:r>
          </a:p>
          <a:p>
            <a:pPr marL="171450" indent="-171450">
              <a:buFont typeface="Arial" panose="020B0604020202020204" pitchFamily="34" charset="0"/>
              <a:buChar char="•"/>
            </a:pPr>
            <a:r>
              <a:rPr lang="en-IN" sz="1200" b="0" i="0" kern="1200" dirty="0">
                <a:solidFill>
                  <a:schemeClr val="tx1"/>
                </a:solidFill>
                <a:effectLst/>
                <a:latin typeface="Amazon Ember Display" panose="020F0603020204020204" pitchFamily="34" charset="0"/>
                <a:ea typeface="+mn-ea"/>
                <a:cs typeface="+mn-cs"/>
              </a:rPr>
              <a:t>And the best part — your code IS your documentation. It never gets stale because it's what's actually deployed.</a:t>
            </a:r>
          </a:p>
          <a:p>
            <a:endParaRPr lang="en-US" dirty="0"/>
          </a:p>
        </p:txBody>
      </p:sp>
      <p:sp>
        <p:nvSpPr>
          <p:cNvPr id="4" name="Slide Number Placeholder 3">
            <a:extLst>
              <a:ext uri="{FF2B5EF4-FFF2-40B4-BE49-F238E27FC236}">
                <a16:creationId xmlns:a16="http://schemas.microsoft.com/office/drawing/2014/main" id="{48EC0835-48FF-0C68-1218-449B1889892A}"/>
              </a:ext>
            </a:extLst>
          </p:cNvPr>
          <p:cNvSpPr>
            <a:spLocks noGrp="1"/>
          </p:cNvSpPr>
          <p:nvPr>
            <p:ph type="sldNum" sz="quarter" idx="5"/>
          </p:nvPr>
        </p:nvSpPr>
        <p:spPr/>
        <p:txBody>
          <a:bodyPr/>
          <a:lstStyle/>
          <a:p>
            <a:fld id="{A3D89E5F-BEEF-42A1-A57B-E5A736D51194}" type="slidenum">
              <a:rPr lang="en-US" smtClean="0"/>
              <a:pPr/>
              <a:t>9</a:t>
            </a:fld>
            <a:endParaRPr lang="en-US"/>
          </a:p>
        </p:txBody>
      </p:sp>
    </p:spTree>
    <p:extLst>
      <p:ext uri="{BB962C8B-B14F-4D97-AF65-F5344CB8AC3E}">
        <p14:creationId xmlns:p14="http://schemas.microsoft.com/office/powerpoint/2010/main" val="13021271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lang="en-IN" sz="3600" b="0" i="0" kern="1200" dirty="0">
                <a:solidFill>
                  <a:schemeClr val="tx1"/>
                </a:solidFill>
                <a:effectLst/>
                <a:latin typeface="Amazon Ember Display" panose="020F0603020204020204" pitchFamily="34" charset="0"/>
                <a:ea typeface="+mn-ea"/>
                <a:cs typeface="+mn-cs"/>
              </a:rPr>
              <a:t>On AWS, you have three main options for </a:t>
            </a:r>
            <a:r>
              <a:rPr lang="en-IN" sz="3600" b="0" i="0" kern="1200" dirty="0" err="1">
                <a:solidFill>
                  <a:schemeClr val="tx1"/>
                </a:solidFill>
                <a:effectLst/>
                <a:latin typeface="Amazon Ember Display" panose="020F0603020204020204" pitchFamily="34" charset="0"/>
                <a:ea typeface="+mn-ea"/>
                <a:cs typeface="+mn-cs"/>
              </a:rPr>
              <a:t>IaC</a:t>
            </a:r>
            <a:r>
              <a:rPr lang="en-IN" sz="3600" b="0" i="0" kern="1200" dirty="0">
                <a:solidFill>
                  <a:schemeClr val="tx1"/>
                </a:solidFill>
                <a:effectLst/>
                <a:latin typeface="Amazon Ember Display" panose="020F0603020204020204" pitchFamily="34" charset="0"/>
                <a:ea typeface="+mn-ea"/>
                <a:cs typeface="+mn-cs"/>
              </a:rPr>
              <a:t>. </a:t>
            </a:r>
          </a:p>
          <a:p>
            <a:pPr marL="571500" marR="0" lvl="0" indent="-5715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IN" sz="3600" b="0" i="0" kern="1200" dirty="0">
                <a:solidFill>
                  <a:schemeClr val="tx1"/>
                </a:solidFill>
                <a:effectLst/>
                <a:latin typeface="Amazon Ember Display" panose="020F0603020204020204" pitchFamily="34" charset="0"/>
                <a:ea typeface="+mn-ea"/>
                <a:cs typeface="+mn-cs"/>
              </a:rPr>
              <a:t>CloudFormation uses YAML or JSON templates — it's AWS-native and has been around the longest. </a:t>
            </a:r>
          </a:p>
          <a:p>
            <a:pPr marL="571500" marR="0" lvl="0" indent="-5715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IN" sz="3600" b="0" i="0" kern="1200" dirty="0">
                <a:solidFill>
                  <a:schemeClr val="tx1"/>
                </a:solidFill>
                <a:effectLst/>
                <a:latin typeface="Amazon Ember Display" panose="020F0603020204020204" pitchFamily="34" charset="0"/>
                <a:ea typeface="+mn-ea"/>
                <a:cs typeface="+mn-cs"/>
              </a:rPr>
              <a:t>AWS CDK lets you use your actual programming language — TypeScript, Python, Java, Go — and generates CloudFormation under the hood. </a:t>
            </a:r>
          </a:p>
          <a:p>
            <a:pPr marL="571500" marR="0" lvl="0" indent="-5715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IN" sz="3600" b="0" i="0" kern="1200" dirty="0">
                <a:solidFill>
                  <a:schemeClr val="tx1"/>
                </a:solidFill>
                <a:effectLst/>
                <a:latin typeface="Amazon Ember Display" panose="020F0603020204020204" pitchFamily="34" charset="0"/>
                <a:ea typeface="+mn-ea"/>
                <a:cs typeface="+mn-cs"/>
              </a:rPr>
              <a:t>And Terraform uses its own language called HCL and works across multiple cloud providers. </a:t>
            </a:r>
          </a:p>
          <a:p>
            <a:pPr marL="571500" marR="0" lvl="0" indent="-5715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IN" sz="3600" b="0" i="0" kern="1200" dirty="0">
                <a:solidFill>
                  <a:schemeClr val="tx1"/>
                </a:solidFill>
                <a:effectLst/>
                <a:latin typeface="Amazon Ember Display" panose="020F0603020204020204" pitchFamily="34" charset="0"/>
                <a:ea typeface="+mn-ea"/>
                <a:cs typeface="+mn-cs"/>
              </a:rPr>
              <a:t>All three follow the same core idea: you write a file, you run a command, infrastructure exists.</a:t>
            </a:r>
          </a:p>
          <a:p>
            <a:endParaRPr lang="en-US" dirty="0"/>
          </a:p>
        </p:txBody>
      </p:sp>
      <p:sp>
        <p:nvSpPr>
          <p:cNvPr id="4" name="Slide Number Placeholder 3"/>
          <p:cNvSpPr>
            <a:spLocks noGrp="1"/>
          </p:cNvSpPr>
          <p:nvPr>
            <p:ph type="sldNum" sz="quarter" idx="5"/>
          </p:nvPr>
        </p:nvSpPr>
        <p:spPr/>
        <p:txBody>
          <a:bodyPr/>
          <a:lstStyle/>
          <a:p>
            <a:fld id="{A3D89E5F-BEEF-42A1-A57B-E5A736D51194}" type="slidenum">
              <a:rPr lang="en-US" smtClean="0"/>
              <a:pPr/>
              <a:t>10</a:t>
            </a:fld>
            <a:endParaRPr lang="en-US"/>
          </a:p>
        </p:txBody>
      </p:sp>
    </p:spTree>
    <p:extLst>
      <p:ext uri="{BB962C8B-B14F-4D97-AF65-F5344CB8AC3E}">
        <p14:creationId xmlns:p14="http://schemas.microsoft.com/office/powerpoint/2010/main" val="35075875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3D89E5F-BEEF-42A1-A57B-E5A736D51194}" type="slidenum">
              <a:rPr lang="en-US" smtClean="0"/>
              <a:pPr/>
              <a:t>11</a:t>
            </a:fld>
            <a:endParaRPr lang="en-US"/>
          </a:p>
        </p:txBody>
      </p:sp>
    </p:spTree>
    <p:extLst>
      <p:ext uri="{BB962C8B-B14F-4D97-AF65-F5344CB8AC3E}">
        <p14:creationId xmlns:p14="http://schemas.microsoft.com/office/powerpoint/2010/main" val="2764810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1A9F2-17BB-51FF-158B-10396A7F0A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E8CF63-B86B-C635-5368-377DA4B37D62}"/>
              </a:ext>
            </a:extLst>
          </p:cNvPr>
          <p:cNvSpPr>
            <a:spLocks noGrp="1" noRot="1" noChangeAspect="1"/>
          </p:cNvSpPr>
          <p:nvPr>
            <p:ph type="sldImg"/>
          </p:nvPr>
        </p:nvSpPr>
        <p:spPr>
          <a:xfrm>
            <a:off x="438150" y="457200"/>
            <a:ext cx="5981700" cy="3363913"/>
          </a:xfrm>
        </p:spPr>
      </p:sp>
      <p:sp>
        <p:nvSpPr>
          <p:cNvPr id="3" name="Notes Placeholder 2">
            <a:extLst>
              <a:ext uri="{FF2B5EF4-FFF2-40B4-BE49-F238E27FC236}">
                <a16:creationId xmlns:a16="http://schemas.microsoft.com/office/drawing/2014/main" id="{C7395EB2-2295-3ADD-5D61-A64DC6E7BBED}"/>
              </a:ext>
            </a:extLst>
          </p:cNvPr>
          <p:cNvSpPr>
            <a:spLocks noGrp="1"/>
          </p:cNvSpPr>
          <p:nvPr>
            <p:ph type="body" idx="1"/>
          </p:nvPr>
        </p:nvSpPr>
        <p:spPr/>
        <p:txBody>
          <a:bodyPr/>
          <a:lstStyle/>
          <a:p>
            <a:r>
              <a:rPr lang="en-IN" sz="1200" b="0" i="0" kern="1200" dirty="0">
                <a:solidFill>
                  <a:schemeClr val="tx1"/>
                </a:solidFill>
                <a:effectLst/>
                <a:latin typeface="Amazon Ember Display" panose="020F0603020204020204" pitchFamily="34" charset="0"/>
                <a:ea typeface="+mn-ea"/>
                <a:cs typeface="+mn-cs"/>
              </a:rPr>
              <a:t>Let's start with CloudFormation — the original. It's been around since 2011 and it's what powers everything else on AWS under the hood.</a:t>
            </a:r>
          </a:p>
          <a:p>
            <a:endParaRPr lang="en-US" dirty="0"/>
          </a:p>
        </p:txBody>
      </p:sp>
      <p:sp>
        <p:nvSpPr>
          <p:cNvPr id="4" name="Slide Number Placeholder 3">
            <a:extLst>
              <a:ext uri="{FF2B5EF4-FFF2-40B4-BE49-F238E27FC236}">
                <a16:creationId xmlns:a16="http://schemas.microsoft.com/office/drawing/2014/main" id="{11FAFE20-3B00-C3BA-C313-938CBF8A57D7}"/>
              </a:ext>
            </a:extLst>
          </p:cNvPr>
          <p:cNvSpPr>
            <a:spLocks noGrp="1"/>
          </p:cNvSpPr>
          <p:nvPr>
            <p:ph type="sldNum" sz="quarter" idx="5"/>
          </p:nvPr>
        </p:nvSpPr>
        <p:spPr/>
        <p:txBody>
          <a:bodyPr/>
          <a:lstStyle/>
          <a:p>
            <a:fld id="{A3D89E5F-BEEF-42A1-A57B-E5A736D51194}" type="slidenum">
              <a:rPr lang="en-US" smtClean="0"/>
              <a:pPr/>
              <a:t>12</a:t>
            </a:fld>
            <a:endParaRPr lang="en-US"/>
          </a:p>
        </p:txBody>
      </p:sp>
    </p:spTree>
    <p:extLst>
      <p:ext uri="{BB962C8B-B14F-4D97-AF65-F5344CB8AC3E}">
        <p14:creationId xmlns:p14="http://schemas.microsoft.com/office/powerpoint/2010/main" val="999668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BD35F-371A-869F-9DD7-10C548D1F0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B0B28F-F7AA-F0AE-97B2-50C085AE9F1A}"/>
              </a:ext>
            </a:extLst>
          </p:cNvPr>
          <p:cNvSpPr>
            <a:spLocks noGrp="1" noRot="1" noChangeAspect="1"/>
          </p:cNvSpPr>
          <p:nvPr>
            <p:ph type="sldImg"/>
          </p:nvPr>
        </p:nvSpPr>
        <p:spPr>
          <a:xfrm>
            <a:off x="438150" y="457200"/>
            <a:ext cx="5981700" cy="3363913"/>
          </a:xfrm>
        </p:spPr>
      </p:sp>
      <p:sp>
        <p:nvSpPr>
          <p:cNvPr id="3" name="Notes Placeholder 2">
            <a:extLst>
              <a:ext uri="{FF2B5EF4-FFF2-40B4-BE49-F238E27FC236}">
                <a16:creationId xmlns:a16="http://schemas.microsoft.com/office/drawing/2014/main" id="{36AB11D8-A3BF-A563-EB15-FAAA8FC5EE4A}"/>
              </a:ext>
            </a:extLst>
          </p:cNvPr>
          <p:cNvSpPr>
            <a:spLocks noGrp="1"/>
          </p:cNvSpPr>
          <p:nvPr>
            <p:ph type="body" idx="1"/>
          </p:nvPr>
        </p:nvSpPr>
        <p:spPr/>
        <p:txBody>
          <a:bodyPr/>
          <a:lstStyle/>
          <a:p>
            <a:pPr marL="171450" indent="-171450">
              <a:buFont typeface="Arial" panose="020B0604020202020204" pitchFamily="34" charset="0"/>
              <a:buChar char="•"/>
            </a:pPr>
            <a:r>
              <a:rPr lang="en-IN" sz="1200" b="0" i="0" kern="1200" dirty="0">
                <a:solidFill>
                  <a:schemeClr val="tx1"/>
                </a:solidFill>
                <a:effectLst/>
                <a:latin typeface="Amazon Ember Display" panose="020F0603020204020204" pitchFamily="34" charset="0"/>
                <a:ea typeface="+mn-ea"/>
                <a:cs typeface="+mn-cs"/>
              </a:rPr>
              <a:t>The mental model is simple. You write a template — that's your file describing what you want. </a:t>
            </a:r>
          </a:p>
          <a:p>
            <a:pPr marL="171450" indent="-171450">
              <a:buFont typeface="Arial" panose="020B0604020202020204" pitchFamily="34" charset="0"/>
              <a:buChar char="•"/>
            </a:pPr>
            <a:r>
              <a:rPr lang="en-IN" sz="1200" b="0" i="0" kern="1200" dirty="0">
                <a:solidFill>
                  <a:schemeClr val="tx1"/>
                </a:solidFill>
                <a:effectLst/>
                <a:latin typeface="Amazon Ember Display" panose="020F0603020204020204" pitchFamily="34" charset="0"/>
                <a:ea typeface="+mn-ea"/>
                <a:cs typeface="+mn-cs"/>
              </a:rPr>
              <a:t>You submit it to CloudFormation, and it creates what's called a stack — that's your collection of resources. </a:t>
            </a:r>
          </a:p>
          <a:p>
            <a:pPr marL="171450" indent="-171450">
              <a:buFont typeface="Arial" panose="020B0604020202020204" pitchFamily="34" charset="0"/>
              <a:buChar char="•"/>
            </a:pPr>
            <a:r>
              <a:rPr lang="en-IN" sz="1200" b="0" i="0" kern="1200" dirty="0">
                <a:solidFill>
                  <a:schemeClr val="tx1"/>
                </a:solidFill>
                <a:effectLst/>
                <a:latin typeface="Amazon Ember Display" panose="020F0603020204020204" pitchFamily="34" charset="0"/>
                <a:ea typeface="+mn-ea"/>
                <a:cs typeface="+mn-cs"/>
              </a:rPr>
              <a:t>Want to change something? Update the template, submit again. </a:t>
            </a:r>
          </a:p>
          <a:p>
            <a:pPr marL="171450" indent="-171450">
              <a:buFont typeface="Arial" panose="020B0604020202020204" pitchFamily="34" charset="0"/>
              <a:buChar char="•"/>
            </a:pPr>
            <a:r>
              <a:rPr lang="en-IN" sz="1200" b="0" i="0" kern="1200" dirty="0">
                <a:solidFill>
                  <a:schemeClr val="tx1"/>
                </a:solidFill>
                <a:effectLst/>
                <a:latin typeface="Amazon Ember Display" panose="020F0603020204020204" pitchFamily="34" charset="0"/>
                <a:ea typeface="+mn-ea"/>
                <a:cs typeface="+mn-cs"/>
              </a:rPr>
              <a:t>Done with everything? Delete the stack and all resources get cleaned up. No orphaned resources.</a:t>
            </a:r>
          </a:p>
          <a:p>
            <a:pPr marL="171450" indent="-171450">
              <a:buFont typeface="Arial" panose="020B0604020202020204" pitchFamily="34" charset="0"/>
              <a:buChar char="•"/>
            </a:pPr>
            <a:r>
              <a:rPr lang="en-IN" sz="1200" b="0" i="0" kern="1200" dirty="0">
                <a:solidFill>
                  <a:schemeClr val="tx1"/>
                </a:solidFill>
                <a:effectLst/>
                <a:latin typeface="Amazon Ember Display" panose="020F0603020204020204" pitchFamily="34" charset="0"/>
                <a:ea typeface="+mn-ea"/>
                <a:cs typeface="+mn-cs"/>
              </a:rPr>
              <a:t> Here's the simplest possible example — an S3 bucket in 3 lines of YAML.</a:t>
            </a:r>
          </a:p>
          <a:p>
            <a:endParaRPr lang="en-US" dirty="0"/>
          </a:p>
        </p:txBody>
      </p:sp>
      <p:sp>
        <p:nvSpPr>
          <p:cNvPr id="4" name="Slide Number Placeholder 3">
            <a:extLst>
              <a:ext uri="{FF2B5EF4-FFF2-40B4-BE49-F238E27FC236}">
                <a16:creationId xmlns:a16="http://schemas.microsoft.com/office/drawing/2014/main" id="{C233A3E2-CB7B-2627-C559-5D643AFE69C6}"/>
              </a:ext>
            </a:extLst>
          </p:cNvPr>
          <p:cNvSpPr>
            <a:spLocks noGrp="1"/>
          </p:cNvSpPr>
          <p:nvPr>
            <p:ph type="sldNum" sz="quarter" idx="5"/>
          </p:nvPr>
        </p:nvSpPr>
        <p:spPr/>
        <p:txBody>
          <a:bodyPr/>
          <a:lstStyle/>
          <a:p>
            <a:fld id="{A3D89E5F-BEEF-42A1-A57B-E5A736D51194}" type="slidenum">
              <a:rPr lang="en-US" smtClean="0"/>
              <a:pPr/>
              <a:t>13</a:t>
            </a:fld>
            <a:endParaRPr lang="en-US"/>
          </a:p>
        </p:txBody>
      </p:sp>
    </p:spTree>
    <p:extLst>
      <p:ext uri="{BB962C8B-B14F-4D97-AF65-F5344CB8AC3E}">
        <p14:creationId xmlns:p14="http://schemas.microsoft.com/office/powerpoint/2010/main" val="29055355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IN" sz="1200" b="0" i="0" kern="1200" dirty="0">
                <a:solidFill>
                  <a:schemeClr val="tx1"/>
                </a:solidFill>
                <a:effectLst/>
                <a:latin typeface="Amazon Ember Display" panose="020F0603020204020204" pitchFamily="34" charset="0"/>
                <a:ea typeface="+mn-ea"/>
                <a:cs typeface="+mn-cs"/>
              </a:rPr>
              <a:t>CloudFormation's biggest strength is that it's native — nothing extra to install, AWS manages the state for you, and if something fails mid-deploy it rolls back automatically. </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lang="en-IN" sz="1200" b="0" i="0" kern="1200" dirty="0">
              <a:solidFill>
                <a:schemeClr val="tx1"/>
              </a:solidFill>
              <a:effectLst/>
              <a:latin typeface="Amazon Ember Display" panose="020F0603020204020204" pitchFamily="34" charset="0"/>
              <a:ea typeface="+mn-ea"/>
              <a:cs typeface="+mn-cs"/>
            </a:endParaRP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IN" sz="1200" b="0" i="0" kern="1200" dirty="0">
                <a:solidFill>
                  <a:schemeClr val="tx1"/>
                </a:solidFill>
                <a:effectLst/>
                <a:latin typeface="Amazon Ember Display" panose="020F0603020204020204" pitchFamily="34" charset="0"/>
                <a:ea typeface="+mn-ea"/>
                <a:cs typeface="+mn-cs"/>
              </a:rPr>
              <a:t>The trade-off is that YAML gets verbose fast. You can't write a for-loop. For simple infrastructure it's great. For complex setups with lots of repetition, you'll feel the friction. </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lang="en-IN" sz="1200" b="0" i="0" kern="1200" dirty="0">
              <a:solidFill>
                <a:schemeClr val="tx1"/>
              </a:solidFill>
              <a:effectLst/>
              <a:latin typeface="Amazon Ember Display" panose="020F0603020204020204" pitchFamily="34" charset="0"/>
              <a:ea typeface="+mn-ea"/>
              <a:cs typeface="+mn-cs"/>
            </a:endParaRP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IN" sz="1200" b="1" i="0" kern="1200" dirty="0">
                <a:solidFill>
                  <a:schemeClr val="tx1"/>
                </a:solidFill>
                <a:effectLst/>
                <a:latin typeface="Amazon Ember Display" panose="020F0603020204020204" pitchFamily="34" charset="0"/>
                <a:ea typeface="+mn-ea"/>
                <a:cs typeface="+mn-cs"/>
              </a:rPr>
              <a:t>And that's exactly why CDK was created.</a:t>
            </a:r>
          </a:p>
          <a:p>
            <a:endParaRPr lang="en-US" dirty="0"/>
          </a:p>
        </p:txBody>
      </p:sp>
      <p:sp>
        <p:nvSpPr>
          <p:cNvPr id="4" name="Slide Number Placeholder 3"/>
          <p:cNvSpPr>
            <a:spLocks noGrp="1"/>
          </p:cNvSpPr>
          <p:nvPr>
            <p:ph type="sldNum" sz="quarter" idx="5"/>
          </p:nvPr>
        </p:nvSpPr>
        <p:spPr/>
        <p:txBody>
          <a:bodyPr/>
          <a:lstStyle/>
          <a:p>
            <a:fld id="{A3D89E5F-BEEF-42A1-A57B-E5A736D51194}" type="slidenum">
              <a:rPr lang="en-US" smtClean="0"/>
              <a:pPr/>
              <a:t>14</a:t>
            </a:fld>
            <a:endParaRPr lang="en-US"/>
          </a:p>
        </p:txBody>
      </p:sp>
    </p:spTree>
    <p:extLst>
      <p:ext uri="{BB962C8B-B14F-4D97-AF65-F5344CB8AC3E}">
        <p14:creationId xmlns:p14="http://schemas.microsoft.com/office/powerpoint/2010/main" val="33805425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DB78B-2FFC-8585-D57C-4AA09E6785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5741C3-9ADD-FA0A-9EBC-283CD8EFA914}"/>
              </a:ext>
            </a:extLst>
          </p:cNvPr>
          <p:cNvSpPr>
            <a:spLocks noGrp="1" noRot="1" noChangeAspect="1"/>
          </p:cNvSpPr>
          <p:nvPr>
            <p:ph type="sldImg"/>
          </p:nvPr>
        </p:nvSpPr>
        <p:spPr>
          <a:xfrm>
            <a:off x="438150" y="457200"/>
            <a:ext cx="5981700" cy="3363913"/>
          </a:xfrm>
        </p:spPr>
      </p:sp>
      <p:sp>
        <p:nvSpPr>
          <p:cNvPr id="3" name="Notes Placeholder 2">
            <a:extLst>
              <a:ext uri="{FF2B5EF4-FFF2-40B4-BE49-F238E27FC236}">
                <a16:creationId xmlns:a16="http://schemas.microsoft.com/office/drawing/2014/main" id="{EDC1AAD8-FD35-81F8-4416-DB58C630124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53A6EF6-A4E5-E115-263E-B830DAE245E7}"/>
              </a:ext>
            </a:extLst>
          </p:cNvPr>
          <p:cNvSpPr>
            <a:spLocks noGrp="1"/>
          </p:cNvSpPr>
          <p:nvPr>
            <p:ph type="sldNum" sz="quarter" idx="5"/>
          </p:nvPr>
        </p:nvSpPr>
        <p:spPr/>
        <p:txBody>
          <a:bodyPr/>
          <a:lstStyle/>
          <a:p>
            <a:fld id="{A3D89E5F-BEEF-42A1-A57B-E5A736D51194}" type="slidenum">
              <a:rPr lang="en-US" smtClean="0"/>
              <a:pPr/>
              <a:t>15</a:t>
            </a:fld>
            <a:endParaRPr lang="en-US"/>
          </a:p>
        </p:txBody>
      </p:sp>
    </p:spTree>
    <p:extLst>
      <p:ext uri="{BB962C8B-B14F-4D97-AF65-F5344CB8AC3E}">
        <p14:creationId xmlns:p14="http://schemas.microsoft.com/office/powerpoint/2010/main" val="35035070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F404B-7677-CC6C-454E-6FD558E401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B1FE5C-D117-ECCF-3578-8285F249CC2C}"/>
              </a:ext>
            </a:extLst>
          </p:cNvPr>
          <p:cNvSpPr>
            <a:spLocks noGrp="1" noRot="1" noChangeAspect="1"/>
          </p:cNvSpPr>
          <p:nvPr>
            <p:ph type="sldImg"/>
          </p:nvPr>
        </p:nvSpPr>
        <p:spPr>
          <a:xfrm>
            <a:off x="438150" y="457200"/>
            <a:ext cx="5981700" cy="3363913"/>
          </a:xfrm>
        </p:spPr>
      </p:sp>
      <p:sp>
        <p:nvSpPr>
          <p:cNvPr id="3" name="Notes Placeholder 2">
            <a:extLst>
              <a:ext uri="{FF2B5EF4-FFF2-40B4-BE49-F238E27FC236}">
                <a16:creationId xmlns:a16="http://schemas.microsoft.com/office/drawing/2014/main" id="{D0985584-6914-460F-E24D-1DAE96EB22E4}"/>
              </a:ext>
            </a:extLst>
          </p:cNvPr>
          <p:cNvSpPr>
            <a:spLocks noGrp="1"/>
          </p:cNvSpPr>
          <p:nvPr>
            <p:ph type="body" idx="1"/>
          </p:nvPr>
        </p:nvSpPr>
        <p:spPr/>
        <p:txBody>
          <a:bodyPr/>
          <a:lstStyle/>
          <a:p>
            <a:r>
              <a:rPr lang="en-IN" sz="1200" b="0" i="0" kern="1200" dirty="0">
                <a:solidFill>
                  <a:schemeClr val="tx1"/>
                </a:solidFill>
                <a:effectLst/>
                <a:latin typeface="Amazon Ember Display" panose="020F0603020204020204" pitchFamily="34" charset="0"/>
                <a:ea typeface="+mn-ea"/>
                <a:cs typeface="+mn-cs"/>
              </a:rPr>
              <a:t>Enter the AWS CDK — the Cloud Development Kit. The idea is simple: what if you could define infrastructure using the same language you write your app in?</a:t>
            </a:r>
          </a:p>
          <a:p>
            <a:endParaRPr lang="en-US" dirty="0"/>
          </a:p>
        </p:txBody>
      </p:sp>
      <p:sp>
        <p:nvSpPr>
          <p:cNvPr id="4" name="Slide Number Placeholder 3">
            <a:extLst>
              <a:ext uri="{FF2B5EF4-FFF2-40B4-BE49-F238E27FC236}">
                <a16:creationId xmlns:a16="http://schemas.microsoft.com/office/drawing/2014/main" id="{2E9F885B-C46E-BDA7-71CD-0B7420E591DC}"/>
              </a:ext>
            </a:extLst>
          </p:cNvPr>
          <p:cNvSpPr>
            <a:spLocks noGrp="1"/>
          </p:cNvSpPr>
          <p:nvPr>
            <p:ph type="sldNum" sz="quarter" idx="5"/>
          </p:nvPr>
        </p:nvSpPr>
        <p:spPr/>
        <p:txBody>
          <a:bodyPr/>
          <a:lstStyle/>
          <a:p>
            <a:fld id="{A3D89E5F-BEEF-42A1-A57B-E5A736D51194}" type="slidenum">
              <a:rPr lang="en-US" smtClean="0"/>
              <a:pPr/>
              <a:t>16</a:t>
            </a:fld>
            <a:endParaRPr lang="en-US"/>
          </a:p>
        </p:txBody>
      </p:sp>
    </p:spTree>
    <p:extLst>
      <p:ext uri="{BB962C8B-B14F-4D97-AF65-F5344CB8AC3E}">
        <p14:creationId xmlns:p14="http://schemas.microsoft.com/office/powerpoint/2010/main" val="6171115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0160A-6E0F-9AD6-E38C-578180CA0A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49D7EA-EA67-D89B-1148-ADCBA43C9FE1}"/>
              </a:ext>
            </a:extLst>
          </p:cNvPr>
          <p:cNvSpPr>
            <a:spLocks noGrp="1" noRot="1" noChangeAspect="1"/>
          </p:cNvSpPr>
          <p:nvPr>
            <p:ph type="sldImg"/>
          </p:nvPr>
        </p:nvSpPr>
        <p:spPr>
          <a:xfrm>
            <a:off x="438150" y="457200"/>
            <a:ext cx="5981700" cy="3363913"/>
          </a:xfrm>
        </p:spPr>
      </p:sp>
      <p:sp>
        <p:nvSpPr>
          <p:cNvPr id="3" name="Notes Placeholder 2">
            <a:extLst>
              <a:ext uri="{FF2B5EF4-FFF2-40B4-BE49-F238E27FC236}">
                <a16:creationId xmlns:a16="http://schemas.microsoft.com/office/drawing/2014/main" id="{076D0EAB-FD76-3047-799E-88E8971199B6}"/>
              </a:ext>
            </a:extLst>
          </p:cNvPr>
          <p:cNvSpPr>
            <a:spLocks noGrp="1"/>
          </p:cNvSpPr>
          <p:nvPr>
            <p:ph type="body" idx="1"/>
          </p:nvPr>
        </p:nvSpPr>
        <p:spPr/>
        <p:txBody>
          <a:bodyPr/>
          <a:lstStyle/>
          <a:p>
            <a:pPr marL="171450" indent="-171450">
              <a:buFont typeface="Arial" panose="020B0604020202020204" pitchFamily="34" charset="0"/>
              <a:buChar char="•"/>
            </a:pPr>
            <a:r>
              <a:rPr lang="en-IN" sz="1200" b="0" i="0" kern="1200" dirty="0">
                <a:solidFill>
                  <a:schemeClr val="tx1"/>
                </a:solidFill>
                <a:effectLst/>
                <a:latin typeface="Amazon Ember Display" panose="020F0603020204020204" pitchFamily="34" charset="0"/>
                <a:ea typeface="+mn-ea"/>
                <a:cs typeface="+mn-cs"/>
              </a:rPr>
              <a:t>CDK sits on top of CloudFormation. You write code in your language — TypeScript, Python, whatever you prefer. CDK compiles that into a CloudFormation template — this step is called synthesis. Then CloudFormation deploys it like normal. </a:t>
            </a:r>
          </a:p>
          <a:p>
            <a:pPr marL="171450" indent="-171450">
              <a:buFont typeface="Arial" panose="020B0604020202020204" pitchFamily="34" charset="0"/>
              <a:buChar char="•"/>
            </a:pPr>
            <a:r>
              <a:rPr lang="en-IN" sz="1200" b="0" i="0" kern="1200" dirty="0">
                <a:solidFill>
                  <a:schemeClr val="tx1"/>
                </a:solidFill>
                <a:effectLst/>
                <a:latin typeface="Amazon Ember Display" panose="020F0603020204020204" pitchFamily="34" charset="0"/>
                <a:ea typeface="+mn-ea"/>
                <a:cs typeface="+mn-cs"/>
              </a:rPr>
              <a:t>So you get the full power of a programming language — loops, conditionals, abstractions, type checking — but CloudFormation still handles the actual deployment. </a:t>
            </a:r>
          </a:p>
          <a:p>
            <a:pPr marL="171450" indent="-171450">
              <a:buFont typeface="Arial" panose="020B0604020202020204" pitchFamily="34" charset="0"/>
              <a:buChar char="•"/>
            </a:pPr>
            <a:r>
              <a:rPr lang="en-IN" sz="1200" b="0" i="0" kern="1200" dirty="0">
                <a:solidFill>
                  <a:schemeClr val="tx1"/>
                </a:solidFill>
                <a:effectLst/>
                <a:latin typeface="Amazon Ember Display" panose="020F0603020204020204" pitchFamily="34" charset="0"/>
                <a:ea typeface="+mn-ea"/>
                <a:cs typeface="+mn-cs"/>
              </a:rPr>
              <a:t>Look at that — one line of TypeScript, and you get an S3 bucket with sensible defaults.</a:t>
            </a:r>
          </a:p>
          <a:p>
            <a:endParaRPr lang="en-US" dirty="0"/>
          </a:p>
        </p:txBody>
      </p:sp>
      <p:sp>
        <p:nvSpPr>
          <p:cNvPr id="4" name="Slide Number Placeholder 3">
            <a:extLst>
              <a:ext uri="{FF2B5EF4-FFF2-40B4-BE49-F238E27FC236}">
                <a16:creationId xmlns:a16="http://schemas.microsoft.com/office/drawing/2014/main" id="{2AD7EBB2-CDA0-05DF-2F74-1FDB8D3D78A9}"/>
              </a:ext>
            </a:extLst>
          </p:cNvPr>
          <p:cNvSpPr>
            <a:spLocks noGrp="1"/>
          </p:cNvSpPr>
          <p:nvPr>
            <p:ph type="sldNum" sz="quarter" idx="5"/>
          </p:nvPr>
        </p:nvSpPr>
        <p:spPr/>
        <p:txBody>
          <a:bodyPr/>
          <a:lstStyle/>
          <a:p>
            <a:fld id="{A3D89E5F-BEEF-42A1-A57B-E5A736D51194}" type="slidenum">
              <a:rPr lang="en-US" smtClean="0"/>
              <a:pPr/>
              <a:t>17</a:t>
            </a:fld>
            <a:endParaRPr lang="en-US"/>
          </a:p>
        </p:txBody>
      </p:sp>
    </p:spTree>
    <p:extLst>
      <p:ext uri="{BB962C8B-B14F-4D97-AF65-F5344CB8AC3E}">
        <p14:creationId xmlns:p14="http://schemas.microsoft.com/office/powerpoint/2010/main" val="33162544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5112F-89C9-A179-81E7-D70FC4239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AA559B-A38C-CE7F-2D7C-D88BAE1FD8BA}"/>
              </a:ext>
            </a:extLst>
          </p:cNvPr>
          <p:cNvSpPr>
            <a:spLocks noGrp="1" noRot="1" noChangeAspect="1"/>
          </p:cNvSpPr>
          <p:nvPr>
            <p:ph type="sldImg"/>
          </p:nvPr>
        </p:nvSpPr>
        <p:spPr>
          <a:xfrm>
            <a:off x="438150" y="457200"/>
            <a:ext cx="5981700" cy="3363913"/>
          </a:xfrm>
        </p:spPr>
      </p:sp>
      <p:sp>
        <p:nvSpPr>
          <p:cNvPr id="3" name="Notes Placeholder 2">
            <a:extLst>
              <a:ext uri="{FF2B5EF4-FFF2-40B4-BE49-F238E27FC236}">
                <a16:creationId xmlns:a16="http://schemas.microsoft.com/office/drawing/2014/main" id="{BB9A9F2B-7B50-5483-60D4-79BEB20CF74D}"/>
              </a:ext>
            </a:extLst>
          </p:cNvPr>
          <p:cNvSpPr>
            <a:spLocks noGrp="1"/>
          </p:cNvSpPr>
          <p:nvPr>
            <p:ph type="body" idx="1"/>
          </p:nvPr>
        </p:nvSpPr>
        <p:spPr/>
        <p:txBody>
          <a:bodyPr/>
          <a:lstStyle/>
          <a:p>
            <a:pPr marL="171450" indent="-171450">
              <a:buFont typeface="Arial" panose="020B0604020202020204" pitchFamily="34" charset="0"/>
              <a:buChar char="•"/>
            </a:pPr>
            <a:r>
              <a:rPr lang="en-IN" sz="1200" b="0" i="0" kern="1200" dirty="0">
                <a:solidFill>
                  <a:schemeClr val="tx1"/>
                </a:solidFill>
                <a:effectLst/>
                <a:latin typeface="Amazon Ember Display" panose="020F0603020204020204" pitchFamily="34" charset="0"/>
                <a:ea typeface="+mn-ea"/>
                <a:cs typeface="+mn-cs"/>
              </a:rPr>
              <a:t>CDK shines when you want to use real programming constructs. </a:t>
            </a:r>
          </a:p>
          <a:p>
            <a:pPr marL="171450" indent="-171450">
              <a:buFont typeface="Arial" panose="020B0604020202020204" pitchFamily="34" charset="0"/>
              <a:buChar char="•"/>
            </a:pPr>
            <a:r>
              <a:rPr lang="en-IN" sz="1200" b="0" i="0" kern="1200" dirty="0">
                <a:solidFill>
                  <a:schemeClr val="tx1"/>
                </a:solidFill>
                <a:effectLst/>
                <a:latin typeface="Amazon Ember Display" panose="020F0603020204020204" pitchFamily="34" charset="0"/>
                <a:ea typeface="+mn-ea"/>
                <a:cs typeface="+mn-cs"/>
              </a:rPr>
              <a:t>Need 10 similar resources? Write a loop. Want reusable patterns? Write a class. Your IDE gives you autocomplete and catches errors before deploy. </a:t>
            </a:r>
          </a:p>
          <a:p>
            <a:pPr marL="171450" indent="-171450">
              <a:buFont typeface="Arial" panose="020B0604020202020204" pitchFamily="34" charset="0"/>
              <a:buChar char="•"/>
            </a:pPr>
            <a:r>
              <a:rPr lang="en-IN" sz="1200" b="0" i="0" kern="1200" dirty="0">
                <a:solidFill>
                  <a:schemeClr val="tx1"/>
                </a:solidFill>
                <a:effectLst/>
                <a:latin typeface="Amazon Ember Display" panose="020F0603020204020204" pitchFamily="34" charset="0"/>
                <a:ea typeface="+mn-ea"/>
                <a:cs typeface="+mn-cs"/>
              </a:rPr>
              <a:t>The trade-off is that it's an abstraction layer. When something goes wrong, you might need to look at the generated CloudFormation to debug. And CloudFormation's limits still apply — like the 500 resource cap per stack. </a:t>
            </a:r>
          </a:p>
          <a:p>
            <a:pPr marL="171450" indent="-171450">
              <a:buFont typeface="Arial" panose="020B0604020202020204" pitchFamily="34" charset="0"/>
              <a:buChar char="•"/>
            </a:pPr>
            <a:r>
              <a:rPr lang="en-IN" sz="1200" b="0" i="0" kern="1200" dirty="0">
                <a:solidFill>
                  <a:schemeClr val="tx1"/>
                </a:solidFill>
                <a:effectLst/>
                <a:latin typeface="Amazon Ember Display" panose="020F0603020204020204" pitchFamily="34" charset="0"/>
                <a:ea typeface="+mn-ea"/>
                <a:cs typeface="+mn-cs"/>
              </a:rPr>
              <a:t>But for most teams, the productivity gain is massive.</a:t>
            </a:r>
          </a:p>
          <a:p>
            <a:endParaRPr lang="en-US" dirty="0"/>
          </a:p>
        </p:txBody>
      </p:sp>
      <p:sp>
        <p:nvSpPr>
          <p:cNvPr id="4" name="Slide Number Placeholder 3">
            <a:extLst>
              <a:ext uri="{FF2B5EF4-FFF2-40B4-BE49-F238E27FC236}">
                <a16:creationId xmlns:a16="http://schemas.microsoft.com/office/drawing/2014/main" id="{EF14DBF5-73A9-5893-80FB-76B372392E25}"/>
              </a:ext>
            </a:extLst>
          </p:cNvPr>
          <p:cNvSpPr>
            <a:spLocks noGrp="1"/>
          </p:cNvSpPr>
          <p:nvPr>
            <p:ph type="sldNum" sz="quarter" idx="5"/>
          </p:nvPr>
        </p:nvSpPr>
        <p:spPr/>
        <p:txBody>
          <a:bodyPr/>
          <a:lstStyle/>
          <a:p>
            <a:fld id="{A3D89E5F-BEEF-42A1-A57B-E5A736D51194}" type="slidenum">
              <a:rPr lang="en-US" smtClean="0"/>
              <a:pPr/>
              <a:t>18</a:t>
            </a:fld>
            <a:endParaRPr lang="en-US"/>
          </a:p>
        </p:txBody>
      </p:sp>
    </p:spTree>
    <p:extLst>
      <p:ext uri="{BB962C8B-B14F-4D97-AF65-F5344CB8AC3E}">
        <p14:creationId xmlns:p14="http://schemas.microsoft.com/office/powerpoint/2010/main" val="35772660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AB5FF-4B33-92D8-C56A-FD36368B13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EF7107-887F-AE13-F6EF-62A27BC7578C}"/>
              </a:ext>
            </a:extLst>
          </p:cNvPr>
          <p:cNvSpPr>
            <a:spLocks noGrp="1" noRot="1" noChangeAspect="1"/>
          </p:cNvSpPr>
          <p:nvPr>
            <p:ph type="sldImg"/>
          </p:nvPr>
        </p:nvSpPr>
        <p:spPr>
          <a:xfrm>
            <a:off x="438150" y="457200"/>
            <a:ext cx="5981700" cy="3363913"/>
          </a:xfrm>
        </p:spPr>
      </p:sp>
      <p:sp>
        <p:nvSpPr>
          <p:cNvPr id="3" name="Notes Placeholder 2">
            <a:extLst>
              <a:ext uri="{FF2B5EF4-FFF2-40B4-BE49-F238E27FC236}">
                <a16:creationId xmlns:a16="http://schemas.microsoft.com/office/drawing/2014/main" id="{89FB1941-9862-35FE-2885-AB00F7E8F0E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486F941-8810-87FF-C368-EAA0398D7FAA}"/>
              </a:ext>
            </a:extLst>
          </p:cNvPr>
          <p:cNvSpPr>
            <a:spLocks noGrp="1"/>
          </p:cNvSpPr>
          <p:nvPr>
            <p:ph type="sldNum" sz="quarter" idx="5"/>
          </p:nvPr>
        </p:nvSpPr>
        <p:spPr/>
        <p:txBody>
          <a:bodyPr/>
          <a:lstStyle/>
          <a:p>
            <a:fld id="{A3D89E5F-BEEF-42A1-A57B-E5A736D51194}" type="slidenum">
              <a:rPr lang="en-US" smtClean="0"/>
              <a:pPr/>
              <a:t>19</a:t>
            </a:fld>
            <a:endParaRPr lang="en-US"/>
          </a:p>
        </p:txBody>
      </p:sp>
    </p:spTree>
    <p:extLst>
      <p:ext uri="{BB962C8B-B14F-4D97-AF65-F5344CB8AC3E}">
        <p14:creationId xmlns:p14="http://schemas.microsoft.com/office/powerpoint/2010/main" val="8185614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1B398-A2A2-843E-32CE-26EE2771F7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D8BCC8-3963-439C-4C3F-22A8F70CC630}"/>
              </a:ext>
            </a:extLst>
          </p:cNvPr>
          <p:cNvSpPr>
            <a:spLocks noGrp="1" noRot="1" noChangeAspect="1"/>
          </p:cNvSpPr>
          <p:nvPr>
            <p:ph type="sldImg"/>
          </p:nvPr>
        </p:nvSpPr>
        <p:spPr>
          <a:xfrm>
            <a:off x="438150" y="457200"/>
            <a:ext cx="5981700" cy="3363913"/>
          </a:xfrm>
        </p:spPr>
      </p:sp>
      <p:sp>
        <p:nvSpPr>
          <p:cNvPr id="3" name="Notes Placeholder 2">
            <a:extLst>
              <a:ext uri="{FF2B5EF4-FFF2-40B4-BE49-F238E27FC236}">
                <a16:creationId xmlns:a16="http://schemas.microsoft.com/office/drawing/2014/main" id="{E1F7D36E-A419-9990-0DCB-25A4FFEB7D8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lang="en-IN" sz="1200" b="0" i="0" kern="1200" dirty="0">
                <a:solidFill>
                  <a:schemeClr val="tx1"/>
                </a:solidFill>
                <a:effectLst/>
                <a:latin typeface="Amazon Ember Display" panose="020F0603020204020204" pitchFamily="34" charset="0"/>
                <a:ea typeface="+mn-ea"/>
                <a:cs typeface="+mn-cs"/>
              </a:rPr>
              <a:t>Now let's talk about Terraform — built by </a:t>
            </a:r>
            <a:r>
              <a:rPr lang="en-IN" sz="1200" b="0" i="0" kern="1200" dirty="0" err="1">
                <a:solidFill>
                  <a:schemeClr val="tx1"/>
                </a:solidFill>
                <a:effectLst/>
                <a:latin typeface="Amazon Ember Display" panose="020F0603020204020204" pitchFamily="34" charset="0"/>
                <a:ea typeface="+mn-ea"/>
                <a:cs typeface="+mn-cs"/>
              </a:rPr>
              <a:t>HashiCorp</a:t>
            </a:r>
            <a:r>
              <a:rPr lang="en-IN" sz="1200" b="0" i="0" kern="1200" dirty="0">
                <a:solidFill>
                  <a:schemeClr val="tx1"/>
                </a:solidFill>
                <a:effectLst/>
                <a:latin typeface="Amazon Ember Display" panose="020F0603020204020204" pitchFamily="34" charset="0"/>
                <a:ea typeface="+mn-ea"/>
                <a:cs typeface="+mn-cs"/>
              </a:rPr>
              <a:t>. Terraform takes a different approach. It's not tied to any single cloud provider.</a:t>
            </a:r>
          </a:p>
          <a:p>
            <a:endParaRPr lang="en-US" dirty="0"/>
          </a:p>
        </p:txBody>
      </p:sp>
      <p:sp>
        <p:nvSpPr>
          <p:cNvPr id="4" name="Slide Number Placeholder 3">
            <a:extLst>
              <a:ext uri="{FF2B5EF4-FFF2-40B4-BE49-F238E27FC236}">
                <a16:creationId xmlns:a16="http://schemas.microsoft.com/office/drawing/2014/main" id="{44222795-81A7-5E65-BD59-099E8551EA85}"/>
              </a:ext>
            </a:extLst>
          </p:cNvPr>
          <p:cNvSpPr>
            <a:spLocks noGrp="1"/>
          </p:cNvSpPr>
          <p:nvPr>
            <p:ph type="sldNum" sz="quarter" idx="5"/>
          </p:nvPr>
        </p:nvSpPr>
        <p:spPr/>
        <p:txBody>
          <a:bodyPr/>
          <a:lstStyle/>
          <a:p>
            <a:fld id="{A3D89E5F-BEEF-42A1-A57B-E5A736D51194}" type="slidenum">
              <a:rPr lang="en-US" smtClean="0"/>
              <a:pPr/>
              <a:t>20</a:t>
            </a:fld>
            <a:endParaRPr lang="en-US"/>
          </a:p>
        </p:txBody>
      </p:sp>
    </p:spTree>
    <p:extLst>
      <p:ext uri="{BB962C8B-B14F-4D97-AF65-F5344CB8AC3E}">
        <p14:creationId xmlns:p14="http://schemas.microsoft.com/office/powerpoint/2010/main" val="12771201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D0969-B91D-82E6-00E8-2AAC62FA24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0B61B7-9577-4914-A5AF-A5F19929F11A}"/>
              </a:ext>
            </a:extLst>
          </p:cNvPr>
          <p:cNvSpPr>
            <a:spLocks noGrp="1" noRot="1" noChangeAspect="1"/>
          </p:cNvSpPr>
          <p:nvPr>
            <p:ph type="sldImg"/>
          </p:nvPr>
        </p:nvSpPr>
        <p:spPr>
          <a:xfrm>
            <a:off x="438150" y="457200"/>
            <a:ext cx="5981700" cy="3363913"/>
          </a:xfrm>
        </p:spPr>
      </p:sp>
      <p:sp>
        <p:nvSpPr>
          <p:cNvPr id="3" name="Notes Placeholder 2">
            <a:extLst>
              <a:ext uri="{FF2B5EF4-FFF2-40B4-BE49-F238E27FC236}">
                <a16:creationId xmlns:a16="http://schemas.microsoft.com/office/drawing/2014/main" id="{A09AA3F5-449D-995C-707F-D55DD02C251F}"/>
              </a:ext>
            </a:extLst>
          </p:cNvPr>
          <p:cNvSpPr>
            <a:spLocks noGrp="1"/>
          </p:cNvSpPr>
          <p:nvPr>
            <p:ph type="body" idx="1"/>
          </p:nvPr>
        </p:nvSpPr>
        <p:spPr/>
        <p:txBody>
          <a:bodyPr/>
          <a:lstStyle/>
          <a:p>
            <a:pPr marL="171450" indent="-171450">
              <a:buFont typeface="Arial" panose="020B0604020202020204" pitchFamily="34" charset="0"/>
              <a:buChar char="•"/>
            </a:pPr>
            <a:r>
              <a:rPr lang="en-IN" sz="1200" b="0" i="0" kern="1200" dirty="0">
                <a:solidFill>
                  <a:schemeClr val="tx1"/>
                </a:solidFill>
                <a:effectLst/>
                <a:latin typeface="Amazon Ember Display" panose="020F0603020204020204" pitchFamily="34" charset="0"/>
                <a:ea typeface="+mn-ea"/>
                <a:cs typeface="+mn-cs"/>
              </a:rPr>
              <a:t>Terraform uses its own language called HCL.</a:t>
            </a:r>
            <a:r>
              <a:rPr lang="en-IN" sz="1200" b="0" i="0" kern="1200" baseline="0" dirty="0">
                <a:solidFill>
                  <a:schemeClr val="tx1"/>
                </a:solidFill>
                <a:effectLst/>
                <a:latin typeface="Amazon Ember Display" panose="020F0603020204020204" pitchFamily="34" charset="0"/>
                <a:ea typeface="+mn-ea"/>
                <a:cs typeface="+mn-cs"/>
              </a:rPr>
              <a:t> </a:t>
            </a:r>
            <a:r>
              <a:rPr lang="en-IN" sz="1200" b="0" i="0" kern="1200" dirty="0">
                <a:solidFill>
                  <a:schemeClr val="tx1"/>
                </a:solidFill>
                <a:effectLst/>
                <a:latin typeface="Amazon Ember Display" panose="020F0603020204020204" pitchFamily="34" charset="0"/>
                <a:ea typeface="+mn-ea"/>
                <a:cs typeface="+mn-cs"/>
              </a:rPr>
              <a:t>It's declarative, purpose-built for infrastructure. The workflow has a killer feature: plan before apply. You run terraform plan and it shows you exactly what will be created, changed, or destroyed — before anything happens. Then terraform apply makes it real. </a:t>
            </a:r>
          </a:p>
          <a:p>
            <a:pPr marL="171450" indent="-171450">
              <a:buFont typeface="Arial" panose="020B0604020202020204" pitchFamily="34" charset="0"/>
              <a:buChar char="•"/>
            </a:pPr>
            <a:r>
              <a:rPr lang="en-IN" sz="1200" b="0" i="0" kern="1200" dirty="0">
                <a:solidFill>
                  <a:schemeClr val="tx1"/>
                </a:solidFill>
                <a:effectLst/>
                <a:latin typeface="Amazon Ember Display" panose="020F0603020204020204" pitchFamily="34" charset="0"/>
                <a:ea typeface="+mn-ea"/>
                <a:cs typeface="+mn-cs"/>
              </a:rPr>
              <a:t>Terraform keeps a state file that tracks what it's managing, so it always knows the difference between what you want and what exists.</a:t>
            </a:r>
          </a:p>
          <a:p>
            <a:endParaRPr lang="en-US" dirty="0"/>
          </a:p>
        </p:txBody>
      </p:sp>
      <p:sp>
        <p:nvSpPr>
          <p:cNvPr id="4" name="Slide Number Placeholder 3">
            <a:extLst>
              <a:ext uri="{FF2B5EF4-FFF2-40B4-BE49-F238E27FC236}">
                <a16:creationId xmlns:a16="http://schemas.microsoft.com/office/drawing/2014/main" id="{6FC86247-C36D-CCBB-A052-6F372E8FDCC4}"/>
              </a:ext>
            </a:extLst>
          </p:cNvPr>
          <p:cNvSpPr>
            <a:spLocks noGrp="1"/>
          </p:cNvSpPr>
          <p:nvPr>
            <p:ph type="sldNum" sz="quarter" idx="5"/>
          </p:nvPr>
        </p:nvSpPr>
        <p:spPr/>
        <p:txBody>
          <a:bodyPr/>
          <a:lstStyle/>
          <a:p>
            <a:fld id="{A3D89E5F-BEEF-42A1-A57B-E5A736D51194}" type="slidenum">
              <a:rPr lang="en-US" smtClean="0"/>
              <a:pPr/>
              <a:t>21</a:t>
            </a:fld>
            <a:endParaRPr lang="en-US"/>
          </a:p>
        </p:txBody>
      </p:sp>
    </p:spTree>
    <p:extLst>
      <p:ext uri="{BB962C8B-B14F-4D97-AF65-F5344CB8AC3E}">
        <p14:creationId xmlns:p14="http://schemas.microsoft.com/office/powerpoint/2010/main" val="30710065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573A8-A706-BF9C-0072-9D69E95CD6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456063-3988-9DF0-17F0-42CAA0D314A7}"/>
              </a:ext>
            </a:extLst>
          </p:cNvPr>
          <p:cNvSpPr>
            <a:spLocks noGrp="1" noRot="1" noChangeAspect="1"/>
          </p:cNvSpPr>
          <p:nvPr>
            <p:ph type="sldImg"/>
          </p:nvPr>
        </p:nvSpPr>
        <p:spPr>
          <a:xfrm>
            <a:off x="438150" y="457200"/>
            <a:ext cx="5981700" cy="3363913"/>
          </a:xfrm>
        </p:spPr>
      </p:sp>
      <p:sp>
        <p:nvSpPr>
          <p:cNvPr id="3" name="Notes Placeholder 2">
            <a:extLst>
              <a:ext uri="{FF2B5EF4-FFF2-40B4-BE49-F238E27FC236}">
                <a16:creationId xmlns:a16="http://schemas.microsoft.com/office/drawing/2014/main" id="{D10233E7-1CE8-1AF5-2279-1F272BDF4DB0}"/>
              </a:ext>
            </a:extLst>
          </p:cNvPr>
          <p:cNvSpPr>
            <a:spLocks noGrp="1"/>
          </p:cNvSpPr>
          <p:nvPr>
            <p:ph type="body" idx="1"/>
          </p:nvPr>
        </p:nvSpPr>
        <p:spPr/>
        <p:txBody>
          <a:bodyPr/>
          <a:lstStyle/>
          <a:p>
            <a:r>
              <a:rPr lang="en-IN" sz="1200" b="0" i="0" kern="1200" dirty="0" err="1">
                <a:solidFill>
                  <a:schemeClr val="tx1"/>
                </a:solidFill>
                <a:effectLst/>
                <a:latin typeface="Amazon Ember Display" panose="020F0603020204020204" pitchFamily="34" charset="0"/>
                <a:ea typeface="+mn-ea"/>
                <a:cs typeface="+mn-cs"/>
              </a:rPr>
              <a:t>Terraform's</a:t>
            </a:r>
            <a:r>
              <a:rPr lang="en-IN" sz="1200" b="0" i="0" kern="1200" dirty="0">
                <a:solidFill>
                  <a:schemeClr val="tx1"/>
                </a:solidFill>
                <a:effectLst/>
                <a:latin typeface="Amazon Ember Display" panose="020F0603020204020204" pitchFamily="34" charset="0"/>
                <a:ea typeface="+mn-ea"/>
                <a:cs typeface="+mn-cs"/>
              </a:rPr>
              <a:t> superpower is multi-cloud. If your team uses AWS and Azure, or might switch later, one tool covers both. The plan command gives you confidence — you see exactly what's about to happen. And the community is enormous — there are providers for almost everything. T</a:t>
            </a:r>
          </a:p>
          <a:p>
            <a:r>
              <a:rPr lang="en-IN" sz="1200" b="0" i="0" kern="1200" dirty="0">
                <a:solidFill>
                  <a:schemeClr val="tx1"/>
                </a:solidFill>
                <a:effectLst/>
                <a:latin typeface="Amazon Ember Display" panose="020F0603020204020204" pitchFamily="34" charset="0"/>
                <a:ea typeface="+mn-ea"/>
                <a:cs typeface="+mn-cs"/>
              </a:rPr>
              <a:t>he trade-offs: you need to manage a state file (usually in S3 or Terraform Cloud). HCL is a new language to learn, though it's simple. And since it's third-party, brand new AWS services might take a few weeks to get Terraform support.</a:t>
            </a:r>
          </a:p>
          <a:p>
            <a:endParaRPr lang="en-US" dirty="0"/>
          </a:p>
        </p:txBody>
      </p:sp>
      <p:sp>
        <p:nvSpPr>
          <p:cNvPr id="4" name="Slide Number Placeholder 3">
            <a:extLst>
              <a:ext uri="{FF2B5EF4-FFF2-40B4-BE49-F238E27FC236}">
                <a16:creationId xmlns:a16="http://schemas.microsoft.com/office/drawing/2014/main" id="{1CAA0414-779B-AD3F-88FC-33B46EBA4E19}"/>
              </a:ext>
            </a:extLst>
          </p:cNvPr>
          <p:cNvSpPr>
            <a:spLocks noGrp="1"/>
          </p:cNvSpPr>
          <p:nvPr>
            <p:ph type="sldNum" sz="quarter" idx="5"/>
          </p:nvPr>
        </p:nvSpPr>
        <p:spPr/>
        <p:txBody>
          <a:bodyPr/>
          <a:lstStyle/>
          <a:p>
            <a:fld id="{A3D89E5F-BEEF-42A1-A57B-E5A736D51194}" type="slidenum">
              <a:rPr lang="en-US" smtClean="0"/>
              <a:pPr/>
              <a:t>22</a:t>
            </a:fld>
            <a:endParaRPr lang="en-US"/>
          </a:p>
        </p:txBody>
      </p:sp>
    </p:spTree>
    <p:extLst>
      <p:ext uri="{BB962C8B-B14F-4D97-AF65-F5344CB8AC3E}">
        <p14:creationId xmlns:p14="http://schemas.microsoft.com/office/powerpoint/2010/main" val="30920694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70A51-577B-35F2-CE0A-E3011C1424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E8C012-C485-174B-EBE1-B84755459302}"/>
              </a:ext>
            </a:extLst>
          </p:cNvPr>
          <p:cNvSpPr>
            <a:spLocks noGrp="1" noRot="1" noChangeAspect="1"/>
          </p:cNvSpPr>
          <p:nvPr>
            <p:ph type="sldImg"/>
          </p:nvPr>
        </p:nvSpPr>
        <p:spPr>
          <a:xfrm>
            <a:off x="438150" y="457200"/>
            <a:ext cx="5981700" cy="3363913"/>
          </a:xfrm>
        </p:spPr>
      </p:sp>
      <p:sp>
        <p:nvSpPr>
          <p:cNvPr id="3" name="Notes Placeholder 2">
            <a:extLst>
              <a:ext uri="{FF2B5EF4-FFF2-40B4-BE49-F238E27FC236}">
                <a16:creationId xmlns:a16="http://schemas.microsoft.com/office/drawing/2014/main" id="{169193EF-107C-5900-EF63-8070D5982B3E}"/>
              </a:ext>
            </a:extLst>
          </p:cNvPr>
          <p:cNvSpPr>
            <a:spLocks noGrp="1"/>
          </p:cNvSpPr>
          <p:nvPr>
            <p:ph type="body" idx="1"/>
          </p:nvPr>
        </p:nvSpPr>
        <p:spPr/>
        <p:txBody>
          <a:bodyPr/>
          <a:lstStyle/>
          <a:p>
            <a:pPr marL="171450" indent="-171450">
              <a:buFont typeface="Arial" panose="020B0604020202020204" pitchFamily="34" charset="0"/>
              <a:buChar char="•"/>
            </a:pPr>
            <a:r>
              <a:rPr lang="en-IN" sz="1200" b="0" i="0" kern="1200" dirty="0">
                <a:solidFill>
                  <a:schemeClr val="tx1"/>
                </a:solidFill>
                <a:effectLst/>
                <a:latin typeface="Amazon Ember Display" panose="020F0603020204020204" pitchFamily="34" charset="0"/>
                <a:ea typeface="+mn-ea"/>
                <a:cs typeface="+mn-cs"/>
              </a:rPr>
              <a:t>Here's the quick comparison. CloudFormation is YAML, AWS-only, state managed for you — great for straightforward AWS setups. </a:t>
            </a:r>
          </a:p>
          <a:p>
            <a:pPr marL="171450" indent="-171450">
              <a:buFont typeface="Arial" panose="020B0604020202020204" pitchFamily="34" charset="0"/>
              <a:buChar char="•"/>
            </a:pPr>
            <a:r>
              <a:rPr lang="en-IN" sz="1200" b="0" i="0" kern="1200" dirty="0">
                <a:solidFill>
                  <a:schemeClr val="tx1"/>
                </a:solidFill>
                <a:effectLst/>
                <a:latin typeface="Amazon Ember Display" panose="020F0603020204020204" pitchFamily="34" charset="0"/>
                <a:ea typeface="+mn-ea"/>
                <a:cs typeface="+mn-cs"/>
              </a:rPr>
              <a:t>CDK is your programming language, still AWS-only under the hood, but way more expressive — ideal if you're a developer who thinks in code. </a:t>
            </a:r>
          </a:p>
          <a:p>
            <a:pPr marL="171450" indent="-171450">
              <a:buFont typeface="Arial" panose="020B0604020202020204" pitchFamily="34" charset="0"/>
              <a:buChar char="•"/>
            </a:pPr>
            <a:r>
              <a:rPr lang="en-IN" sz="1200" b="0" i="0" kern="1200" dirty="0">
                <a:solidFill>
                  <a:schemeClr val="tx1"/>
                </a:solidFill>
                <a:effectLst/>
                <a:latin typeface="Amazon Ember Display" panose="020F0603020204020204" pitchFamily="34" charset="0"/>
                <a:ea typeface="+mn-ea"/>
                <a:cs typeface="+mn-cs"/>
              </a:rPr>
              <a:t>Terraform is HCL, works across clouds, but you manage state yourself — best if you're multi-cloud or want one tool for everything. </a:t>
            </a:r>
          </a:p>
          <a:p>
            <a:pPr marL="171450" indent="-171450">
              <a:buFont typeface="Arial" panose="020B0604020202020204" pitchFamily="34" charset="0"/>
              <a:buChar char="•"/>
            </a:pPr>
            <a:endParaRPr lang="en-IN" sz="1200" b="0" i="0" kern="1200" dirty="0">
              <a:solidFill>
                <a:schemeClr val="tx1"/>
              </a:solidFill>
              <a:effectLst/>
              <a:latin typeface="Amazon Ember Display" panose="020F0603020204020204" pitchFamily="34" charset="0"/>
              <a:ea typeface="+mn-ea"/>
              <a:cs typeface="+mn-cs"/>
            </a:endParaRPr>
          </a:p>
          <a:p>
            <a:pPr marL="171450" indent="-171450">
              <a:buFont typeface="Arial" panose="020B0604020202020204" pitchFamily="34" charset="0"/>
              <a:buChar char="•"/>
            </a:pPr>
            <a:r>
              <a:rPr lang="en-IN" sz="1200" b="0" i="0" kern="1200" dirty="0">
                <a:solidFill>
                  <a:schemeClr val="tx1"/>
                </a:solidFill>
                <a:effectLst/>
                <a:latin typeface="Amazon Ember Display" panose="020F0603020204020204" pitchFamily="34" charset="0"/>
                <a:ea typeface="+mn-ea"/>
                <a:cs typeface="+mn-cs"/>
              </a:rPr>
              <a:t>There's no wrong answer here. It depends on your team, your stack, and your preferences.</a:t>
            </a:r>
          </a:p>
          <a:p>
            <a:endParaRPr lang="en-US" dirty="0"/>
          </a:p>
        </p:txBody>
      </p:sp>
      <p:sp>
        <p:nvSpPr>
          <p:cNvPr id="4" name="Slide Number Placeholder 3">
            <a:extLst>
              <a:ext uri="{FF2B5EF4-FFF2-40B4-BE49-F238E27FC236}">
                <a16:creationId xmlns:a16="http://schemas.microsoft.com/office/drawing/2014/main" id="{523AF0C2-B3A6-39E5-4DBA-ADA9D1FE38A1}"/>
              </a:ext>
            </a:extLst>
          </p:cNvPr>
          <p:cNvSpPr>
            <a:spLocks noGrp="1"/>
          </p:cNvSpPr>
          <p:nvPr>
            <p:ph type="sldNum" sz="quarter" idx="5"/>
          </p:nvPr>
        </p:nvSpPr>
        <p:spPr/>
        <p:txBody>
          <a:bodyPr/>
          <a:lstStyle/>
          <a:p>
            <a:fld id="{A3D89E5F-BEEF-42A1-A57B-E5A736D51194}" type="slidenum">
              <a:rPr lang="en-US" smtClean="0"/>
              <a:pPr/>
              <a:t>23</a:t>
            </a:fld>
            <a:endParaRPr lang="en-US"/>
          </a:p>
        </p:txBody>
      </p:sp>
    </p:spTree>
    <p:extLst>
      <p:ext uri="{BB962C8B-B14F-4D97-AF65-F5344CB8AC3E}">
        <p14:creationId xmlns:p14="http://schemas.microsoft.com/office/powerpoint/2010/main" val="36074823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27F0E-3A28-75AE-DBC0-50023F5E32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92881E-C848-F8B0-7E8B-583E61C16D11}"/>
              </a:ext>
            </a:extLst>
          </p:cNvPr>
          <p:cNvSpPr>
            <a:spLocks noGrp="1" noRot="1" noChangeAspect="1"/>
          </p:cNvSpPr>
          <p:nvPr>
            <p:ph type="sldImg"/>
          </p:nvPr>
        </p:nvSpPr>
        <p:spPr>
          <a:xfrm>
            <a:off x="438150" y="457200"/>
            <a:ext cx="5981700" cy="3363913"/>
          </a:xfrm>
        </p:spPr>
      </p:sp>
      <p:sp>
        <p:nvSpPr>
          <p:cNvPr id="3" name="Notes Placeholder 2">
            <a:extLst>
              <a:ext uri="{FF2B5EF4-FFF2-40B4-BE49-F238E27FC236}">
                <a16:creationId xmlns:a16="http://schemas.microsoft.com/office/drawing/2014/main" id="{5A7FDF22-36CA-FF48-3CD8-38E6F184DD38}"/>
              </a:ext>
            </a:extLst>
          </p:cNvPr>
          <p:cNvSpPr>
            <a:spLocks noGrp="1"/>
          </p:cNvSpPr>
          <p:nvPr>
            <p:ph type="body" idx="1"/>
          </p:nvPr>
        </p:nvSpPr>
        <p:spPr/>
        <p:txBody>
          <a:bodyPr/>
          <a:lstStyle/>
          <a:p>
            <a:pPr marL="171450" indent="-171450">
              <a:buFont typeface="Arial" panose="020B0604020202020204" pitchFamily="34" charset="0"/>
              <a:buChar char="•"/>
            </a:pPr>
            <a:r>
              <a:rPr lang="en-IN" sz="1200" b="0" i="0" kern="1200" dirty="0">
                <a:solidFill>
                  <a:schemeClr val="tx1"/>
                </a:solidFill>
                <a:effectLst/>
                <a:latin typeface="Amazon Ember Display" panose="020F0603020204020204" pitchFamily="34" charset="0"/>
                <a:ea typeface="+mn-ea"/>
                <a:cs typeface="+mn-cs"/>
              </a:rPr>
              <a:t>The question I always get: which one should I pick? Here's my honest answer. If you're comfortable with YAML and want minimal tooling, CloudFormation works great. </a:t>
            </a:r>
          </a:p>
          <a:p>
            <a:pPr marL="171450" indent="-171450">
              <a:buFont typeface="Arial" panose="020B0604020202020204" pitchFamily="34" charset="0"/>
              <a:buChar char="•"/>
            </a:pPr>
            <a:r>
              <a:rPr lang="en-IN" sz="1200" b="0" i="0" kern="1200" dirty="0">
                <a:solidFill>
                  <a:schemeClr val="tx1"/>
                </a:solidFill>
                <a:effectLst/>
                <a:latin typeface="Amazon Ember Display" panose="020F0603020204020204" pitchFamily="34" charset="0"/>
                <a:ea typeface="+mn-ea"/>
                <a:cs typeface="+mn-cs"/>
              </a:rPr>
              <a:t>If you're a developer who wants loops, types, and IDE support, CDK will feel like home. </a:t>
            </a:r>
          </a:p>
          <a:p>
            <a:pPr marL="171450" indent="-171450">
              <a:buFont typeface="Arial" panose="020B0604020202020204" pitchFamily="34" charset="0"/>
              <a:buChar char="•"/>
            </a:pPr>
            <a:r>
              <a:rPr lang="en-IN" sz="1200" b="0" i="0" kern="1200" dirty="0">
                <a:solidFill>
                  <a:schemeClr val="tx1"/>
                </a:solidFill>
                <a:effectLst/>
                <a:latin typeface="Amazon Ember Display" panose="020F0603020204020204" pitchFamily="34" charset="0"/>
                <a:ea typeface="+mn-ea"/>
                <a:cs typeface="+mn-cs"/>
              </a:rPr>
              <a:t>If you're multi-cloud or your team already uses Terraform elsewhere, stick with Terraform. And here's a secret — many teams use more than one. CDK for app infrastructure, Terraform for shared platform stuff. </a:t>
            </a:r>
          </a:p>
          <a:p>
            <a:pPr marL="171450" indent="-171450">
              <a:buFont typeface="Arial" panose="020B0604020202020204" pitchFamily="34" charset="0"/>
              <a:buChar char="•"/>
            </a:pPr>
            <a:r>
              <a:rPr lang="en-IN" sz="1200" b="0" i="0" kern="1200" dirty="0">
                <a:solidFill>
                  <a:schemeClr val="tx1"/>
                </a:solidFill>
                <a:effectLst/>
                <a:latin typeface="Amazon Ember Display" panose="020F0603020204020204" pitchFamily="34" charset="0"/>
                <a:ea typeface="+mn-ea"/>
                <a:cs typeface="+mn-cs"/>
              </a:rPr>
              <a:t>There's no rule that says you pick one forever.</a:t>
            </a:r>
          </a:p>
          <a:p>
            <a:endParaRPr lang="en-US" dirty="0"/>
          </a:p>
        </p:txBody>
      </p:sp>
      <p:sp>
        <p:nvSpPr>
          <p:cNvPr id="4" name="Slide Number Placeholder 3">
            <a:extLst>
              <a:ext uri="{FF2B5EF4-FFF2-40B4-BE49-F238E27FC236}">
                <a16:creationId xmlns:a16="http://schemas.microsoft.com/office/drawing/2014/main" id="{662BE945-0754-3936-EC58-65A070FD4CBD}"/>
              </a:ext>
            </a:extLst>
          </p:cNvPr>
          <p:cNvSpPr>
            <a:spLocks noGrp="1"/>
          </p:cNvSpPr>
          <p:nvPr>
            <p:ph type="sldNum" sz="quarter" idx="5"/>
          </p:nvPr>
        </p:nvSpPr>
        <p:spPr/>
        <p:txBody>
          <a:bodyPr/>
          <a:lstStyle/>
          <a:p>
            <a:fld id="{A3D89E5F-BEEF-42A1-A57B-E5A736D51194}" type="slidenum">
              <a:rPr lang="en-US" smtClean="0"/>
              <a:pPr/>
              <a:t>24</a:t>
            </a:fld>
            <a:endParaRPr lang="en-US"/>
          </a:p>
        </p:txBody>
      </p:sp>
    </p:spTree>
    <p:extLst>
      <p:ext uri="{BB962C8B-B14F-4D97-AF65-F5344CB8AC3E}">
        <p14:creationId xmlns:p14="http://schemas.microsoft.com/office/powerpoint/2010/main" val="9959748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lang="en-IN" sz="1200" b="0" i="0" kern="1200">
                <a:solidFill>
                  <a:schemeClr val="tx1"/>
                </a:solidFill>
                <a:effectLst/>
                <a:latin typeface="Amazon Ember Display" panose="020F0603020204020204" pitchFamily="34" charset="0"/>
                <a:ea typeface="+mn-ea"/>
                <a:cs typeface="+mn-cs"/>
              </a:rPr>
              <a:t>Alright, demo time. I'm going to create the same infrastructure three ways — but I'm not writing code from scratch. I'm using Kiro, an AI-powered IDE from AWS. You describe what you want in natural language, Kiro generates the code, and you deploy it right from the same environment. Think of it as pair programming with an AI that knows AWS. Let me switch over.</a:t>
            </a:r>
          </a:p>
          <a:p>
            <a:endParaRPr lang="en-US"/>
          </a:p>
        </p:txBody>
      </p:sp>
      <p:sp>
        <p:nvSpPr>
          <p:cNvPr id="4" name="Slide Number Placeholder 3"/>
          <p:cNvSpPr>
            <a:spLocks noGrp="1"/>
          </p:cNvSpPr>
          <p:nvPr>
            <p:ph type="sldNum" sz="quarter" idx="5"/>
          </p:nvPr>
        </p:nvSpPr>
        <p:spPr/>
        <p:txBody>
          <a:bodyPr/>
          <a:lstStyle/>
          <a:p>
            <a:fld id="{A3D89E5F-BEEF-42A1-A57B-E5A736D51194}" type="slidenum">
              <a:rPr lang="en-US" smtClean="0"/>
              <a:pPr/>
              <a:t>25</a:t>
            </a:fld>
            <a:endParaRPr lang="en-US"/>
          </a:p>
        </p:txBody>
      </p:sp>
    </p:spTree>
    <p:extLst>
      <p:ext uri="{BB962C8B-B14F-4D97-AF65-F5344CB8AC3E}">
        <p14:creationId xmlns:p14="http://schemas.microsoft.com/office/powerpoint/2010/main" val="37836548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99CF11-FA21-829B-8C95-87A026731C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9D212F-BAC4-063F-1CEB-01FD86943F95}"/>
              </a:ext>
            </a:extLst>
          </p:cNvPr>
          <p:cNvSpPr>
            <a:spLocks noGrp="1" noRot="1" noChangeAspect="1"/>
          </p:cNvSpPr>
          <p:nvPr>
            <p:ph type="sldImg"/>
          </p:nvPr>
        </p:nvSpPr>
        <p:spPr>
          <a:xfrm>
            <a:off x="438150" y="457200"/>
            <a:ext cx="5981700" cy="3363913"/>
          </a:xfrm>
        </p:spPr>
      </p:sp>
      <p:sp>
        <p:nvSpPr>
          <p:cNvPr id="3" name="Notes Placeholder 2">
            <a:extLst>
              <a:ext uri="{FF2B5EF4-FFF2-40B4-BE49-F238E27FC236}">
                <a16:creationId xmlns:a16="http://schemas.microsoft.com/office/drawing/2014/main" id="{892D5B28-206B-5FC9-B9F7-48C2CE0E9895}"/>
              </a:ext>
            </a:extLst>
          </p:cNvPr>
          <p:cNvSpPr>
            <a:spLocks noGrp="1"/>
          </p:cNvSpPr>
          <p:nvPr>
            <p:ph type="body" idx="1"/>
          </p:nvPr>
        </p:nvSpPr>
        <p:spPr/>
        <p:txBody>
          <a:bodyPr/>
          <a:lstStyle/>
          <a:p>
            <a:r>
              <a:rPr lang="en-IN" sz="1200" b="0" i="0" kern="1200">
                <a:solidFill>
                  <a:schemeClr val="tx1"/>
                </a:solidFill>
                <a:effectLst/>
                <a:latin typeface="Amazon Ember Display" panose="020F0603020204020204" pitchFamily="34" charset="0"/>
                <a:ea typeface="+mn-ea"/>
                <a:cs typeface="+mn-cs"/>
              </a:rPr>
              <a:t>Okay, I have Kiro open. I'll prompt: "Create a CloudFormation template with an S3 bucket and a Lambda function with Python 3.12 runtime that returns Hello from CFN." There — full YAML template generated. Bucket, Lambda, IAM role, permissions — all correct. I didn't have to remember the resource type syntax or the role trust policy. Now I'll ask Kiro to deploy it. It runs the CLI command in the integrated terminal. Stack created. Prompt to deployed in under a minute.</a:t>
            </a:r>
          </a:p>
          <a:p>
            <a:endParaRPr lang="en-US"/>
          </a:p>
        </p:txBody>
      </p:sp>
      <p:sp>
        <p:nvSpPr>
          <p:cNvPr id="4" name="Slide Number Placeholder 3">
            <a:extLst>
              <a:ext uri="{FF2B5EF4-FFF2-40B4-BE49-F238E27FC236}">
                <a16:creationId xmlns:a16="http://schemas.microsoft.com/office/drawing/2014/main" id="{2BE45DC9-4317-990B-5036-7C39FB4A0308}"/>
              </a:ext>
            </a:extLst>
          </p:cNvPr>
          <p:cNvSpPr>
            <a:spLocks noGrp="1"/>
          </p:cNvSpPr>
          <p:nvPr>
            <p:ph type="sldNum" sz="quarter" idx="5"/>
          </p:nvPr>
        </p:nvSpPr>
        <p:spPr/>
        <p:txBody>
          <a:bodyPr/>
          <a:lstStyle/>
          <a:p>
            <a:fld id="{A3D89E5F-BEEF-42A1-A57B-E5A736D51194}" type="slidenum">
              <a:rPr lang="en-US" smtClean="0"/>
              <a:pPr/>
              <a:t>26</a:t>
            </a:fld>
            <a:endParaRPr lang="en-US"/>
          </a:p>
        </p:txBody>
      </p:sp>
    </p:spTree>
    <p:extLst>
      <p:ext uri="{BB962C8B-B14F-4D97-AF65-F5344CB8AC3E}">
        <p14:creationId xmlns:p14="http://schemas.microsoft.com/office/powerpoint/2010/main" val="40938525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ABA69-CDA6-5881-0F9C-8693414700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DFA706-19E0-5A68-4F54-BF3344FF9609}"/>
              </a:ext>
            </a:extLst>
          </p:cNvPr>
          <p:cNvSpPr>
            <a:spLocks noGrp="1" noRot="1" noChangeAspect="1"/>
          </p:cNvSpPr>
          <p:nvPr>
            <p:ph type="sldImg"/>
          </p:nvPr>
        </p:nvSpPr>
        <p:spPr>
          <a:xfrm>
            <a:off x="438150" y="457200"/>
            <a:ext cx="5981700" cy="3363913"/>
          </a:xfrm>
        </p:spPr>
      </p:sp>
      <p:sp>
        <p:nvSpPr>
          <p:cNvPr id="3" name="Notes Placeholder 2">
            <a:extLst>
              <a:ext uri="{FF2B5EF4-FFF2-40B4-BE49-F238E27FC236}">
                <a16:creationId xmlns:a16="http://schemas.microsoft.com/office/drawing/2014/main" id="{20360492-40D8-B051-C537-78622A6FD294}"/>
              </a:ext>
            </a:extLst>
          </p:cNvPr>
          <p:cNvSpPr>
            <a:spLocks noGrp="1"/>
          </p:cNvSpPr>
          <p:nvPr>
            <p:ph type="body" idx="1"/>
          </p:nvPr>
        </p:nvSpPr>
        <p:spPr/>
        <p:txBody>
          <a:bodyPr/>
          <a:lstStyle/>
          <a:p>
            <a:r>
              <a:rPr lang="en-IN" sz="1200" b="0" i="0" kern="1200">
                <a:solidFill>
                  <a:schemeClr val="tx1"/>
                </a:solidFill>
                <a:effectLst/>
                <a:latin typeface="Amazon Ember Display" panose="020F0603020204020204" pitchFamily="34" charset="0"/>
                <a:ea typeface="+mn-ea"/>
                <a:cs typeface="+mn-cs"/>
              </a:rPr>
              <a:t>Same task, CDK. Prompt: "Create a CDK stack in TypeScript with an S3 bucket and a Lambda function that returns Hello from CDK." Notice how much shorter the generated code is — Kiro knows CDK conventions, uses high-level constructs, skips what CDK handles automatically. The IAM role? Implicit. Type safety? Built in. "Deploy this CDK stack." Kiro runs `</a:t>
            </a:r>
            <a:r>
              <a:rPr lang="en-IN" sz="1200" b="0" i="0" kern="1200" err="1">
                <a:solidFill>
                  <a:schemeClr val="tx1"/>
                </a:solidFill>
                <a:effectLst/>
                <a:latin typeface="Amazon Ember Display" panose="020F0603020204020204" pitchFamily="34" charset="0"/>
                <a:ea typeface="+mn-ea"/>
                <a:cs typeface="+mn-cs"/>
              </a:rPr>
              <a:t>cdk</a:t>
            </a:r>
            <a:r>
              <a:rPr lang="en-IN" sz="1200" b="0" i="0" kern="1200">
                <a:solidFill>
                  <a:schemeClr val="tx1"/>
                </a:solidFill>
                <a:effectLst/>
                <a:latin typeface="Amazon Ember Display" panose="020F0603020204020204" pitchFamily="34" charset="0"/>
                <a:ea typeface="+mn-ea"/>
                <a:cs typeface="+mn-cs"/>
              </a:rPr>
              <a:t> deploy`, synthesizes to CloudFormation, deploys. Same result, less code, guardrails included.</a:t>
            </a:r>
          </a:p>
          <a:p>
            <a:endParaRPr lang="en-US"/>
          </a:p>
        </p:txBody>
      </p:sp>
      <p:sp>
        <p:nvSpPr>
          <p:cNvPr id="4" name="Slide Number Placeholder 3">
            <a:extLst>
              <a:ext uri="{FF2B5EF4-FFF2-40B4-BE49-F238E27FC236}">
                <a16:creationId xmlns:a16="http://schemas.microsoft.com/office/drawing/2014/main" id="{BAFF8403-F1FB-6FC3-7DDD-934C35109CD5}"/>
              </a:ext>
            </a:extLst>
          </p:cNvPr>
          <p:cNvSpPr>
            <a:spLocks noGrp="1"/>
          </p:cNvSpPr>
          <p:nvPr>
            <p:ph type="sldNum" sz="quarter" idx="5"/>
          </p:nvPr>
        </p:nvSpPr>
        <p:spPr/>
        <p:txBody>
          <a:bodyPr/>
          <a:lstStyle/>
          <a:p>
            <a:fld id="{A3D89E5F-BEEF-42A1-A57B-E5A736D51194}" type="slidenum">
              <a:rPr lang="en-US" smtClean="0"/>
              <a:pPr/>
              <a:t>27</a:t>
            </a:fld>
            <a:endParaRPr lang="en-US"/>
          </a:p>
        </p:txBody>
      </p:sp>
    </p:spTree>
    <p:extLst>
      <p:ext uri="{BB962C8B-B14F-4D97-AF65-F5344CB8AC3E}">
        <p14:creationId xmlns:p14="http://schemas.microsoft.com/office/powerpoint/2010/main" val="24613226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97318-EE61-0244-6E9E-1615BD5957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668BF8-5B4E-0F5B-1595-337451B6AA31}"/>
              </a:ext>
            </a:extLst>
          </p:cNvPr>
          <p:cNvSpPr>
            <a:spLocks noGrp="1" noRot="1" noChangeAspect="1"/>
          </p:cNvSpPr>
          <p:nvPr>
            <p:ph type="sldImg"/>
          </p:nvPr>
        </p:nvSpPr>
        <p:spPr>
          <a:xfrm>
            <a:off x="438150" y="457200"/>
            <a:ext cx="5981700" cy="3363913"/>
          </a:xfrm>
        </p:spPr>
      </p:sp>
      <p:sp>
        <p:nvSpPr>
          <p:cNvPr id="3" name="Notes Placeholder 2">
            <a:extLst>
              <a:ext uri="{FF2B5EF4-FFF2-40B4-BE49-F238E27FC236}">
                <a16:creationId xmlns:a16="http://schemas.microsoft.com/office/drawing/2014/main" id="{4374C30A-9A19-6164-122B-76D51F3660E3}"/>
              </a:ext>
            </a:extLst>
          </p:cNvPr>
          <p:cNvSpPr>
            <a:spLocks noGrp="1"/>
          </p:cNvSpPr>
          <p:nvPr>
            <p:ph type="body" idx="1"/>
          </p:nvPr>
        </p:nvSpPr>
        <p:spPr/>
        <p:txBody>
          <a:bodyPr/>
          <a:lstStyle/>
          <a:p>
            <a:r>
              <a:rPr lang="en-IN" sz="1200" b="0" i="0" kern="1200" dirty="0">
                <a:solidFill>
                  <a:schemeClr val="tx1"/>
                </a:solidFill>
                <a:effectLst/>
                <a:latin typeface="Amazon Ember Display" panose="020F0603020204020204" pitchFamily="34" charset="0"/>
                <a:ea typeface="+mn-ea"/>
                <a:cs typeface="+mn-cs"/>
              </a:rPr>
              <a:t>Finally, Terraform. Same prompt pattern: "Create a Terraform configuration with an S3 bucket and a Lambda function." Kiro generates the HCL — and it's more explicit: IAM role, policy attachment, provider block all included. Kiro knows Terraform requires these. "Run terraform plan." Look — 4 resources will be created, nothing happened yet. "Run terraform apply." Done.</a:t>
            </a:r>
          </a:p>
          <a:p>
            <a:br>
              <a:rPr lang="en-IN" sz="1200" b="0" i="0" kern="1200" dirty="0">
                <a:solidFill>
                  <a:schemeClr val="tx1"/>
                </a:solidFill>
                <a:effectLst/>
                <a:latin typeface="Amazon Ember Display" panose="020F0603020204020204" pitchFamily="34" charset="0"/>
                <a:ea typeface="+mn-ea"/>
                <a:cs typeface="+mn-cs"/>
              </a:rPr>
            </a:br>
            <a:endParaRPr lang="en-IN" sz="1200" b="0" i="0" kern="1200" dirty="0">
              <a:solidFill>
                <a:schemeClr val="tx1"/>
              </a:solidFill>
              <a:effectLst/>
              <a:latin typeface="Amazon Ember Display" panose="020F0603020204020204" pitchFamily="34" charset="0"/>
              <a:ea typeface="+mn-ea"/>
              <a:cs typeface="+mn-cs"/>
            </a:endParaRPr>
          </a:p>
          <a:p>
            <a:r>
              <a:rPr lang="en-IN" sz="1200" b="0" i="0" kern="1200" dirty="0">
                <a:solidFill>
                  <a:schemeClr val="tx1"/>
                </a:solidFill>
                <a:effectLst/>
                <a:latin typeface="Amazon Ember Display" panose="020F0603020204020204" pitchFamily="34" charset="0"/>
                <a:ea typeface="+mn-ea"/>
                <a:cs typeface="+mn-cs"/>
              </a:rPr>
              <a:t>Same task, three tools, all generated and deployed through Kiro. You saw the differences in verbosity, explicitness, and workflow — </a:t>
            </a:r>
            <a:r>
              <a:rPr lang="en-IN" sz="1200" b="1" i="0" kern="1200" dirty="0">
                <a:solidFill>
                  <a:schemeClr val="tx1"/>
                </a:solidFill>
                <a:effectLst/>
                <a:latin typeface="Amazon Ember Display" panose="020F0603020204020204" pitchFamily="34" charset="0"/>
                <a:ea typeface="+mn-ea"/>
                <a:cs typeface="+mn-cs"/>
              </a:rPr>
              <a:t>but in every case, Kiro handled the syntax so you could focus on what you actually need built.</a:t>
            </a:r>
          </a:p>
          <a:p>
            <a:endParaRPr lang="en-US" dirty="0"/>
          </a:p>
        </p:txBody>
      </p:sp>
      <p:sp>
        <p:nvSpPr>
          <p:cNvPr id="4" name="Slide Number Placeholder 3">
            <a:extLst>
              <a:ext uri="{FF2B5EF4-FFF2-40B4-BE49-F238E27FC236}">
                <a16:creationId xmlns:a16="http://schemas.microsoft.com/office/drawing/2014/main" id="{F2B80B43-850F-2A8F-2D8A-71CEA57D2D80}"/>
              </a:ext>
            </a:extLst>
          </p:cNvPr>
          <p:cNvSpPr>
            <a:spLocks noGrp="1"/>
          </p:cNvSpPr>
          <p:nvPr>
            <p:ph type="sldNum" sz="quarter" idx="5"/>
          </p:nvPr>
        </p:nvSpPr>
        <p:spPr/>
        <p:txBody>
          <a:bodyPr/>
          <a:lstStyle/>
          <a:p>
            <a:fld id="{A3D89E5F-BEEF-42A1-A57B-E5A736D51194}" type="slidenum">
              <a:rPr lang="en-US" smtClean="0"/>
              <a:pPr/>
              <a:t>28</a:t>
            </a:fld>
            <a:endParaRPr lang="en-US"/>
          </a:p>
        </p:txBody>
      </p:sp>
    </p:spTree>
    <p:extLst>
      <p:ext uri="{BB962C8B-B14F-4D97-AF65-F5344CB8AC3E}">
        <p14:creationId xmlns:p14="http://schemas.microsoft.com/office/powerpoint/2010/main" val="20197166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03A18-CECE-6AF7-083B-2C06B98F08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6C9AE0-1FD9-95E8-960C-46372021F73B}"/>
              </a:ext>
            </a:extLst>
          </p:cNvPr>
          <p:cNvSpPr>
            <a:spLocks noGrp="1" noRot="1" noChangeAspect="1"/>
          </p:cNvSpPr>
          <p:nvPr>
            <p:ph type="sldImg"/>
          </p:nvPr>
        </p:nvSpPr>
        <p:spPr>
          <a:xfrm>
            <a:off x="438150" y="457200"/>
            <a:ext cx="5981700" cy="3363913"/>
          </a:xfrm>
        </p:spPr>
      </p:sp>
      <p:sp>
        <p:nvSpPr>
          <p:cNvPr id="3" name="Notes Placeholder 2">
            <a:extLst>
              <a:ext uri="{FF2B5EF4-FFF2-40B4-BE49-F238E27FC236}">
                <a16:creationId xmlns:a16="http://schemas.microsoft.com/office/drawing/2014/main" id="{FABFC5B5-5F40-5ED7-485D-E6D6665EC994}"/>
              </a:ext>
            </a:extLst>
          </p:cNvPr>
          <p:cNvSpPr>
            <a:spLocks noGrp="1"/>
          </p:cNvSpPr>
          <p:nvPr>
            <p:ph type="body" idx="1"/>
          </p:nvPr>
        </p:nvSpPr>
        <p:spPr/>
        <p:txBody>
          <a:bodyPr/>
          <a:lstStyle/>
          <a:p>
            <a:pPr marL="171450" indent="-171450">
              <a:buFont typeface="Arial" panose="020B0604020202020204" pitchFamily="34" charset="0"/>
              <a:buChar char="•"/>
            </a:pPr>
            <a:r>
              <a:rPr lang="en-IN" sz="1200" b="0" i="0" kern="1200" dirty="0">
                <a:solidFill>
                  <a:schemeClr val="tx1"/>
                </a:solidFill>
                <a:effectLst/>
                <a:latin typeface="Amazon Ember Display" panose="020F0603020204020204" pitchFamily="34" charset="0"/>
                <a:ea typeface="+mn-ea"/>
                <a:cs typeface="+mn-cs"/>
              </a:rPr>
              <a:t>Let's wrap up. You already have the skills for this — version control, code review, automation — that's </a:t>
            </a:r>
            <a:r>
              <a:rPr lang="en-IN" sz="1200" b="0" i="0" kern="1200" dirty="0" err="1">
                <a:solidFill>
                  <a:schemeClr val="tx1"/>
                </a:solidFill>
                <a:effectLst/>
                <a:latin typeface="Amazon Ember Display" panose="020F0603020204020204" pitchFamily="34" charset="0"/>
                <a:ea typeface="+mn-ea"/>
                <a:cs typeface="+mn-cs"/>
              </a:rPr>
              <a:t>IaC</a:t>
            </a:r>
            <a:r>
              <a:rPr lang="en-IN" sz="1200" b="0" i="0" kern="1200" dirty="0">
                <a:solidFill>
                  <a:schemeClr val="tx1"/>
                </a:solidFill>
                <a:effectLst/>
                <a:latin typeface="Amazon Ember Display" panose="020F0603020204020204" pitchFamily="34" charset="0"/>
                <a:ea typeface="+mn-ea"/>
                <a:cs typeface="+mn-cs"/>
              </a:rPr>
              <a:t>. CloudFormation gives you a solid AWS-native foundation. CDK lets you use the language you already love. Terraform gives you multi-cloud flexibility. </a:t>
            </a:r>
          </a:p>
          <a:p>
            <a:pPr marL="171450" indent="-171450">
              <a:buFont typeface="Arial" panose="020B0604020202020204" pitchFamily="34" charset="0"/>
              <a:buChar char="•"/>
            </a:pPr>
            <a:r>
              <a:rPr lang="en-IN" sz="1200" b="0" i="0" kern="1200" dirty="0">
                <a:solidFill>
                  <a:schemeClr val="tx1"/>
                </a:solidFill>
                <a:effectLst/>
                <a:latin typeface="Amazon Ember Display" panose="020F0603020204020204" pitchFamily="34" charset="0"/>
                <a:ea typeface="+mn-ea"/>
                <a:cs typeface="+mn-cs"/>
              </a:rPr>
              <a:t>And tools like Kiro accelerate your inner development loop — you describe what you need, get working </a:t>
            </a:r>
            <a:r>
              <a:rPr lang="en-IN" sz="1200" b="0" i="0" kern="1200" dirty="0" err="1">
                <a:solidFill>
                  <a:schemeClr val="tx1"/>
                </a:solidFill>
                <a:effectLst/>
                <a:latin typeface="Amazon Ember Display" panose="020F0603020204020204" pitchFamily="34" charset="0"/>
                <a:ea typeface="+mn-ea"/>
                <a:cs typeface="+mn-cs"/>
              </a:rPr>
              <a:t>IaC</a:t>
            </a:r>
            <a:r>
              <a:rPr lang="en-IN" sz="1200" b="0" i="0" kern="1200" dirty="0">
                <a:solidFill>
                  <a:schemeClr val="tx1"/>
                </a:solidFill>
                <a:effectLst/>
                <a:latin typeface="Amazon Ember Display" panose="020F0603020204020204" pitchFamily="34" charset="0"/>
                <a:ea typeface="+mn-ea"/>
                <a:cs typeface="+mn-cs"/>
              </a:rPr>
              <a:t> code, and validate it by deploying to a dev or sandbox account in seconds. </a:t>
            </a:r>
          </a:p>
          <a:p>
            <a:pPr marL="171450" indent="-171450">
              <a:buFont typeface="Arial" panose="020B0604020202020204" pitchFamily="34" charset="0"/>
              <a:buChar char="•"/>
            </a:pPr>
            <a:r>
              <a:rPr lang="en-IN" sz="1200" b="0" i="0" kern="1200" dirty="0">
                <a:solidFill>
                  <a:schemeClr val="tx1"/>
                </a:solidFill>
                <a:effectLst/>
                <a:latin typeface="Amazon Ember Display" panose="020F0603020204020204" pitchFamily="34" charset="0"/>
                <a:ea typeface="+mn-ea"/>
                <a:cs typeface="+mn-cs"/>
              </a:rPr>
              <a:t>Once it works, you commit it and let your CI/CD pipeline handle staging and production with proper reviews and gates. </a:t>
            </a:r>
          </a:p>
          <a:p>
            <a:pPr marL="171450" indent="-171450">
              <a:buFont typeface="Arial" panose="020B0604020202020204" pitchFamily="34" charset="0"/>
              <a:buChar char="•"/>
            </a:pPr>
            <a:r>
              <a:rPr lang="en-IN" sz="1200" b="0" i="0" kern="1200" dirty="0">
                <a:solidFill>
                  <a:schemeClr val="tx1"/>
                </a:solidFill>
                <a:effectLst/>
                <a:latin typeface="Amazon Ember Display" panose="020F0603020204020204" pitchFamily="34" charset="0"/>
                <a:ea typeface="+mn-ea"/>
                <a:cs typeface="+mn-cs"/>
              </a:rPr>
              <a:t>Kiro gets you to "ready to commit" faster — it doesn't replace your deployment pipeline. </a:t>
            </a:r>
          </a:p>
          <a:p>
            <a:pPr marL="171450" indent="-171450">
              <a:buFont typeface="Arial" panose="020B0604020202020204" pitchFamily="34" charset="0"/>
              <a:buChar char="•"/>
            </a:pPr>
            <a:r>
              <a:rPr lang="en-IN" sz="1200" b="0" i="0" kern="1200" dirty="0">
                <a:solidFill>
                  <a:schemeClr val="tx1"/>
                </a:solidFill>
                <a:effectLst/>
                <a:latin typeface="Amazon Ember Display" panose="020F0603020204020204" pitchFamily="34" charset="0"/>
                <a:ea typeface="+mn-ea"/>
                <a:cs typeface="+mn-cs"/>
              </a:rPr>
              <a:t>Pick whichever </a:t>
            </a:r>
            <a:r>
              <a:rPr lang="en-IN" sz="1200" b="0" i="0" kern="1200" dirty="0" err="1">
                <a:solidFill>
                  <a:schemeClr val="tx1"/>
                </a:solidFill>
                <a:effectLst/>
                <a:latin typeface="Amazon Ember Display" panose="020F0603020204020204" pitchFamily="34" charset="0"/>
                <a:ea typeface="+mn-ea"/>
                <a:cs typeface="+mn-cs"/>
              </a:rPr>
              <a:t>IaC</a:t>
            </a:r>
            <a:r>
              <a:rPr lang="en-IN" sz="1200" b="0" i="0" kern="1200" dirty="0">
                <a:solidFill>
                  <a:schemeClr val="tx1"/>
                </a:solidFill>
                <a:effectLst/>
                <a:latin typeface="Amazon Ember Display" panose="020F0603020204020204" pitchFamily="34" charset="0"/>
                <a:ea typeface="+mn-ea"/>
                <a:cs typeface="+mn-cs"/>
              </a:rPr>
              <a:t> tool feels natural, start small, and you'll never want to go back to clicking.</a:t>
            </a:r>
          </a:p>
          <a:p>
            <a:endParaRPr lang="en-US" dirty="0"/>
          </a:p>
        </p:txBody>
      </p:sp>
      <p:sp>
        <p:nvSpPr>
          <p:cNvPr id="4" name="Slide Number Placeholder 3">
            <a:extLst>
              <a:ext uri="{FF2B5EF4-FFF2-40B4-BE49-F238E27FC236}">
                <a16:creationId xmlns:a16="http://schemas.microsoft.com/office/drawing/2014/main" id="{29629F5D-C599-3835-49BC-006E081EFA9B}"/>
              </a:ext>
            </a:extLst>
          </p:cNvPr>
          <p:cNvSpPr>
            <a:spLocks noGrp="1"/>
          </p:cNvSpPr>
          <p:nvPr>
            <p:ph type="sldNum" sz="quarter" idx="5"/>
          </p:nvPr>
        </p:nvSpPr>
        <p:spPr/>
        <p:txBody>
          <a:bodyPr/>
          <a:lstStyle/>
          <a:p>
            <a:fld id="{A3D89E5F-BEEF-42A1-A57B-E5A736D51194}" type="slidenum">
              <a:rPr lang="en-US" smtClean="0"/>
              <a:pPr/>
              <a:t>29</a:t>
            </a:fld>
            <a:endParaRPr lang="en-US"/>
          </a:p>
        </p:txBody>
      </p:sp>
    </p:spTree>
    <p:extLst>
      <p:ext uri="{BB962C8B-B14F-4D97-AF65-F5344CB8AC3E}">
        <p14:creationId xmlns:p14="http://schemas.microsoft.com/office/powerpoint/2010/main" val="346830500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a:t>
            </a:r>
            <a:r>
              <a:rPr lang="en-US" baseline="0" dirty="0"/>
              <a:t> Always feel free to reach out to me on </a:t>
            </a:r>
            <a:r>
              <a:rPr lang="en-US" baseline="0" dirty="0" err="1"/>
              <a:t>linkedin</a:t>
            </a:r>
            <a:r>
              <a:rPr lang="en-US" baseline="0" dirty="0"/>
              <a:t> if you are stuck, would be happy </a:t>
            </a:r>
            <a:r>
              <a:rPr lang="en-US" baseline="0"/>
              <a:t>to help</a:t>
            </a:r>
          </a:p>
          <a:p>
            <a:endParaRPr lang="en-US" dirty="0"/>
          </a:p>
        </p:txBody>
      </p:sp>
      <p:sp>
        <p:nvSpPr>
          <p:cNvPr id="4" name="Slide Number Placeholder 3"/>
          <p:cNvSpPr>
            <a:spLocks noGrp="1"/>
          </p:cNvSpPr>
          <p:nvPr>
            <p:ph type="sldNum" sz="quarter" idx="5"/>
          </p:nvPr>
        </p:nvSpPr>
        <p:spPr/>
        <p:txBody>
          <a:bodyPr/>
          <a:lstStyle/>
          <a:p>
            <a:fld id="{A3D89E5F-BEEF-42A1-A57B-E5A736D51194}" type="slidenum">
              <a:rPr lang="en-US" smtClean="0"/>
              <a:pPr/>
              <a:t>30</a:t>
            </a:fld>
            <a:endParaRPr lang="en-US"/>
          </a:p>
        </p:txBody>
      </p:sp>
    </p:spTree>
    <p:extLst>
      <p:ext uri="{BB962C8B-B14F-4D97-AF65-F5344CB8AC3E}">
        <p14:creationId xmlns:p14="http://schemas.microsoft.com/office/powerpoint/2010/main" val="255838936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4.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5.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0.png"/><Relationship Id="rId1" Type="http://schemas.openxmlformats.org/officeDocument/2006/relationships/slideMaster" Target="../slideMasters/slideMaster1.xml"/><Relationship Id="rId4" Type="http://schemas.openxmlformats.org/officeDocument/2006/relationships/image" Target="../media/image19.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1.png"/><Relationship Id="rId1" Type="http://schemas.openxmlformats.org/officeDocument/2006/relationships/slideMaster" Target="../slideMasters/slideMaster1.xml"/><Relationship Id="rId4" Type="http://schemas.openxmlformats.org/officeDocument/2006/relationships/image" Target="../media/image19.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2.png"/><Relationship Id="rId1" Type="http://schemas.openxmlformats.org/officeDocument/2006/relationships/slideMaster" Target="../slideMasters/slideMaster1.xml"/><Relationship Id="rId4" Type="http://schemas.openxmlformats.org/officeDocument/2006/relationships/image" Target="../media/image19.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4.sv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6.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7.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9.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0.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4.pn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5.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6.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8.pn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1.png"/><Relationship Id="rId1" Type="http://schemas.openxmlformats.org/officeDocument/2006/relationships/slideMaster" Target="../slideMasters/slideMaster2.xml"/><Relationship Id="rId4" Type="http://schemas.openxmlformats.org/officeDocument/2006/relationships/image" Target="../media/image42.png"/></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3.png"/><Relationship Id="rId1" Type="http://schemas.openxmlformats.org/officeDocument/2006/relationships/slideMaster" Target="../slideMasters/slideMaster2.xml"/><Relationship Id="rId4" Type="http://schemas.openxmlformats.org/officeDocument/2006/relationships/image" Target="../media/image44.png"/></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5.png"/><Relationship Id="rId1" Type="http://schemas.openxmlformats.org/officeDocument/2006/relationships/slideMaster" Target="../slideMasters/slideMaster2.xml"/><Relationship Id="rId4" Type="http://schemas.openxmlformats.org/officeDocument/2006/relationships/image" Target="../media/image40.png"/></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4.pn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5.pn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6.png"/><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6.png"/><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7.png"/><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ide 1A">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2C1902C-75F7-534A-DA79-C070E1D0346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5EFDF3A4-5795-4C3E-A626-E8705501F605}"/>
              </a:ext>
            </a:extLst>
          </p:cNvPr>
          <p:cNvSpPr>
            <a:spLocks noGrp="1"/>
          </p:cNvSpPr>
          <p:nvPr>
            <p:ph type="ctrTitle" hasCustomPrompt="1"/>
          </p:nvPr>
        </p:nvSpPr>
        <p:spPr>
          <a:xfrm>
            <a:off x="477246" y="3418321"/>
            <a:ext cx="6460999" cy="923330"/>
          </a:xfrm>
          <a:prstGeom prst="rect">
            <a:avLst/>
          </a:prstGeom>
        </p:spPr>
        <p:txBody>
          <a:bodyPr wrap="square" anchor="t" anchorCtr="0"/>
          <a:lstStyle>
            <a:lvl1pPr algn="l">
              <a:defRPr sz="60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Enter title</a:t>
            </a:r>
          </a:p>
        </p:txBody>
      </p:sp>
      <p:sp>
        <p:nvSpPr>
          <p:cNvPr id="3" name="Subtitle 2">
            <a:extLst>
              <a:ext uri="{FF2B5EF4-FFF2-40B4-BE49-F238E27FC236}">
                <a16:creationId xmlns:a16="http://schemas.microsoft.com/office/drawing/2014/main" id="{FDAD1914-560C-4D5C-AA3F-8A993D908EC6}"/>
              </a:ext>
            </a:extLst>
          </p:cNvPr>
          <p:cNvSpPr>
            <a:spLocks noGrp="1"/>
          </p:cNvSpPr>
          <p:nvPr>
            <p:ph type="subTitle" idx="1" hasCustomPrompt="1"/>
          </p:nvPr>
        </p:nvSpPr>
        <p:spPr>
          <a:xfrm>
            <a:off x="609598" y="4366830"/>
            <a:ext cx="6460998" cy="535531"/>
          </a:xfrm>
        </p:spPr>
        <p:txBody>
          <a:bodyPr wrap="square"/>
          <a:lstStyle>
            <a:lvl1pPr marL="0" indent="0" algn="l">
              <a:spcAft>
                <a:spcPts val="0"/>
              </a:spcAft>
              <a:buFont typeface="Arial" panose="020B0604020202020204" pitchFamily="34" charset="0"/>
              <a:buNone/>
              <a:defRPr sz="3200" b="0" i="0" cap="none" spc="0" baseline="0">
                <a:solidFill>
                  <a:schemeClr val="tx2"/>
                </a:solidFill>
                <a:latin typeface="Amazon Ember Display" panose="020F06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Enter subtitle</a:t>
            </a:r>
          </a:p>
        </p:txBody>
      </p:sp>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609598" y="5261981"/>
            <a:ext cx="3797302" cy="369332"/>
          </a:xfrm>
        </p:spPr>
        <p:txBody>
          <a:bodyPr wrap="square"/>
          <a:lstStyle>
            <a:lvl1pPr marL="0" indent="0">
              <a:spcAft>
                <a:spcPts val="0"/>
              </a:spcAft>
              <a:buNone/>
              <a:defRPr sz="2000" b="0" i="0" cap="none" spc="0" baseline="0">
                <a:solidFill>
                  <a:schemeClr val="tx2"/>
                </a:solidFill>
                <a:latin typeface="Amazon Ember Display" panose="020F0603020204020204" pitchFamily="34" charset="0"/>
              </a:defRPr>
            </a:lvl1pPr>
          </a:lstStyle>
          <a:p>
            <a:pPr lvl="0"/>
            <a:r>
              <a:rPr lang="en-US"/>
              <a:t>Speaker name (pronouns)</a:t>
            </a:r>
          </a:p>
        </p:txBody>
      </p:sp>
      <p:sp>
        <p:nvSpPr>
          <p:cNvPr id="8" name="Text Placeholder 7">
            <a:extLst>
              <a:ext uri="{FF2B5EF4-FFF2-40B4-BE49-F238E27FC236}">
                <a16:creationId xmlns:a16="http://schemas.microsoft.com/office/drawing/2014/main" id="{B54CE4ED-4096-479A-AA41-A2286E854BFC}"/>
              </a:ext>
            </a:extLst>
          </p:cNvPr>
          <p:cNvSpPr>
            <a:spLocks noGrp="1"/>
          </p:cNvSpPr>
          <p:nvPr>
            <p:ph type="body" sz="quarter" idx="10" hasCustomPrompt="1"/>
          </p:nvPr>
        </p:nvSpPr>
        <p:spPr>
          <a:xfrm>
            <a:off x="609598" y="332014"/>
            <a:ext cx="6477002" cy="230832"/>
          </a:xfrm>
        </p:spPr>
        <p:txBody>
          <a:bodyPr wrap="square"/>
          <a:lstStyle>
            <a:lvl1pPr marL="0" indent="0">
              <a:spcAft>
                <a:spcPts val="0"/>
              </a:spcAft>
              <a:buNone/>
              <a:defRPr sz="1000" b="0" i="0" cap="all" spc="300" baseline="0">
                <a:solidFill>
                  <a:schemeClr val="tx2"/>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a:t>Enter session ID if required</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609598" y="5674769"/>
            <a:ext cx="3797302" cy="535531"/>
          </a:xfrm>
        </p:spPr>
        <p:txBody>
          <a:bodyPr wrap="square"/>
          <a:lstStyle>
            <a:lvl1pPr marL="0" indent="0">
              <a:spcAft>
                <a:spcPts val="300"/>
              </a:spcAft>
              <a:buNone/>
              <a:defRPr sz="1600" b="0" i="0">
                <a:solidFill>
                  <a:schemeClr val="tx2"/>
                </a:solidFill>
                <a:latin typeface="Amazon Ember Display" panose="020F0603020204020204" pitchFamily="34" charset="0"/>
              </a:defRPr>
            </a:lvl1pPr>
          </a:lstStyle>
          <a:p>
            <a:pPr lvl="0"/>
            <a:r>
              <a:rPr lang="en-US"/>
              <a:t>Speaker job title</a:t>
            </a:r>
            <a:br>
              <a:rPr lang="en-US"/>
            </a:br>
            <a:r>
              <a:rPr lang="en-US"/>
              <a:t>Speaker company</a:t>
            </a:r>
          </a:p>
        </p:txBody>
      </p:sp>
      <p:sp>
        <p:nvSpPr>
          <p:cNvPr id="11" name="TextBox 10">
            <a:extLst>
              <a:ext uri="{FF2B5EF4-FFF2-40B4-BE49-F238E27FC236}">
                <a16:creationId xmlns:a16="http://schemas.microsoft.com/office/drawing/2014/main" id="{F9CE4815-926B-43B6-82AB-971B1A89CEF6}"/>
              </a:ext>
            </a:extLst>
          </p:cNvPr>
          <p:cNvSpPr txBox="1"/>
          <p:nvPr userDrawn="1"/>
        </p:nvSpPr>
        <p:spPr>
          <a:xfrm>
            <a:off x="504476"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2026, Amazon Web Services, Inc. or its affiliates. All rights reserved. Amazon Confidential and Trademark.</a:t>
            </a:r>
          </a:p>
        </p:txBody>
      </p:sp>
      <p:pic>
        <p:nvPicPr>
          <p:cNvPr id="7" name="Picture 6">
            <a:extLst>
              <a:ext uri="{FF2B5EF4-FFF2-40B4-BE49-F238E27FC236}">
                <a16:creationId xmlns:a16="http://schemas.microsoft.com/office/drawing/2014/main" id="{A3E43EBB-89F7-CE68-C5FA-E5E366904B2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2686" y="5622947"/>
            <a:ext cx="979714" cy="587352"/>
          </a:xfrm>
          <a:prstGeom prst="rect">
            <a:avLst/>
          </a:prstGeom>
        </p:spPr>
      </p:pic>
    </p:spTree>
    <p:extLst>
      <p:ext uri="{BB962C8B-B14F-4D97-AF65-F5344CB8AC3E}">
        <p14:creationId xmlns:p14="http://schemas.microsoft.com/office/powerpoint/2010/main" val="351093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userDrawn="1">
          <p15:clr>
            <a:srgbClr val="FBAE40"/>
          </p15:clr>
        </p15:guide>
        <p15:guide id="3" orient="horz" pos="2736" userDrawn="1">
          <p15:clr>
            <a:srgbClr val="FBAE40"/>
          </p15:clr>
        </p15:guide>
        <p15:guide id="4" orient="horz" pos="1272" userDrawn="1">
          <p15:clr>
            <a:srgbClr val="FBAE40"/>
          </p15:clr>
        </p15:guide>
        <p15:guide id="5" orient="horz" pos="172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1B">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8D603374-8180-8E01-BA18-DE11A6BC29A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Subtitle 2">
            <a:extLst>
              <a:ext uri="{FF2B5EF4-FFF2-40B4-BE49-F238E27FC236}">
                <a16:creationId xmlns:a16="http://schemas.microsoft.com/office/drawing/2014/main" id="{A8CD09BF-BE98-954E-8C83-FD00798ACA28}"/>
              </a:ext>
            </a:extLst>
          </p:cNvPr>
          <p:cNvSpPr>
            <a:spLocks noGrp="1"/>
          </p:cNvSpPr>
          <p:nvPr>
            <p:ph type="subTitle" idx="1" hasCustomPrompt="1"/>
          </p:nvPr>
        </p:nvSpPr>
        <p:spPr>
          <a:xfrm>
            <a:off x="609598" y="4366830"/>
            <a:ext cx="6460998" cy="535531"/>
          </a:xfrm>
        </p:spPr>
        <p:txBody>
          <a:bodyPr wrap="square"/>
          <a:lstStyle>
            <a:lvl1pPr marL="0" indent="0" algn="l">
              <a:spcAft>
                <a:spcPts val="0"/>
              </a:spcAft>
              <a:buFont typeface="Arial" panose="020B0604020202020204" pitchFamily="34" charset="0"/>
              <a:buNone/>
              <a:defRPr sz="3200" b="0" i="0" cap="none" spc="0" baseline="0">
                <a:solidFill>
                  <a:schemeClr val="tx2"/>
                </a:solidFill>
                <a:latin typeface="Amazon Ember Display" panose="020F06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Enter subtitle</a:t>
            </a:r>
          </a:p>
        </p:txBody>
      </p:sp>
      <p:sp>
        <p:nvSpPr>
          <p:cNvPr id="5" name="Text Placeholder 9">
            <a:extLst>
              <a:ext uri="{FF2B5EF4-FFF2-40B4-BE49-F238E27FC236}">
                <a16:creationId xmlns:a16="http://schemas.microsoft.com/office/drawing/2014/main" id="{AAF119F6-59CF-C06E-9DEE-68747AC5B537}"/>
              </a:ext>
            </a:extLst>
          </p:cNvPr>
          <p:cNvSpPr>
            <a:spLocks noGrp="1"/>
          </p:cNvSpPr>
          <p:nvPr>
            <p:ph type="body" sz="quarter" idx="11" hasCustomPrompt="1"/>
          </p:nvPr>
        </p:nvSpPr>
        <p:spPr>
          <a:xfrm>
            <a:off x="609598" y="5261981"/>
            <a:ext cx="3797302" cy="369332"/>
          </a:xfrm>
        </p:spPr>
        <p:txBody>
          <a:bodyPr wrap="square"/>
          <a:lstStyle>
            <a:lvl1pPr marL="0" indent="0">
              <a:spcAft>
                <a:spcPts val="0"/>
              </a:spcAft>
              <a:buNone/>
              <a:defRPr sz="2000" b="0" i="0" cap="none" spc="0" baseline="0">
                <a:solidFill>
                  <a:schemeClr val="tx2"/>
                </a:solidFill>
                <a:latin typeface="Amazon Ember Display" panose="020F0603020204020204" pitchFamily="34" charset="0"/>
              </a:defRPr>
            </a:lvl1pPr>
          </a:lstStyle>
          <a:p>
            <a:pPr lvl="0"/>
            <a:r>
              <a:rPr lang="en-US"/>
              <a:t>Speaker name (pronouns)</a:t>
            </a:r>
          </a:p>
        </p:txBody>
      </p:sp>
      <p:sp>
        <p:nvSpPr>
          <p:cNvPr id="6" name="Text Placeholder 7">
            <a:extLst>
              <a:ext uri="{FF2B5EF4-FFF2-40B4-BE49-F238E27FC236}">
                <a16:creationId xmlns:a16="http://schemas.microsoft.com/office/drawing/2014/main" id="{19378773-656B-3414-4689-741C92BE3E06}"/>
              </a:ext>
            </a:extLst>
          </p:cNvPr>
          <p:cNvSpPr>
            <a:spLocks noGrp="1"/>
          </p:cNvSpPr>
          <p:nvPr>
            <p:ph type="body" sz="quarter" idx="10" hasCustomPrompt="1"/>
          </p:nvPr>
        </p:nvSpPr>
        <p:spPr>
          <a:xfrm>
            <a:off x="609598" y="332014"/>
            <a:ext cx="6477002" cy="230832"/>
          </a:xfrm>
        </p:spPr>
        <p:txBody>
          <a:bodyPr wrap="square"/>
          <a:lstStyle>
            <a:lvl1pPr marL="0" indent="0">
              <a:spcAft>
                <a:spcPts val="0"/>
              </a:spcAft>
              <a:buNone/>
              <a:defRPr sz="1000" b="0" i="0" cap="all" spc="300" baseline="0">
                <a:solidFill>
                  <a:schemeClr val="tx2"/>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a:t>Enter session ID if required</a:t>
            </a:r>
          </a:p>
        </p:txBody>
      </p:sp>
      <p:sp>
        <p:nvSpPr>
          <p:cNvPr id="7" name="Text Placeholder 11">
            <a:extLst>
              <a:ext uri="{FF2B5EF4-FFF2-40B4-BE49-F238E27FC236}">
                <a16:creationId xmlns:a16="http://schemas.microsoft.com/office/drawing/2014/main" id="{3C5437D4-D83E-F7AB-7C05-4D16F6D780CF}"/>
              </a:ext>
            </a:extLst>
          </p:cNvPr>
          <p:cNvSpPr>
            <a:spLocks noGrp="1"/>
          </p:cNvSpPr>
          <p:nvPr>
            <p:ph type="body" sz="quarter" idx="12" hasCustomPrompt="1"/>
          </p:nvPr>
        </p:nvSpPr>
        <p:spPr>
          <a:xfrm>
            <a:off x="609598" y="5674769"/>
            <a:ext cx="3797302" cy="535531"/>
          </a:xfrm>
        </p:spPr>
        <p:txBody>
          <a:bodyPr wrap="square"/>
          <a:lstStyle>
            <a:lvl1pPr marL="0" indent="0">
              <a:spcAft>
                <a:spcPts val="300"/>
              </a:spcAft>
              <a:buNone/>
              <a:defRPr sz="1600" b="0" i="0">
                <a:solidFill>
                  <a:schemeClr val="tx2"/>
                </a:solidFill>
                <a:latin typeface="Amazon Ember Display" panose="020F0603020204020204" pitchFamily="34" charset="0"/>
              </a:defRPr>
            </a:lvl1pPr>
          </a:lstStyle>
          <a:p>
            <a:pPr lvl="0"/>
            <a:r>
              <a:rPr lang="en-US"/>
              <a:t>Speaker job title</a:t>
            </a:r>
            <a:br>
              <a:rPr lang="en-US"/>
            </a:br>
            <a:r>
              <a:rPr lang="en-US"/>
              <a:t>Speaker company</a:t>
            </a:r>
          </a:p>
        </p:txBody>
      </p:sp>
      <p:sp>
        <p:nvSpPr>
          <p:cNvPr id="8" name="TextBox 7">
            <a:extLst>
              <a:ext uri="{FF2B5EF4-FFF2-40B4-BE49-F238E27FC236}">
                <a16:creationId xmlns:a16="http://schemas.microsoft.com/office/drawing/2014/main" id="{18671D03-03D2-3246-0292-3278FC46E9BD}"/>
              </a:ext>
            </a:extLst>
          </p:cNvPr>
          <p:cNvSpPr txBox="1"/>
          <p:nvPr userDrawn="1"/>
        </p:nvSpPr>
        <p:spPr>
          <a:xfrm>
            <a:off x="504476"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2026, Amazon Web Services, Inc. or its affiliates. All rights reserved. Amazon Confidential and Trademark.</a:t>
            </a:r>
          </a:p>
        </p:txBody>
      </p:sp>
      <p:pic>
        <p:nvPicPr>
          <p:cNvPr id="9" name="Picture 8">
            <a:extLst>
              <a:ext uri="{FF2B5EF4-FFF2-40B4-BE49-F238E27FC236}">
                <a16:creationId xmlns:a16="http://schemas.microsoft.com/office/drawing/2014/main" id="{F2065812-9ABB-8591-F3F0-CA1C02DB187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2686" y="5622947"/>
            <a:ext cx="979714" cy="587352"/>
          </a:xfrm>
          <a:prstGeom prst="rect">
            <a:avLst/>
          </a:prstGeom>
        </p:spPr>
      </p:pic>
      <p:sp>
        <p:nvSpPr>
          <p:cNvPr id="2" name="Title 1">
            <a:extLst>
              <a:ext uri="{FF2B5EF4-FFF2-40B4-BE49-F238E27FC236}">
                <a16:creationId xmlns:a16="http://schemas.microsoft.com/office/drawing/2014/main" id="{062C415C-2EF2-186A-04FA-1B6BE61C4101}"/>
              </a:ext>
            </a:extLst>
          </p:cNvPr>
          <p:cNvSpPr>
            <a:spLocks noGrp="1"/>
          </p:cNvSpPr>
          <p:nvPr>
            <p:ph type="ctrTitle" hasCustomPrompt="1"/>
          </p:nvPr>
        </p:nvSpPr>
        <p:spPr>
          <a:xfrm>
            <a:off x="477246" y="3418321"/>
            <a:ext cx="6460999" cy="923330"/>
          </a:xfrm>
          <a:prstGeom prst="rect">
            <a:avLst/>
          </a:prstGeom>
        </p:spPr>
        <p:txBody>
          <a:bodyPr wrap="square" anchor="t" anchorCtr="0"/>
          <a:lstStyle>
            <a:lvl1pPr algn="l">
              <a:defRPr sz="60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Enter title</a:t>
            </a:r>
          </a:p>
        </p:txBody>
      </p:sp>
    </p:spTree>
    <p:extLst>
      <p:ext uri="{BB962C8B-B14F-4D97-AF65-F5344CB8AC3E}">
        <p14:creationId xmlns:p14="http://schemas.microsoft.com/office/powerpoint/2010/main" val="3668517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userDrawn="1">
          <p15:clr>
            <a:srgbClr val="FBAE40"/>
          </p15:clr>
        </p15:guide>
        <p15:guide id="3" orient="horz" pos="2736" userDrawn="1">
          <p15:clr>
            <a:srgbClr val="FBAE40"/>
          </p15:clr>
        </p15:guide>
        <p15:guide id="4" orient="horz" pos="1272" userDrawn="1">
          <p15:clr>
            <a:srgbClr val="FBAE40"/>
          </p15:clr>
        </p15:guide>
        <p15:guide id="5" orient="horz" pos="172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1C">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8265AB5E-77C0-1B4E-7AF6-71F73437182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Subtitle 2">
            <a:extLst>
              <a:ext uri="{FF2B5EF4-FFF2-40B4-BE49-F238E27FC236}">
                <a16:creationId xmlns:a16="http://schemas.microsoft.com/office/drawing/2014/main" id="{53CAD519-9A88-CC6D-C64F-32781DE12863}"/>
              </a:ext>
            </a:extLst>
          </p:cNvPr>
          <p:cNvSpPr>
            <a:spLocks noGrp="1"/>
          </p:cNvSpPr>
          <p:nvPr>
            <p:ph type="subTitle" idx="1" hasCustomPrompt="1"/>
          </p:nvPr>
        </p:nvSpPr>
        <p:spPr>
          <a:xfrm>
            <a:off x="609598" y="4366830"/>
            <a:ext cx="6460998" cy="535531"/>
          </a:xfrm>
        </p:spPr>
        <p:txBody>
          <a:bodyPr wrap="square"/>
          <a:lstStyle>
            <a:lvl1pPr marL="0" indent="0" algn="l">
              <a:spcAft>
                <a:spcPts val="0"/>
              </a:spcAft>
              <a:buFont typeface="Arial" panose="020B0604020202020204" pitchFamily="34" charset="0"/>
              <a:buNone/>
              <a:defRPr sz="3200" b="0" i="0" cap="none" spc="0" baseline="0">
                <a:solidFill>
                  <a:schemeClr val="tx2"/>
                </a:solidFill>
                <a:latin typeface="Amazon Ember Display" panose="020F06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Enter subtitle</a:t>
            </a:r>
          </a:p>
        </p:txBody>
      </p:sp>
      <p:sp>
        <p:nvSpPr>
          <p:cNvPr id="5" name="Text Placeholder 9">
            <a:extLst>
              <a:ext uri="{FF2B5EF4-FFF2-40B4-BE49-F238E27FC236}">
                <a16:creationId xmlns:a16="http://schemas.microsoft.com/office/drawing/2014/main" id="{AECD1BDB-3933-70D1-D0B1-585F679690F4}"/>
              </a:ext>
            </a:extLst>
          </p:cNvPr>
          <p:cNvSpPr>
            <a:spLocks noGrp="1"/>
          </p:cNvSpPr>
          <p:nvPr>
            <p:ph type="body" sz="quarter" idx="11" hasCustomPrompt="1"/>
          </p:nvPr>
        </p:nvSpPr>
        <p:spPr>
          <a:xfrm>
            <a:off x="609598" y="5261981"/>
            <a:ext cx="3797302" cy="369332"/>
          </a:xfrm>
        </p:spPr>
        <p:txBody>
          <a:bodyPr wrap="square"/>
          <a:lstStyle>
            <a:lvl1pPr marL="0" indent="0">
              <a:spcAft>
                <a:spcPts val="0"/>
              </a:spcAft>
              <a:buNone/>
              <a:defRPr sz="2000" b="0" i="0" cap="none" spc="0" baseline="0">
                <a:solidFill>
                  <a:schemeClr val="tx2"/>
                </a:solidFill>
                <a:latin typeface="Amazon Ember Display" panose="020F0603020204020204" pitchFamily="34" charset="0"/>
              </a:defRPr>
            </a:lvl1pPr>
          </a:lstStyle>
          <a:p>
            <a:pPr lvl="0"/>
            <a:r>
              <a:rPr lang="en-US"/>
              <a:t>Speaker name (pronouns)</a:t>
            </a:r>
          </a:p>
        </p:txBody>
      </p:sp>
      <p:sp>
        <p:nvSpPr>
          <p:cNvPr id="6" name="Text Placeholder 7">
            <a:extLst>
              <a:ext uri="{FF2B5EF4-FFF2-40B4-BE49-F238E27FC236}">
                <a16:creationId xmlns:a16="http://schemas.microsoft.com/office/drawing/2014/main" id="{49BD2DDE-9CEA-E55B-45AC-E81DC0520AEE}"/>
              </a:ext>
            </a:extLst>
          </p:cNvPr>
          <p:cNvSpPr>
            <a:spLocks noGrp="1"/>
          </p:cNvSpPr>
          <p:nvPr>
            <p:ph type="body" sz="quarter" idx="10" hasCustomPrompt="1"/>
          </p:nvPr>
        </p:nvSpPr>
        <p:spPr>
          <a:xfrm>
            <a:off x="609598" y="332014"/>
            <a:ext cx="6477002" cy="230832"/>
          </a:xfrm>
        </p:spPr>
        <p:txBody>
          <a:bodyPr wrap="square"/>
          <a:lstStyle>
            <a:lvl1pPr marL="0" indent="0">
              <a:spcAft>
                <a:spcPts val="0"/>
              </a:spcAft>
              <a:buNone/>
              <a:defRPr sz="1000" b="0" i="0" cap="all" spc="300" baseline="0">
                <a:solidFill>
                  <a:schemeClr val="tx2"/>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a:t>Enter session ID if required</a:t>
            </a:r>
          </a:p>
        </p:txBody>
      </p:sp>
      <p:sp>
        <p:nvSpPr>
          <p:cNvPr id="7" name="Text Placeholder 11">
            <a:extLst>
              <a:ext uri="{FF2B5EF4-FFF2-40B4-BE49-F238E27FC236}">
                <a16:creationId xmlns:a16="http://schemas.microsoft.com/office/drawing/2014/main" id="{6F4339BC-5512-257D-D251-96C726B3928B}"/>
              </a:ext>
            </a:extLst>
          </p:cNvPr>
          <p:cNvSpPr>
            <a:spLocks noGrp="1"/>
          </p:cNvSpPr>
          <p:nvPr>
            <p:ph type="body" sz="quarter" idx="12" hasCustomPrompt="1"/>
          </p:nvPr>
        </p:nvSpPr>
        <p:spPr>
          <a:xfrm>
            <a:off x="609598" y="5674769"/>
            <a:ext cx="3797302" cy="535531"/>
          </a:xfrm>
        </p:spPr>
        <p:txBody>
          <a:bodyPr wrap="square"/>
          <a:lstStyle>
            <a:lvl1pPr marL="0" indent="0">
              <a:spcAft>
                <a:spcPts val="300"/>
              </a:spcAft>
              <a:buNone/>
              <a:defRPr sz="1600" b="0" i="0">
                <a:solidFill>
                  <a:schemeClr val="tx2"/>
                </a:solidFill>
                <a:latin typeface="Amazon Ember Display" panose="020F0603020204020204" pitchFamily="34" charset="0"/>
              </a:defRPr>
            </a:lvl1pPr>
          </a:lstStyle>
          <a:p>
            <a:pPr lvl="0"/>
            <a:r>
              <a:rPr lang="en-US"/>
              <a:t>Speaker job title</a:t>
            </a:r>
            <a:br>
              <a:rPr lang="en-US"/>
            </a:br>
            <a:r>
              <a:rPr lang="en-US"/>
              <a:t>Speaker company</a:t>
            </a:r>
          </a:p>
        </p:txBody>
      </p:sp>
      <p:sp>
        <p:nvSpPr>
          <p:cNvPr id="8" name="TextBox 7">
            <a:extLst>
              <a:ext uri="{FF2B5EF4-FFF2-40B4-BE49-F238E27FC236}">
                <a16:creationId xmlns:a16="http://schemas.microsoft.com/office/drawing/2014/main" id="{2A8E9AEE-EE0A-4511-286D-B7E92DB33387}"/>
              </a:ext>
            </a:extLst>
          </p:cNvPr>
          <p:cNvSpPr txBox="1"/>
          <p:nvPr userDrawn="1"/>
        </p:nvSpPr>
        <p:spPr>
          <a:xfrm>
            <a:off x="504476"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2026, Amazon Web Services, Inc. or its affiliates. All rights reserved. Amazon Confidential and Trademark.</a:t>
            </a:r>
          </a:p>
        </p:txBody>
      </p:sp>
      <p:pic>
        <p:nvPicPr>
          <p:cNvPr id="9" name="Picture 8">
            <a:extLst>
              <a:ext uri="{FF2B5EF4-FFF2-40B4-BE49-F238E27FC236}">
                <a16:creationId xmlns:a16="http://schemas.microsoft.com/office/drawing/2014/main" id="{D69DB8BB-A96F-21D2-BD02-CDCB6C03824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2686" y="5622947"/>
            <a:ext cx="979714" cy="587352"/>
          </a:xfrm>
          <a:prstGeom prst="rect">
            <a:avLst/>
          </a:prstGeom>
        </p:spPr>
      </p:pic>
      <p:sp>
        <p:nvSpPr>
          <p:cNvPr id="2" name="Title 1">
            <a:extLst>
              <a:ext uri="{FF2B5EF4-FFF2-40B4-BE49-F238E27FC236}">
                <a16:creationId xmlns:a16="http://schemas.microsoft.com/office/drawing/2014/main" id="{4C69315F-6BED-09F1-C555-D62EBCC2C2CC}"/>
              </a:ext>
            </a:extLst>
          </p:cNvPr>
          <p:cNvSpPr>
            <a:spLocks noGrp="1"/>
          </p:cNvSpPr>
          <p:nvPr>
            <p:ph type="ctrTitle" hasCustomPrompt="1"/>
          </p:nvPr>
        </p:nvSpPr>
        <p:spPr>
          <a:xfrm>
            <a:off x="477246" y="3418321"/>
            <a:ext cx="6460999" cy="923330"/>
          </a:xfrm>
          <a:prstGeom prst="rect">
            <a:avLst/>
          </a:prstGeom>
        </p:spPr>
        <p:txBody>
          <a:bodyPr wrap="square" anchor="t" anchorCtr="0"/>
          <a:lstStyle>
            <a:lvl1pPr algn="l">
              <a:defRPr sz="60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Enter title</a:t>
            </a:r>
          </a:p>
        </p:txBody>
      </p:sp>
    </p:spTree>
    <p:extLst>
      <p:ext uri="{BB962C8B-B14F-4D97-AF65-F5344CB8AC3E}">
        <p14:creationId xmlns:p14="http://schemas.microsoft.com/office/powerpoint/2010/main" val="2375224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userDrawn="1">
          <p15:clr>
            <a:srgbClr val="FBAE40"/>
          </p15:clr>
        </p15:guide>
        <p15:guide id="3" orient="horz" pos="2736" userDrawn="1">
          <p15:clr>
            <a:srgbClr val="FBAE40"/>
          </p15:clr>
        </p15:guide>
        <p15:guide id="4" orient="horz" pos="1272" userDrawn="1">
          <p15:clr>
            <a:srgbClr val="FBAE40"/>
          </p15:clr>
        </p15:guide>
        <p15:guide id="5" orient="horz" pos="172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2A">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13E1A9C0-25D4-6213-F6DE-1B604250E5D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Subtitle 2">
            <a:extLst>
              <a:ext uri="{FF2B5EF4-FFF2-40B4-BE49-F238E27FC236}">
                <a16:creationId xmlns:a16="http://schemas.microsoft.com/office/drawing/2014/main" id="{60F04AFD-CEAF-D96A-9FBC-950044545866}"/>
              </a:ext>
            </a:extLst>
          </p:cNvPr>
          <p:cNvSpPr>
            <a:spLocks noGrp="1"/>
          </p:cNvSpPr>
          <p:nvPr>
            <p:ph type="subTitle" idx="1" hasCustomPrompt="1"/>
          </p:nvPr>
        </p:nvSpPr>
        <p:spPr>
          <a:xfrm>
            <a:off x="609598" y="1918337"/>
            <a:ext cx="6460998" cy="535531"/>
          </a:xfrm>
        </p:spPr>
        <p:txBody>
          <a:bodyPr wrap="square"/>
          <a:lstStyle>
            <a:lvl1pPr marL="0" indent="0" algn="l">
              <a:spcAft>
                <a:spcPts val="0"/>
              </a:spcAft>
              <a:buFont typeface="Arial" panose="020B0604020202020204" pitchFamily="34" charset="0"/>
              <a:buNone/>
              <a:defRPr sz="3200" b="0" i="0" cap="none" spc="0" baseline="0">
                <a:solidFill>
                  <a:schemeClr val="tx2"/>
                </a:solidFill>
                <a:latin typeface="Amazon Ember Display" panose="020F06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Enter subtitle</a:t>
            </a:r>
          </a:p>
        </p:txBody>
      </p:sp>
      <p:sp>
        <p:nvSpPr>
          <p:cNvPr id="5" name="Text Placeholder 9">
            <a:extLst>
              <a:ext uri="{FF2B5EF4-FFF2-40B4-BE49-F238E27FC236}">
                <a16:creationId xmlns:a16="http://schemas.microsoft.com/office/drawing/2014/main" id="{0187CBED-F3F8-A0AE-DBEA-EEEA1D2E7660}"/>
              </a:ext>
            </a:extLst>
          </p:cNvPr>
          <p:cNvSpPr>
            <a:spLocks noGrp="1"/>
          </p:cNvSpPr>
          <p:nvPr>
            <p:ph type="body" sz="quarter" idx="11" hasCustomPrompt="1"/>
          </p:nvPr>
        </p:nvSpPr>
        <p:spPr>
          <a:xfrm>
            <a:off x="609598" y="5261981"/>
            <a:ext cx="3797302" cy="369332"/>
          </a:xfrm>
        </p:spPr>
        <p:txBody>
          <a:bodyPr wrap="square"/>
          <a:lstStyle>
            <a:lvl1pPr marL="0" indent="0">
              <a:spcAft>
                <a:spcPts val="0"/>
              </a:spcAft>
              <a:buNone/>
              <a:defRPr sz="2000" b="0" i="0" cap="none" spc="0" baseline="0">
                <a:solidFill>
                  <a:schemeClr val="tx2"/>
                </a:solidFill>
                <a:latin typeface="Amazon Ember Display" panose="020F0603020204020204" pitchFamily="34" charset="0"/>
              </a:defRPr>
            </a:lvl1pPr>
          </a:lstStyle>
          <a:p>
            <a:pPr lvl="0"/>
            <a:r>
              <a:rPr lang="en-US"/>
              <a:t>Speaker name (pronouns)</a:t>
            </a:r>
          </a:p>
        </p:txBody>
      </p:sp>
      <p:sp>
        <p:nvSpPr>
          <p:cNvPr id="21" name="Rounded Rectangle 20">
            <a:extLst>
              <a:ext uri="{FF2B5EF4-FFF2-40B4-BE49-F238E27FC236}">
                <a16:creationId xmlns:a16="http://schemas.microsoft.com/office/drawing/2014/main" id="{55857500-2C8E-9211-5B61-DC83BC3450CB}"/>
              </a:ext>
            </a:extLst>
          </p:cNvPr>
          <p:cNvSpPr/>
          <p:nvPr userDrawn="1"/>
        </p:nvSpPr>
        <p:spPr>
          <a:xfrm>
            <a:off x="609598" y="304800"/>
            <a:ext cx="2993681" cy="288951"/>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b="0" i="0" err="1">
              <a:solidFill>
                <a:schemeClr val="tx1"/>
              </a:solidFill>
              <a:latin typeface="Amazon Ember Display" panose="020F0603020204020204" pitchFamily="34" charset="0"/>
            </a:endParaRPr>
          </a:p>
        </p:txBody>
      </p:sp>
      <p:sp>
        <p:nvSpPr>
          <p:cNvPr id="6" name="Text Placeholder 7">
            <a:extLst>
              <a:ext uri="{FF2B5EF4-FFF2-40B4-BE49-F238E27FC236}">
                <a16:creationId xmlns:a16="http://schemas.microsoft.com/office/drawing/2014/main" id="{17F887A3-28C2-6DE9-5807-21C410AB73B1}"/>
              </a:ext>
            </a:extLst>
          </p:cNvPr>
          <p:cNvSpPr>
            <a:spLocks noGrp="1"/>
          </p:cNvSpPr>
          <p:nvPr>
            <p:ph type="body" sz="quarter" idx="10" hasCustomPrompt="1"/>
          </p:nvPr>
        </p:nvSpPr>
        <p:spPr>
          <a:xfrm>
            <a:off x="672969" y="332014"/>
            <a:ext cx="6477002" cy="230832"/>
          </a:xfrm>
        </p:spPr>
        <p:txBody>
          <a:bodyPr wrap="square"/>
          <a:lstStyle>
            <a:lvl1pPr marL="0" indent="0">
              <a:spcAft>
                <a:spcPts val="0"/>
              </a:spcAft>
              <a:buNone/>
              <a:defRPr sz="1000" b="0" i="0" cap="all" spc="200" baseline="0">
                <a:solidFill>
                  <a:schemeClr val="tx2"/>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a:t>Enter session ID if required</a:t>
            </a:r>
          </a:p>
        </p:txBody>
      </p:sp>
      <p:sp>
        <p:nvSpPr>
          <p:cNvPr id="7" name="Text Placeholder 11">
            <a:extLst>
              <a:ext uri="{FF2B5EF4-FFF2-40B4-BE49-F238E27FC236}">
                <a16:creationId xmlns:a16="http://schemas.microsoft.com/office/drawing/2014/main" id="{BBFEBE6D-8293-FD48-7C86-4989B458ECE3}"/>
              </a:ext>
            </a:extLst>
          </p:cNvPr>
          <p:cNvSpPr>
            <a:spLocks noGrp="1"/>
          </p:cNvSpPr>
          <p:nvPr>
            <p:ph type="body" sz="quarter" idx="12" hasCustomPrompt="1"/>
          </p:nvPr>
        </p:nvSpPr>
        <p:spPr>
          <a:xfrm>
            <a:off x="609598" y="5674769"/>
            <a:ext cx="3797302" cy="535531"/>
          </a:xfrm>
        </p:spPr>
        <p:txBody>
          <a:bodyPr wrap="square"/>
          <a:lstStyle>
            <a:lvl1pPr marL="0" indent="0">
              <a:spcAft>
                <a:spcPts val="300"/>
              </a:spcAft>
              <a:buNone/>
              <a:defRPr sz="1600" b="0" i="0">
                <a:solidFill>
                  <a:schemeClr val="tx2"/>
                </a:solidFill>
                <a:latin typeface="Amazon Ember Display" panose="020F0603020204020204" pitchFamily="34" charset="0"/>
              </a:defRPr>
            </a:lvl1pPr>
          </a:lstStyle>
          <a:p>
            <a:pPr lvl="0"/>
            <a:r>
              <a:rPr lang="en-US"/>
              <a:t>Speaker job title</a:t>
            </a:r>
            <a:br>
              <a:rPr lang="en-US"/>
            </a:br>
            <a:r>
              <a:rPr lang="en-US"/>
              <a:t>Speaker company</a:t>
            </a:r>
          </a:p>
        </p:txBody>
      </p:sp>
      <p:sp>
        <p:nvSpPr>
          <p:cNvPr id="8" name="TextBox 7">
            <a:extLst>
              <a:ext uri="{FF2B5EF4-FFF2-40B4-BE49-F238E27FC236}">
                <a16:creationId xmlns:a16="http://schemas.microsoft.com/office/drawing/2014/main" id="{0F412FE6-3787-9446-924A-F202645A1CFC}"/>
              </a:ext>
            </a:extLst>
          </p:cNvPr>
          <p:cNvSpPr txBox="1"/>
          <p:nvPr userDrawn="1"/>
        </p:nvSpPr>
        <p:spPr>
          <a:xfrm>
            <a:off x="504476"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2026, Amazon Web Services, Inc. or its affiliates. All rights reserved. Amazon Confidential and Trademark.</a:t>
            </a:r>
          </a:p>
        </p:txBody>
      </p:sp>
      <p:pic>
        <p:nvPicPr>
          <p:cNvPr id="9" name="Picture 8">
            <a:extLst>
              <a:ext uri="{FF2B5EF4-FFF2-40B4-BE49-F238E27FC236}">
                <a16:creationId xmlns:a16="http://schemas.microsoft.com/office/drawing/2014/main" id="{B6B38457-CE92-7B1F-6614-6136E9F8F98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027228" y="5740417"/>
            <a:ext cx="783771" cy="469881"/>
          </a:xfrm>
          <a:prstGeom prst="rect">
            <a:avLst/>
          </a:prstGeom>
        </p:spPr>
      </p:pic>
      <p:sp>
        <p:nvSpPr>
          <p:cNvPr id="22" name="TextBox 21">
            <a:extLst>
              <a:ext uri="{FF2B5EF4-FFF2-40B4-BE49-F238E27FC236}">
                <a16:creationId xmlns:a16="http://schemas.microsoft.com/office/drawing/2014/main" id="{19ABE821-C29F-8323-0B26-4C07043DC762}"/>
              </a:ext>
            </a:extLst>
          </p:cNvPr>
          <p:cNvSpPr txBox="1"/>
          <p:nvPr userDrawn="1"/>
        </p:nvSpPr>
        <p:spPr>
          <a:xfrm>
            <a:off x="-135802" y="2471596"/>
            <a:ext cx="65" cy="369332"/>
          </a:xfrm>
          <a:prstGeom prst="rect">
            <a:avLst/>
          </a:prstGeom>
          <a:noFill/>
        </p:spPr>
        <p:txBody>
          <a:bodyPr wrap="none" lIns="0" rIns="0" rtlCol="0">
            <a:spAutoFit/>
          </a:bodyPr>
          <a:lstStyle/>
          <a:p>
            <a:pPr algn="l"/>
            <a:endParaRPr lang="en-US" b="0" i="0" err="1">
              <a:latin typeface="Amazon Ember Display" panose="020F0603020204020204" pitchFamily="34" charset="0"/>
            </a:endParaRPr>
          </a:p>
        </p:txBody>
      </p:sp>
      <p:sp>
        <p:nvSpPr>
          <p:cNvPr id="23" name="Title 1">
            <a:extLst>
              <a:ext uri="{FF2B5EF4-FFF2-40B4-BE49-F238E27FC236}">
                <a16:creationId xmlns:a16="http://schemas.microsoft.com/office/drawing/2014/main" id="{10165371-E8F4-C898-9295-C3E433A3EF22}"/>
              </a:ext>
            </a:extLst>
          </p:cNvPr>
          <p:cNvSpPr>
            <a:spLocks noGrp="1"/>
          </p:cNvSpPr>
          <p:nvPr>
            <p:ph type="ctrTitle" hasCustomPrompt="1"/>
          </p:nvPr>
        </p:nvSpPr>
        <p:spPr>
          <a:xfrm>
            <a:off x="489278" y="928262"/>
            <a:ext cx="6460999" cy="923330"/>
          </a:xfrm>
          <a:prstGeom prst="rect">
            <a:avLst/>
          </a:prstGeom>
        </p:spPr>
        <p:txBody>
          <a:bodyPr wrap="square" anchor="t" anchorCtr="0"/>
          <a:lstStyle>
            <a:lvl1pPr algn="l">
              <a:defRPr sz="60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Enter title</a:t>
            </a:r>
          </a:p>
        </p:txBody>
      </p:sp>
    </p:spTree>
    <p:extLst>
      <p:ext uri="{BB962C8B-B14F-4D97-AF65-F5344CB8AC3E}">
        <p14:creationId xmlns:p14="http://schemas.microsoft.com/office/powerpoint/2010/main" val="3374332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userDrawn="1">
          <p15:clr>
            <a:srgbClr val="FBAE40"/>
          </p15:clr>
        </p15:guide>
        <p15:guide id="3" orient="horz" pos="2736" userDrawn="1">
          <p15:clr>
            <a:srgbClr val="FBAE40"/>
          </p15:clr>
        </p15:guide>
        <p15:guide id="4" orient="horz" pos="1272" userDrawn="1">
          <p15:clr>
            <a:srgbClr val="FBAE40"/>
          </p15:clr>
        </p15:guide>
        <p15:guide id="5" orient="horz" pos="172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2B">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D2F7587B-9987-686E-FBA3-C703A035951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ext Placeholder 9">
            <a:extLst>
              <a:ext uri="{FF2B5EF4-FFF2-40B4-BE49-F238E27FC236}">
                <a16:creationId xmlns:a16="http://schemas.microsoft.com/office/drawing/2014/main" id="{E80812B7-8A92-F272-875E-0D757C691E8E}"/>
              </a:ext>
            </a:extLst>
          </p:cNvPr>
          <p:cNvSpPr>
            <a:spLocks noGrp="1"/>
          </p:cNvSpPr>
          <p:nvPr>
            <p:ph type="body" sz="quarter" idx="11" hasCustomPrompt="1"/>
          </p:nvPr>
        </p:nvSpPr>
        <p:spPr>
          <a:xfrm>
            <a:off x="609598" y="5261981"/>
            <a:ext cx="3797302" cy="369332"/>
          </a:xfrm>
        </p:spPr>
        <p:txBody>
          <a:bodyPr wrap="square"/>
          <a:lstStyle>
            <a:lvl1pPr marL="0" indent="0">
              <a:spcAft>
                <a:spcPts val="0"/>
              </a:spcAft>
              <a:buNone/>
              <a:defRPr sz="2000" b="0" i="0" cap="none" spc="0" baseline="0">
                <a:solidFill>
                  <a:schemeClr val="tx2"/>
                </a:solidFill>
                <a:latin typeface="Amazon Ember Display" panose="020F0603020204020204" pitchFamily="34" charset="0"/>
              </a:defRPr>
            </a:lvl1pPr>
          </a:lstStyle>
          <a:p>
            <a:pPr lvl="0"/>
            <a:r>
              <a:rPr lang="en-US"/>
              <a:t>Speaker name (pronouns)</a:t>
            </a:r>
          </a:p>
        </p:txBody>
      </p:sp>
      <p:sp>
        <p:nvSpPr>
          <p:cNvPr id="7" name="Text Placeholder 11">
            <a:extLst>
              <a:ext uri="{FF2B5EF4-FFF2-40B4-BE49-F238E27FC236}">
                <a16:creationId xmlns:a16="http://schemas.microsoft.com/office/drawing/2014/main" id="{9404D9CE-381D-295C-A64E-88C5D0C0A61D}"/>
              </a:ext>
            </a:extLst>
          </p:cNvPr>
          <p:cNvSpPr>
            <a:spLocks noGrp="1"/>
          </p:cNvSpPr>
          <p:nvPr>
            <p:ph type="body" sz="quarter" idx="12" hasCustomPrompt="1"/>
          </p:nvPr>
        </p:nvSpPr>
        <p:spPr>
          <a:xfrm>
            <a:off x="609598" y="5674769"/>
            <a:ext cx="3797302" cy="535531"/>
          </a:xfrm>
        </p:spPr>
        <p:txBody>
          <a:bodyPr wrap="square"/>
          <a:lstStyle>
            <a:lvl1pPr marL="0" indent="0">
              <a:spcAft>
                <a:spcPts val="300"/>
              </a:spcAft>
              <a:buNone/>
              <a:defRPr sz="1600" b="0" i="0">
                <a:solidFill>
                  <a:schemeClr val="tx2"/>
                </a:solidFill>
                <a:latin typeface="Amazon Ember Display" panose="020F0603020204020204" pitchFamily="34" charset="0"/>
              </a:defRPr>
            </a:lvl1pPr>
          </a:lstStyle>
          <a:p>
            <a:pPr lvl="0"/>
            <a:r>
              <a:rPr lang="en-US"/>
              <a:t>Speaker job title</a:t>
            </a:r>
            <a:br>
              <a:rPr lang="en-US"/>
            </a:br>
            <a:r>
              <a:rPr lang="en-US"/>
              <a:t>Speaker company</a:t>
            </a:r>
          </a:p>
        </p:txBody>
      </p:sp>
      <p:sp>
        <p:nvSpPr>
          <p:cNvPr id="8" name="TextBox 7">
            <a:extLst>
              <a:ext uri="{FF2B5EF4-FFF2-40B4-BE49-F238E27FC236}">
                <a16:creationId xmlns:a16="http://schemas.microsoft.com/office/drawing/2014/main" id="{ECF72D21-07F0-8A31-A886-8180F34B788F}"/>
              </a:ext>
            </a:extLst>
          </p:cNvPr>
          <p:cNvSpPr txBox="1"/>
          <p:nvPr userDrawn="1"/>
        </p:nvSpPr>
        <p:spPr>
          <a:xfrm>
            <a:off x="504476"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2026, Amazon Web Services, Inc. or its affiliates. All rights reserved. Amazon Confidential and Trademark.</a:t>
            </a:r>
          </a:p>
        </p:txBody>
      </p:sp>
      <p:pic>
        <p:nvPicPr>
          <p:cNvPr id="20" name="Picture 19">
            <a:extLst>
              <a:ext uri="{FF2B5EF4-FFF2-40B4-BE49-F238E27FC236}">
                <a16:creationId xmlns:a16="http://schemas.microsoft.com/office/drawing/2014/main" id="{9AF3C931-F34B-7961-BC75-B4572B02FF7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027228" y="5740417"/>
            <a:ext cx="783771" cy="469881"/>
          </a:xfrm>
          <a:prstGeom prst="rect">
            <a:avLst/>
          </a:prstGeom>
        </p:spPr>
      </p:pic>
      <p:sp>
        <p:nvSpPr>
          <p:cNvPr id="24" name="Rounded Rectangle 23">
            <a:extLst>
              <a:ext uri="{FF2B5EF4-FFF2-40B4-BE49-F238E27FC236}">
                <a16:creationId xmlns:a16="http://schemas.microsoft.com/office/drawing/2014/main" id="{22F49425-7DA0-E6A1-AFFB-06CE3587D57C}"/>
              </a:ext>
            </a:extLst>
          </p:cNvPr>
          <p:cNvSpPr/>
          <p:nvPr userDrawn="1"/>
        </p:nvSpPr>
        <p:spPr>
          <a:xfrm>
            <a:off x="609598" y="304800"/>
            <a:ext cx="2993681" cy="28895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b="0" i="0" err="1">
              <a:solidFill>
                <a:schemeClr val="tx1"/>
              </a:solidFill>
              <a:latin typeface="Amazon Ember Display" panose="020F0603020204020204" pitchFamily="34" charset="0"/>
            </a:endParaRPr>
          </a:p>
        </p:txBody>
      </p:sp>
      <p:sp>
        <p:nvSpPr>
          <p:cNvPr id="25" name="Text Placeholder 7">
            <a:extLst>
              <a:ext uri="{FF2B5EF4-FFF2-40B4-BE49-F238E27FC236}">
                <a16:creationId xmlns:a16="http://schemas.microsoft.com/office/drawing/2014/main" id="{C8E54E3F-3CBC-43DF-D0B7-3007697064A8}"/>
              </a:ext>
            </a:extLst>
          </p:cNvPr>
          <p:cNvSpPr>
            <a:spLocks noGrp="1"/>
          </p:cNvSpPr>
          <p:nvPr>
            <p:ph type="body" sz="quarter" idx="10" hasCustomPrompt="1"/>
          </p:nvPr>
        </p:nvSpPr>
        <p:spPr>
          <a:xfrm>
            <a:off x="672969" y="332014"/>
            <a:ext cx="6477002" cy="230832"/>
          </a:xfrm>
        </p:spPr>
        <p:txBody>
          <a:bodyPr wrap="square"/>
          <a:lstStyle>
            <a:lvl1pPr marL="0" indent="0">
              <a:spcAft>
                <a:spcPts val="0"/>
              </a:spcAft>
              <a:buNone/>
              <a:defRPr sz="1000" b="0" i="0" cap="all" spc="200" baseline="0">
                <a:solidFill>
                  <a:schemeClr val="tx2"/>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a:t>Enter session ID if required</a:t>
            </a:r>
          </a:p>
        </p:txBody>
      </p:sp>
      <p:sp>
        <p:nvSpPr>
          <p:cNvPr id="26" name="Subtitle 2">
            <a:extLst>
              <a:ext uri="{FF2B5EF4-FFF2-40B4-BE49-F238E27FC236}">
                <a16:creationId xmlns:a16="http://schemas.microsoft.com/office/drawing/2014/main" id="{7EDB5F6C-924F-E4E4-8B18-2197BA4C3F5E}"/>
              </a:ext>
            </a:extLst>
          </p:cNvPr>
          <p:cNvSpPr>
            <a:spLocks noGrp="1"/>
          </p:cNvSpPr>
          <p:nvPr>
            <p:ph type="subTitle" idx="1" hasCustomPrompt="1"/>
          </p:nvPr>
        </p:nvSpPr>
        <p:spPr>
          <a:xfrm>
            <a:off x="609598" y="1918337"/>
            <a:ext cx="6460998" cy="535531"/>
          </a:xfrm>
        </p:spPr>
        <p:txBody>
          <a:bodyPr wrap="square"/>
          <a:lstStyle>
            <a:lvl1pPr marL="0" indent="0" algn="l">
              <a:spcAft>
                <a:spcPts val="0"/>
              </a:spcAft>
              <a:buFont typeface="Arial" panose="020B0604020202020204" pitchFamily="34" charset="0"/>
              <a:buNone/>
              <a:defRPr sz="3200" b="0" i="0" cap="none" spc="0" baseline="0">
                <a:solidFill>
                  <a:schemeClr val="tx2"/>
                </a:solidFill>
                <a:latin typeface="Amazon Ember Display" panose="020F06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Enter subtitle</a:t>
            </a:r>
          </a:p>
        </p:txBody>
      </p:sp>
      <p:sp>
        <p:nvSpPr>
          <p:cNvPr id="2" name="Title 1">
            <a:extLst>
              <a:ext uri="{FF2B5EF4-FFF2-40B4-BE49-F238E27FC236}">
                <a16:creationId xmlns:a16="http://schemas.microsoft.com/office/drawing/2014/main" id="{26F28616-0D97-9CAF-203B-33E2A2B5C1D1}"/>
              </a:ext>
            </a:extLst>
          </p:cNvPr>
          <p:cNvSpPr>
            <a:spLocks noGrp="1"/>
          </p:cNvSpPr>
          <p:nvPr>
            <p:ph type="ctrTitle" hasCustomPrompt="1"/>
          </p:nvPr>
        </p:nvSpPr>
        <p:spPr>
          <a:xfrm>
            <a:off x="489278" y="928262"/>
            <a:ext cx="6460999" cy="923330"/>
          </a:xfrm>
          <a:prstGeom prst="rect">
            <a:avLst/>
          </a:prstGeom>
        </p:spPr>
        <p:txBody>
          <a:bodyPr wrap="square" anchor="t" anchorCtr="0"/>
          <a:lstStyle>
            <a:lvl1pPr algn="l">
              <a:defRPr sz="60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Enter title</a:t>
            </a:r>
          </a:p>
        </p:txBody>
      </p:sp>
    </p:spTree>
    <p:extLst>
      <p:ext uri="{BB962C8B-B14F-4D97-AF65-F5344CB8AC3E}">
        <p14:creationId xmlns:p14="http://schemas.microsoft.com/office/powerpoint/2010/main" val="2198376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userDrawn="1">
          <p15:clr>
            <a:srgbClr val="FBAE40"/>
          </p15:clr>
        </p15:guide>
        <p15:guide id="3" orient="horz" pos="2736" userDrawn="1">
          <p15:clr>
            <a:srgbClr val="FBAE40"/>
          </p15:clr>
        </p15:guide>
        <p15:guide id="4" orient="horz" pos="1272" userDrawn="1">
          <p15:clr>
            <a:srgbClr val="FBAE40"/>
          </p15:clr>
        </p15:guide>
        <p15:guide id="5" orient="horz" pos="1728"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Slide 2B">
    <p:spTree>
      <p:nvGrpSpPr>
        <p:cNvPr id="1" name=""/>
        <p:cNvGrpSpPr/>
        <p:nvPr/>
      </p:nvGrpSpPr>
      <p:grpSpPr>
        <a:xfrm>
          <a:off x="0" y="0"/>
          <a:ext cx="0" cy="0"/>
          <a:chOff x="0" y="0"/>
          <a:chExt cx="0" cy="0"/>
        </a:xfrm>
      </p:grpSpPr>
      <p:sp>
        <p:nvSpPr>
          <p:cNvPr id="25" name="Text Placeholder 7">
            <a:extLst>
              <a:ext uri="{FF2B5EF4-FFF2-40B4-BE49-F238E27FC236}">
                <a16:creationId xmlns:a16="http://schemas.microsoft.com/office/drawing/2014/main" id="{C8E54E3F-3CBC-43DF-D0B7-3007697064A8}"/>
              </a:ext>
            </a:extLst>
          </p:cNvPr>
          <p:cNvSpPr>
            <a:spLocks noGrp="1"/>
          </p:cNvSpPr>
          <p:nvPr>
            <p:ph type="body" sz="quarter" idx="10" hasCustomPrompt="1"/>
          </p:nvPr>
        </p:nvSpPr>
        <p:spPr>
          <a:xfrm>
            <a:off x="672969" y="332014"/>
            <a:ext cx="6477002" cy="230832"/>
          </a:xfrm>
        </p:spPr>
        <p:txBody>
          <a:bodyPr wrap="square"/>
          <a:lstStyle>
            <a:lvl1pPr marL="0" indent="0">
              <a:spcAft>
                <a:spcPts val="0"/>
              </a:spcAft>
              <a:buNone/>
              <a:defRPr sz="1000" b="0" i="0" cap="all" spc="200" baseline="0">
                <a:solidFill>
                  <a:schemeClr val="tx2"/>
                </a:solidFill>
                <a:latin typeface="Amazon Ember Mono" panose="020B0509020204020204" pitchFamily="49" charset="0"/>
                <a:ea typeface="Amazon Ember Mono" panose="020B0709020204020204" pitchFamily="49" charset="0"/>
                <a:cs typeface="Amazon Ember Mono" panose="020B0709020204020204" pitchFamily="49" charset="0"/>
              </a:defRPr>
            </a:lvl1pPr>
          </a:lstStyle>
          <a:p>
            <a:pPr lvl="0"/>
            <a:r>
              <a:rPr lang="en-US"/>
              <a:t>Enter session ID if required</a:t>
            </a:r>
          </a:p>
        </p:txBody>
      </p:sp>
      <p:pic>
        <p:nvPicPr>
          <p:cNvPr id="2" name="Picture 1">
            <a:extLst>
              <a:ext uri="{FF2B5EF4-FFF2-40B4-BE49-F238E27FC236}">
                <a16:creationId xmlns:a16="http://schemas.microsoft.com/office/drawing/2014/main" id="{BE5BDDB8-98EE-F01A-753C-07B65A32493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ext Placeholder 9">
            <a:extLst>
              <a:ext uri="{FF2B5EF4-FFF2-40B4-BE49-F238E27FC236}">
                <a16:creationId xmlns:a16="http://schemas.microsoft.com/office/drawing/2014/main" id="{E80812B7-8A92-F272-875E-0D757C691E8E}"/>
              </a:ext>
            </a:extLst>
          </p:cNvPr>
          <p:cNvSpPr>
            <a:spLocks noGrp="1"/>
          </p:cNvSpPr>
          <p:nvPr>
            <p:ph type="body" sz="quarter" idx="11" hasCustomPrompt="1"/>
          </p:nvPr>
        </p:nvSpPr>
        <p:spPr>
          <a:xfrm>
            <a:off x="609598" y="5261981"/>
            <a:ext cx="3797302" cy="369332"/>
          </a:xfrm>
        </p:spPr>
        <p:txBody>
          <a:bodyPr wrap="square"/>
          <a:lstStyle>
            <a:lvl1pPr marL="0" indent="0">
              <a:spcAft>
                <a:spcPts val="0"/>
              </a:spcAft>
              <a:buNone/>
              <a:defRPr sz="2000" b="0" i="0" cap="none" spc="0" baseline="0">
                <a:solidFill>
                  <a:schemeClr val="tx2"/>
                </a:solidFill>
                <a:latin typeface="Amazon Ember Display" panose="020F0603020204020204" pitchFamily="34" charset="0"/>
              </a:defRPr>
            </a:lvl1pPr>
          </a:lstStyle>
          <a:p>
            <a:pPr lvl="0"/>
            <a:r>
              <a:rPr lang="en-US"/>
              <a:t>Speaker name (pronouns)</a:t>
            </a:r>
          </a:p>
        </p:txBody>
      </p:sp>
      <p:sp>
        <p:nvSpPr>
          <p:cNvPr id="7" name="Text Placeholder 11">
            <a:extLst>
              <a:ext uri="{FF2B5EF4-FFF2-40B4-BE49-F238E27FC236}">
                <a16:creationId xmlns:a16="http://schemas.microsoft.com/office/drawing/2014/main" id="{9404D9CE-381D-295C-A64E-88C5D0C0A61D}"/>
              </a:ext>
            </a:extLst>
          </p:cNvPr>
          <p:cNvSpPr>
            <a:spLocks noGrp="1"/>
          </p:cNvSpPr>
          <p:nvPr>
            <p:ph type="body" sz="quarter" idx="12" hasCustomPrompt="1"/>
          </p:nvPr>
        </p:nvSpPr>
        <p:spPr>
          <a:xfrm>
            <a:off x="609598" y="5674769"/>
            <a:ext cx="3797302" cy="535531"/>
          </a:xfrm>
        </p:spPr>
        <p:txBody>
          <a:bodyPr wrap="square"/>
          <a:lstStyle>
            <a:lvl1pPr marL="0" indent="0">
              <a:spcAft>
                <a:spcPts val="300"/>
              </a:spcAft>
              <a:buNone/>
              <a:defRPr sz="1600" b="0" i="0">
                <a:solidFill>
                  <a:schemeClr val="tx2"/>
                </a:solidFill>
                <a:latin typeface="Amazon Ember Display" panose="020F0603020204020204" pitchFamily="34" charset="0"/>
              </a:defRPr>
            </a:lvl1pPr>
          </a:lstStyle>
          <a:p>
            <a:pPr lvl="0"/>
            <a:r>
              <a:rPr lang="en-US"/>
              <a:t>Speaker job title</a:t>
            </a:r>
            <a:br>
              <a:rPr lang="en-US"/>
            </a:br>
            <a:r>
              <a:rPr lang="en-US"/>
              <a:t>Speaker company</a:t>
            </a:r>
          </a:p>
        </p:txBody>
      </p:sp>
      <p:sp>
        <p:nvSpPr>
          <p:cNvPr id="8" name="TextBox 7">
            <a:extLst>
              <a:ext uri="{FF2B5EF4-FFF2-40B4-BE49-F238E27FC236}">
                <a16:creationId xmlns:a16="http://schemas.microsoft.com/office/drawing/2014/main" id="{ECF72D21-07F0-8A31-A886-8180F34B788F}"/>
              </a:ext>
            </a:extLst>
          </p:cNvPr>
          <p:cNvSpPr txBox="1"/>
          <p:nvPr userDrawn="1"/>
        </p:nvSpPr>
        <p:spPr>
          <a:xfrm>
            <a:off x="504476"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2026, Amazon Web Services, Inc. or its affiliates. All rights reserved. Amazon Confidential and Trademark.</a:t>
            </a:r>
          </a:p>
        </p:txBody>
      </p:sp>
      <p:pic>
        <p:nvPicPr>
          <p:cNvPr id="20" name="Picture 19">
            <a:extLst>
              <a:ext uri="{FF2B5EF4-FFF2-40B4-BE49-F238E27FC236}">
                <a16:creationId xmlns:a16="http://schemas.microsoft.com/office/drawing/2014/main" id="{9AF3C931-F34B-7961-BC75-B4572B02FF7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027228" y="5740417"/>
            <a:ext cx="783771" cy="469881"/>
          </a:xfrm>
          <a:prstGeom prst="rect">
            <a:avLst/>
          </a:prstGeom>
        </p:spPr>
      </p:pic>
      <p:sp>
        <p:nvSpPr>
          <p:cNvPr id="24" name="Rounded Rectangle 23">
            <a:extLst>
              <a:ext uri="{FF2B5EF4-FFF2-40B4-BE49-F238E27FC236}">
                <a16:creationId xmlns:a16="http://schemas.microsoft.com/office/drawing/2014/main" id="{22F49425-7DA0-E6A1-AFFB-06CE3587D57C}"/>
              </a:ext>
            </a:extLst>
          </p:cNvPr>
          <p:cNvSpPr/>
          <p:nvPr userDrawn="1"/>
        </p:nvSpPr>
        <p:spPr>
          <a:xfrm>
            <a:off x="609598" y="304800"/>
            <a:ext cx="2993681" cy="288951"/>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b="0" i="0" err="1">
              <a:solidFill>
                <a:schemeClr val="tx1"/>
              </a:solidFill>
              <a:latin typeface="Amazon Ember Display" panose="020F0603020204020204" pitchFamily="34" charset="0"/>
            </a:endParaRPr>
          </a:p>
        </p:txBody>
      </p:sp>
      <p:sp>
        <p:nvSpPr>
          <p:cNvPr id="26" name="Subtitle 2">
            <a:extLst>
              <a:ext uri="{FF2B5EF4-FFF2-40B4-BE49-F238E27FC236}">
                <a16:creationId xmlns:a16="http://schemas.microsoft.com/office/drawing/2014/main" id="{7EDB5F6C-924F-E4E4-8B18-2197BA4C3F5E}"/>
              </a:ext>
            </a:extLst>
          </p:cNvPr>
          <p:cNvSpPr>
            <a:spLocks noGrp="1"/>
          </p:cNvSpPr>
          <p:nvPr>
            <p:ph type="subTitle" idx="1" hasCustomPrompt="1"/>
          </p:nvPr>
        </p:nvSpPr>
        <p:spPr>
          <a:xfrm>
            <a:off x="609598" y="1918337"/>
            <a:ext cx="6460998" cy="535531"/>
          </a:xfrm>
        </p:spPr>
        <p:txBody>
          <a:bodyPr wrap="square"/>
          <a:lstStyle>
            <a:lvl1pPr marL="0" indent="0" algn="l">
              <a:spcAft>
                <a:spcPts val="0"/>
              </a:spcAft>
              <a:buFont typeface="Arial" panose="020B0604020202020204" pitchFamily="34" charset="0"/>
              <a:buNone/>
              <a:defRPr sz="3200" b="0" i="0" cap="none" spc="0" baseline="0">
                <a:solidFill>
                  <a:schemeClr val="tx2"/>
                </a:solidFill>
                <a:latin typeface="Amazon Ember Display" panose="020F06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Enter subtitle</a:t>
            </a:r>
          </a:p>
        </p:txBody>
      </p:sp>
      <p:sp>
        <p:nvSpPr>
          <p:cNvPr id="3" name="Text Placeholder 7">
            <a:extLst>
              <a:ext uri="{FF2B5EF4-FFF2-40B4-BE49-F238E27FC236}">
                <a16:creationId xmlns:a16="http://schemas.microsoft.com/office/drawing/2014/main" id="{111574D8-2193-6E96-F970-CA48F920463D}"/>
              </a:ext>
            </a:extLst>
          </p:cNvPr>
          <p:cNvSpPr>
            <a:spLocks noGrp="1"/>
          </p:cNvSpPr>
          <p:nvPr>
            <p:ph type="body" sz="quarter" idx="13" hasCustomPrompt="1"/>
          </p:nvPr>
        </p:nvSpPr>
        <p:spPr>
          <a:xfrm>
            <a:off x="672969" y="332014"/>
            <a:ext cx="6477002" cy="230832"/>
          </a:xfrm>
        </p:spPr>
        <p:txBody>
          <a:bodyPr wrap="square"/>
          <a:lstStyle>
            <a:lvl1pPr marL="0" indent="0">
              <a:spcAft>
                <a:spcPts val="0"/>
              </a:spcAft>
              <a:buNone/>
              <a:defRPr sz="1000" b="0" i="0" cap="all" spc="200" baseline="0">
                <a:solidFill>
                  <a:schemeClr val="tx2"/>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a:t>Enter session ID if required</a:t>
            </a:r>
          </a:p>
        </p:txBody>
      </p:sp>
      <p:sp>
        <p:nvSpPr>
          <p:cNvPr id="4" name="Title 1">
            <a:extLst>
              <a:ext uri="{FF2B5EF4-FFF2-40B4-BE49-F238E27FC236}">
                <a16:creationId xmlns:a16="http://schemas.microsoft.com/office/drawing/2014/main" id="{CF67C28C-2194-7DE3-C4ED-8EF747692F60}"/>
              </a:ext>
            </a:extLst>
          </p:cNvPr>
          <p:cNvSpPr>
            <a:spLocks noGrp="1"/>
          </p:cNvSpPr>
          <p:nvPr>
            <p:ph type="ctrTitle" hasCustomPrompt="1"/>
          </p:nvPr>
        </p:nvSpPr>
        <p:spPr>
          <a:xfrm>
            <a:off x="489278" y="928262"/>
            <a:ext cx="6460999" cy="923330"/>
          </a:xfrm>
          <a:prstGeom prst="rect">
            <a:avLst/>
          </a:prstGeom>
        </p:spPr>
        <p:txBody>
          <a:bodyPr wrap="square" anchor="t" anchorCtr="0"/>
          <a:lstStyle>
            <a:lvl1pPr algn="l">
              <a:defRPr sz="60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Enter title</a:t>
            </a:r>
          </a:p>
        </p:txBody>
      </p:sp>
    </p:spTree>
    <p:extLst>
      <p:ext uri="{BB962C8B-B14F-4D97-AF65-F5344CB8AC3E}">
        <p14:creationId xmlns:p14="http://schemas.microsoft.com/office/powerpoint/2010/main" val="929522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itle Slide 1B">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86BE91D-E2C8-E92E-F84F-301C4851756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18671D03-03D2-3246-0292-3278FC46E9BD}"/>
              </a:ext>
            </a:extLst>
          </p:cNvPr>
          <p:cNvSpPr txBox="1"/>
          <p:nvPr userDrawn="1"/>
        </p:nvSpPr>
        <p:spPr>
          <a:xfrm>
            <a:off x="504476"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2026, Amazon Web Services, Inc. or its affiliates. All rights reserved. Amazon Confidential and Trademark.</a:t>
            </a:r>
          </a:p>
        </p:txBody>
      </p:sp>
      <p:pic>
        <p:nvPicPr>
          <p:cNvPr id="9" name="Picture 8">
            <a:extLst>
              <a:ext uri="{FF2B5EF4-FFF2-40B4-BE49-F238E27FC236}">
                <a16:creationId xmlns:a16="http://schemas.microsoft.com/office/drawing/2014/main" id="{F2065812-9ABB-8591-F3F0-CA1C02DB187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09598" y="314619"/>
            <a:ext cx="1283702" cy="769597"/>
          </a:xfrm>
          <a:prstGeom prst="rect">
            <a:avLst/>
          </a:prstGeom>
        </p:spPr>
      </p:pic>
      <p:sp>
        <p:nvSpPr>
          <p:cNvPr id="10" name="Text Placeholder 7">
            <a:extLst>
              <a:ext uri="{FF2B5EF4-FFF2-40B4-BE49-F238E27FC236}">
                <a16:creationId xmlns:a16="http://schemas.microsoft.com/office/drawing/2014/main" id="{CA667889-09AD-2802-609E-5B422FC70CC5}"/>
              </a:ext>
            </a:extLst>
          </p:cNvPr>
          <p:cNvSpPr>
            <a:spLocks noGrp="1"/>
          </p:cNvSpPr>
          <p:nvPr>
            <p:ph type="body" sz="quarter" idx="10" hasCustomPrompt="1"/>
          </p:nvPr>
        </p:nvSpPr>
        <p:spPr>
          <a:xfrm>
            <a:off x="609598" y="3965866"/>
            <a:ext cx="3713020" cy="191515"/>
          </a:xfrm>
        </p:spPr>
        <p:txBody>
          <a:bodyPr wrap="square"/>
          <a:lstStyle>
            <a:lvl1pPr marL="0" indent="0">
              <a:spcAft>
                <a:spcPts val="0"/>
              </a:spcAft>
              <a:buNone/>
              <a:defRPr sz="1300" b="0" i="0" cap="all" spc="300" baseline="0">
                <a:solidFill>
                  <a:schemeClr val="tx2"/>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a:t>ENTER EYEBROW TREATMENT</a:t>
            </a:r>
          </a:p>
        </p:txBody>
      </p:sp>
      <p:sp>
        <p:nvSpPr>
          <p:cNvPr id="11" name="Title 1">
            <a:extLst>
              <a:ext uri="{FF2B5EF4-FFF2-40B4-BE49-F238E27FC236}">
                <a16:creationId xmlns:a16="http://schemas.microsoft.com/office/drawing/2014/main" id="{6A177297-A5AF-7CEE-5816-E3D493824EEF}"/>
              </a:ext>
            </a:extLst>
          </p:cNvPr>
          <p:cNvSpPr>
            <a:spLocks noGrp="1"/>
          </p:cNvSpPr>
          <p:nvPr>
            <p:ph type="ctrTitle" hasCustomPrompt="1"/>
          </p:nvPr>
        </p:nvSpPr>
        <p:spPr>
          <a:xfrm>
            <a:off x="477246" y="4440902"/>
            <a:ext cx="6460999" cy="1665390"/>
          </a:xfrm>
          <a:prstGeom prst="rect">
            <a:avLst/>
          </a:prstGeom>
        </p:spPr>
        <p:txBody>
          <a:bodyPr wrap="square" anchor="t" anchorCtr="0"/>
          <a:lstStyle>
            <a:lvl1pPr algn="l">
              <a:defRPr sz="60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Enter title</a:t>
            </a:r>
            <a:br>
              <a:rPr lang="en-US"/>
            </a:br>
            <a:r>
              <a:rPr lang="en-US"/>
              <a:t>here</a:t>
            </a:r>
          </a:p>
        </p:txBody>
      </p:sp>
      <p:sp>
        <p:nvSpPr>
          <p:cNvPr id="12" name="Text Placeholder 11">
            <a:extLst>
              <a:ext uri="{FF2B5EF4-FFF2-40B4-BE49-F238E27FC236}">
                <a16:creationId xmlns:a16="http://schemas.microsoft.com/office/drawing/2014/main" id="{50363E65-101C-AC0F-9792-DAB94457D9B2}"/>
              </a:ext>
            </a:extLst>
          </p:cNvPr>
          <p:cNvSpPr>
            <a:spLocks noGrp="1"/>
          </p:cNvSpPr>
          <p:nvPr>
            <p:ph type="body" sz="quarter" idx="13" hasCustomPrompt="1"/>
          </p:nvPr>
        </p:nvSpPr>
        <p:spPr>
          <a:xfrm>
            <a:off x="9170126" y="5034988"/>
            <a:ext cx="2544628" cy="313932"/>
          </a:xfrm>
        </p:spPr>
        <p:txBody>
          <a:bodyPr wrap="square"/>
          <a:lstStyle>
            <a:lvl1pPr marL="0" indent="0" algn="ctr">
              <a:spcAft>
                <a:spcPts val="300"/>
              </a:spcAft>
              <a:buNone/>
              <a:defRPr sz="1600" b="0" i="0">
                <a:solidFill>
                  <a:schemeClr val="tx2"/>
                </a:solidFill>
                <a:latin typeface="Amazon Ember Display" panose="020F0603020204020204" pitchFamily="34" charset="0"/>
              </a:defRPr>
            </a:lvl1pPr>
          </a:lstStyle>
          <a:p>
            <a:pPr lvl="0"/>
            <a:r>
              <a:rPr lang="en-US"/>
              <a:t>In collaboration with</a:t>
            </a:r>
          </a:p>
        </p:txBody>
      </p:sp>
    </p:spTree>
    <p:extLst>
      <p:ext uri="{BB962C8B-B14F-4D97-AF65-F5344CB8AC3E}">
        <p14:creationId xmlns:p14="http://schemas.microsoft.com/office/powerpoint/2010/main" val="1968015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Title Slide 1B">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8D603374-8180-8E01-BA18-DE11A6BC29A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ext Placeholder 7">
            <a:extLst>
              <a:ext uri="{FF2B5EF4-FFF2-40B4-BE49-F238E27FC236}">
                <a16:creationId xmlns:a16="http://schemas.microsoft.com/office/drawing/2014/main" id="{19378773-656B-3414-4689-741C92BE3E06}"/>
              </a:ext>
            </a:extLst>
          </p:cNvPr>
          <p:cNvSpPr>
            <a:spLocks noGrp="1"/>
          </p:cNvSpPr>
          <p:nvPr>
            <p:ph type="body" sz="quarter" idx="10" hasCustomPrompt="1"/>
          </p:nvPr>
        </p:nvSpPr>
        <p:spPr>
          <a:xfrm>
            <a:off x="609597" y="3965866"/>
            <a:ext cx="3142271" cy="191515"/>
          </a:xfrm>
        </p:spPr>
        <p:txBody>
          <a:bodyPr wrap="square"/>
          <a:lstStyle>
            <a:lvl1pPr marL="0" indent="0">
              <a:spcAft>
                <a:spcPts val="0"/>
              </a:spcAft>
              <a:buNone/>
              <a:defRPr sz="1300" b="0" i="0" cap="all" spc="300" baseline="0">
                <a:solidFill>
                  <a:schemeClr val="tx2"/>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a:t>ENTER EYEBROW TREATMENT</a:t>
            </a:r>
          </a:p>
        </p:txBody>
      </p:sp>
      <p:sp>
        <p:nvSpPr>
          <p:cNvPr id="8" name="TextBox 7">
            <a:extLst>
              <a:ext uri="{FF2B5EF4-FFF2-40B4-BE49-F238E27FC236}">
                <a16:creationId xmlns:a16="http://schemas.microsoft.com/office/drawing/2014/main" id="{18671D03-03D2-3246-0292-3278FC46E9BD}"/>
              </a:ext>
            </a:extLst>
          </p:cNvPr>
          <p:cNvSpPr txBox="1"/>
          <p:nvPr userDrawn="1"/>
        </p:nvSpPr>
        <p:spPr>
          <a:xfrm>
            <a:off x="504476"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2026, Amazon Web Services, Inc. or its affiliates. All rights reserved. Amazon Confidential and Trademark.</a:t>
            </a:r>
          </a:p>
        </p:txBody>
      </p:sp>
      <p:sp>
        <p:nvSpPr>
          <p:cNvPr id="2" name="Title 1">
            <a:extLst>
              <a:ext uri="{FF2B5EF4-FFF2-40B4-BE49-F238E27FC236}">
                <a16:creationId xmlns:a16="http://schemas.microsoft.com/office/drawing/2014/main" id="{062C415C-2EF2-186A-04FA-1B6BE61C4101}"/>
              </a:ext>
            </a:extLst>
          </p:cNvPr>
          <p:cNvSpPr>
            <a:spLocks noGrp="1"/>
          </p:cNvSpPr>
          <p:nvPr>
            <p:ph type="ctrTitle" hasCustomPrompt="1"/>
          </p:nvPr>
        </p:nvSpPr>
        <p:spPr>
          <a:xfrm>
            <a:off x="477246" y="4440902"/>
            <a:ext cx="6460999" cy="1665390"/>
          </a:xfrm>
          <a:prstGeom prst="rect">
            <a:avLst/>
          </a:prstGeom>
        </p:spPr>
        <p:txBody>
          <a:bodyPr wrap="square" anchor="t" anchorCtr="0"/>
          <a:lstStyle>
            <a:lvl1pPr algn="l">
              <a:defRPr sz="60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Enter title</a:t>
            </a:r>
            <a:br>
              <a:rPr lang="en-US"/>
            </a:br>
            <a:r>
              <a:rPr lang="en-US"/>
              <a:t>here</a:t>
            </a:r>
          </a:p>
        </p:txBody>
      </p:sp>
      <p:pic>
        <p:nvPicPr>
          <p:cNvPr id="10" name="Picture 9">
            <a:extLst>
              <a:ext uri="{FF2B5EF4-FFF2-40B4-BE49-F238E27FC236}">
                <a16:creationId xmlns:a16="http://schemas.microsoft.com/office/drawing/2014/main" id="{945DBD93-60E8-0B8F-03C1-2B446EC2F70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09598" y="314619"/>
            <a:ext cx="1283702" cy="769597"/>
          </a:xfrm>
          <a:prstGeom prst="rect">
            <a:avLst/>
          </a:prstGeom>
        </p:spPr>
      </p:pic>
      <p:sp>
        <p:nvSpPr>
          <p:cNvPr id="12" name="Text Placeholder 11">
            <a:extLst>
              <a:ext uri="{FF2B5EF4-FFF2-40B4-BE49-F238E27FC236}">
                <a16:creationId xmlns:a16="http://schemas.microsoft.com/office/drawing/2014/main" id="{B3897E40-56A2-91DD-CCE8-8E38608EBFA0}"/>
              </a:ext>
            </a:extLst>
          </p:cNvPr>
          <p:cNvSpPr>
            <a:spLocks noGrp="1"/>
          </p:cNvSpPr>
          <p:nvPr>
            <p:ph type="body" sz="quarter" idx="13" hasCustomPrompt="1"/>
          </p:nvPr>
        </p:nvSpPr>
        <p:spPr>
          <a:xfrm>
            <a:off x="9170126" y="5034988"/>
            <a:ext cx="2544628" cy="313932"/>
          </a:xfrm>
        </p:spPr>
        <p:txBody>
          <a:bodyPr wrap="square"/>
          <a:lstStyle>
            <a:lvl1pPr marL="0" indent="0" algn="ctr">
              <a:spcAft>
                <a:spcPts val="300"/>
              </a:spcAft>
              <a:buNone/>
              <a:defRPr sz="1600" b="0" i="0">
                <a:solidFill>
                  <a:schemeClr val="tx2"/>
                </a:solidFill>
                <a:latin typeface="Amazon Ember Display" panose="020F0603020204020204" pitchFamily="34" charset="0"/>
              </a:defRPr>
            </a:lvl1pPr>
          </a:lstStyle>
          <a:p>
            <a:pPr lvl="0"/>
            <a:r>
              <a:rPr lang="en-US"/>
              <a:t>In collaboration with</a:t>
            </a:r>
          </a:p>
        </p:txBody>
      </p:sp>
    </p:spTree>
    <p:extLst>
      <p:ext uri="{BB962C8B-B14F-4D97-AF65-F5344CB8AC3E}">
        <p14:creationId xmlns:p14="http://schemas.microsoft.com/office/powerpoint/2010/main" val="3277099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Slide 1B">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4C35B44E-D009-7238-7D9A-79314B1D0C3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18671D03-03D2-3246-0292-3278FC46E9BD}"/>
              </a:ext>
            </a:extLst>
          </p:cNvPr>
          <p:cNvSpPr txBox="1"/>
          <p:nvPr userDrawn="1"/>
        </p:nvSpPr>
        <p:spPr>
          <a:xfrm>
            <a:off x="504476"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2026, Amazon Web Services, Inc. or its affiliates. All rights reserved. Amazon Confidential and Trademark.</a:t>
            </a:r>
          </a:p>
        </p:txBody>
      </p:sp>
      <p:sp>
        <p:nvSpPr>
          <p:cNvPr id="13" name="Text Placeholder 7">
            <a:extLst>
              <a:ext uri="{FF2B5EF4-FFF2-40B4-BE49-F238E27FC236}">
                <a16:creationId xmlns:a16="http://schemas.microsoft.com/office/drawing/2014/main" id="{F7A14831-118F-D903-FBF8-08F6C0E1C51D}"/>
              </a:ext>
            </a:extLst>
          </p:cNvPr>
          <p:cNvSpPr>
            <a:spLocks noGrp="1"/>
          </p:cNvSpPr>
          <p:nvPr>
            <p:ph type="body" sz="quarter" idx="10" hasCustomPrompt="1"/>
          </p:nvPr>
        </p:nvSpPr>
        <p:spPr>
          <a:xfrm>
            <a:off x="609598" y="3965866"/>
            <a:ext cx="3170550" cy="191515"/>
          </a:xfrm>
        </p:spPr>
        <p:txBody>
          <a:bodyPr wrap="square"/>
          <a:lstStyle>
            <a:lvl1pPr marL="0" indent="0">
              <a:spcAft>
                <a:spcPts val="0"/>
              </a:spcAft>
              <a:buNone/>
              <a:defRPr sz="1300" b="0" i="0" cap="all" spc="300" baseline="0">
                <a:solidFill>
                  <a:schemeClr val="tx2"/>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a:t>ENTER EYEBROW TREATMENT</a:t>
            </a:r>
          </a:p>
        </p:txBody>
      </p:sp>
      <p:sp>
        <p:nvSpPr>
          <p:cNvPr id="14" name="Title 1">
            <a:extLst>
              <a:ext uri="{FF2B5EF4-FFF2-40B4-BE49-F238E27FC236}">
                <a16:creationId xmlns:a16="http://schemas.microsoft.com/office/drawing/2014/main" id="{D5667255-5717-15E3-15D5-EE54F25E2498}"/>
              </a:ext>
            </a:extLst>
          </p:cNvPr>
          <p:cNvSpPr>
            <a:spLocks noGrp="1"/>
          </p:cNvSpPr>
          <p:nvPr>
            <p:ph type="ctrTitle" hasCustomPrompt="1"/>
          </p:nvPr>
        </p:nvSpPr>
        <p:spPr>
          <a:xfrm>
            <a:off x="477246" y="4440902"/>
            <a:ext cx="6460999" cy="1665390"/>
          </a:xfrm>
          <a:prstGeom prst="rect">
            <a:avLst/>
          </a:prstGeom>
        </p:spPr>
        <p:txBody>
          <a:bodyPr wrap="square" anchor="t" anchorCtr="0"/>
          <a:lstStyle>
            <a:lvl1pPr algn="l">
              <a:defRPr sz="60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Enter title</a:t>
            </a:r>
            <a:br>
              <a:rPr lang="en-US"/>
            </a:br>
            <a:r>
              <a:rPr lang="en-US"/>
              <a:t>here</a:t>
            </a:r>
          </a:p>
        </p:txBody>
      </p:sp>
      <p:pic>
        <p:nvPicPr>
          <p:cNvPr id="17" name="Picture 16">
            <a:extLst>
              <a:ext uri="{FF2B5EF4-FFF2-40B4-BE49-F238E27FC236}">
                <a16:creationId xmlns:a16="http://schemas.microsoft.com/office/drawing/2014/main" id="{0AA3514D-62F7-F4CA-514C-09D1E5C317B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09598" y="314619"/>
            <a:ext cx="1283702" cy="769597"/>
          </a:xfrm>
          <a:prstGeom prst="rect">
            <a:avLst/>
          </a:prstGeom>
        </p:spPr>
      </p:pic>
      <p:sp>
        <p:nvSpPr>
          <p:cNvPr id="22" name="Text Placeholder 11">
            <a:extLst>
              <a:ext uri="{FF2B5EF4-FFF2-40B4-BE49-F238E27FC236}">
                <a16:creationId xmlns:a16="http://schemas.microsoft.com/office/drawing/2014/main" id="{37019E3F-7419-4C95-D907-DC1BEA403647}"/>
              </a:ext>
            </a:extLst>
          </p:cNvPr>
          <p:cNvSpPr>
            <a:spLocks noGrp="1"/>
          </p:cNvSpPr>
          <p:nvPr>
            <p:ph type="body" sz="quarter" idx="13" hasCustomPrompt="1"/>
          </p:nvPr>
        </p:nvSpPr>
        <p:spPr>
          <a:xfrm>
            <a:off x="9170126" y="5034988"/>
            <a:ext cx="2544628" cy="313932"/>
          </a:xfrm>
        </p:spPr>
        <p:txBody>
          <a:bodyPr wrap="square"/>
          <a:lstStyle>
            <a:lvl1pPr marL="0" indent="0" algn="ctr">
              <a:spcAft>
                <a:spcPts val="300"/>
              </a:spcAft>
              <a:buNone/>
              <a:defRPr sz="1600" b="0" i="0">
                <a:solidFill>
                  <a:schemeClr val="tx2"/>
                </a:solidFill>
                <a:latin typeface="Amazon Ember Display" panose="020F0603020204020204" pitchFamily="34" charset="0"/>
              </a:defRPr>
            </a:lvl1pPr>
          </a:lstStyle>
          <a:p>
            <a:pPr lvl="0"/>
            <a:r>
              <a:rPr lang="en-US"/>
              <a:t>In collaboration with</a:t>
            </a:r>
          </a:p>
        </p:txBody>
      </p:sp>
    </p:spTree>
    <p:extLst>
      <p:ext uri="{BB962C8B-B14F-4D97-AF65-F5344CB8AC3E}">
        <p14:creationId xmlns:p14="http://schemas.microsoft.com/office/powerpoint/2010/main" val="3515829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Slide 1">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67F1B3F-5EAF-BF4D-EAC3-027F3AE85E7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1391CB6-D820-4A96-8204-600D7D956821}"/>
              </a:ext>
            </a:extLst>
          </p:cNvPr>
          <p:cNvSpPr>
            <a:spLocks noGrp="1"/>
          </p:cNvSpPr>
          <p:nvPr>
            <p:ph type="title" hasCustomPrompt="1"/>
          </p:nvPr>
        </p:nvSpPr>
        <p:spPr>
          <a:xfrm>
            <a:off x="525376" y="914401"/>
            <a:ext cx="10972800" cy="590931"/>
          </a:xfrm>
          <a:prstGeom prst="rect">
            <a:avLst/>
          </a:prstGeom>
        </p:spPr>
        <p:txBody>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Agenda layout</a:t>
            </a:r>
          </a:p>
        </p:txBody>
      </p:sp>
      <p:sp>
        <p:nvSpPr>
          <p:cNvPr id="7" name="Text Placeholder 6">
            <a:extLst>
              <a:ext uri="{FF2B5EF4-FFF2-40B4-BE49-F238E27FC236}">
                <a16:creationId xmlns:a16="http://schemas.microsoft.com/office/drawing/2014/main" id="{11750401-572B-4B45-BF07-5D528B05F88A}"/>
              </a:ext>
            </a:extLst>
          </p:cNvPr>
          <p:cNvSpPr>
            <a:spLocks noGrp="1"/>
          </p:cNvSpPr>
          <p:nvPr>
            <p:ph type="body" sz="quarter" idx="10" hasCustomPrompt="1"/>
          </p:nvPr>
        </p:nvSpPr>
        <p:spPr>
          <a:xfrm>
            <a:off x="609600" y="1714500"/>
            <a:ext cx="10972800" cy="3293209"/>
          </a:xfrm>
        </p:spPr>
        <p:txBody>
          <a:bodyPr/>
          <a:lstStyle>
            <a:lvl1pPr marL="0" indent="0">
              <a:spcAft>
                <a:spcPts val="3000"/>
              </a:spcAft>
              <a:buNone/>
              <a:defRPr sz="2400" b="0" i="0">
                <a:latin typeface="Amazon Ember Display" panose="020F0603020204020204" pitchFamily="34" charset="0"/>
              </a:defRPr>
            </a:lvl1pPr>
            <a:lvl2pPr marL="0" indent="0">
              <a:spcAft>
                <a:spcPts val="3000"/>
              </a:spcAft>
              <a:buNone/>
              <a:defRPr sz="2400" b="0" i="0">
                <a:latin typeface="Amazon Ember Display" panose="020F0603020204020204" pitchFamily="34" charset="0"/>
              </a:defRPr>
            </a:lvl2pPr>
            <a:lvl3pPr marL="0" indent="0">
              <a:spcAft>
                <a:spcPts val="3000"/>
              </a:spcAft>
              <a:buNone/>
              <a:defRPr sz="2400" b="0" i="0">
                <a:latin typeface="Amazon Ember Display" panose="020F0603020204020204" pitchFamily="34" charset="0"/>
              </a:defRPr>
            </a:lvl3pPr>
            <a:lvl4pPr marL="0" indent="0">
              <a:spcAft>
                <a:spcPts val="3000"/>
              </a:spcAft>
              <a:buNone/>
              <a:defRPr sz="2400" b="0" i="0">
                <a:latin typeface="Amazon Ember Display" panose="020F0603020204020204" pitchFamily="34" charset="0"/>
              </a:defRPr>
            </a:lvl4pPr>
            <a:lvl5pPr marL="0" indent="0">
              <a:spcAft>
                <a:spcPts val="3000"/>
              </a:spcAft>
              <a:buNone/>
              <a:defRPr sz="2400" b="0" i="0">
                <a:latin typeface="Amazon Ember Display" panose="020F0603020204020204" pitchFamily="34" charset="0"/>
              </a:defRPr>
            </a:lvl5pPr>
          </a:lstStyle>
          <a:p>
            <a:pPr lvl="0"/>
            <a:r>
              <a:rPr lang="en-US"/>
              <a:t>Enter high-level agenda items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CF5A1D86-6A7C-4718-BC8A-729563F7E07F}"/>
              </a:ext>
            </a:extLst>
          </p:cNvPr>
          <p:cNvSpPr>
            <a:spLocks noGrp="1"/>
          </p:cNvSpPr>
          <p:nvPr>
            <p:ph type="dt" sz="half" idx="11"/>
          </p:nvPr>
        </p:nvSpPr>
        <p:spPr/>
        <p:txBody>
          <a:bodyPr/>
          <a:lstStyle>
            <a:lvl1pPr>
              <a:defRPr b="0" i="0">
                <a:latin typeface="Amazon Ember Display" panose="020F0603020204020204" pitchFamily="34" charset="0"/>
              </a:defRPr>
            </a:lvl1pPr>
          </a:lstStyle>
          <a:p>
            <a:fld id="{06736434-7E81-994B-854B-1BF33F160A0D}" type="datetime1">
              <a:rPr lang="en-US" smtClean="0"/>
              <a:pPr/>
              <a:t>5/14/26</a:t>
            </a:fld>
            <a:endParaRPr lang="en-US"/>
          </a:p>
        </p:txBody>
      </p:sp>
      <p:sp>
        <p:nvSpPr>
          <p:cNvPr id="4" name="Footer Placeholder 3">
            <a:extLst>
              <a:ext uri="{FF2B5EF4-FFF2-40B4-BE49-F238E27FC236}">
                <a16:creationId xmlns:a16="http://schemas.microsoft.com/office/drawing/2014/main" id="{AC5447C4-003F-49F1-92D9-AA8E16018146}"/>
              </a:ext>
            </a:extLst>
          </p:cNvPr>
          <p:cNvSpPr>
            <a:spLocks noGrp="1"/>
          </p:cNvSpPr>
          <p:nvPr>
            <p:ph type="ftr" sz="quarter" idx="12"/>
          </p:nvPr>
        </p:nvSpPr>
        <p:spPr/>
        <p:txBody>
          <a:bodyPr/>
          <a:lstStyle>
            <a:lvl1pPr>
              <a:defRPr b="0" i="0">
                <a:latin typeface="Amazon Ember Display" panose="020F0603020204020204" pitchFamily="34" charset="0"/>
              </a:defRPr>
            </a:lvl1pPr>
          </a:lstStyle>
          <a:p>
            <a:endParaRPr lang="en-US"/>
          </a:p>
        </p:txBody>
      </p:sp>
      <p:sp>
        <p:nvSpPr>
          <p:cNvPr id="5" name="Slide Number Placeholder 4">
            <a:extLst>
              <a:ext uri="{FF2B5EF4-FFF2-40B4-BE49-F238E27FC236}">
                <a16:creationId xmlns:a16="http://schemas.microsoft.com/office/drawing/2014/main" id="{784C0F27-F073-46C5-99AA-D6BC67A40F51}"/>
              </a:ext>
            </a:extLst>
          </p:cNvPr>
          <p:cNvSpPr>
            <a:spLocks noGrp="1"/>
          </p:cNvSpPr>
          <p:nvPr>
            <p:ph type="sldNum" sz="quarter" idx="13"/>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70614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Slide 2">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D9356ED-54C0-AD03-2028-FEFC88C137A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ext Placeholder 6">
            <a:extLst>
              <a:ext uri="{FF2B5EF4-FFF2-40B4-BE49-F238E27FC236}">
                <a16:creationId xmlns:a16="http://schemas.microsoft.com/office/drawing/2014/main" id="{11750401-572B-4B45-BF07-5D528B05F88A}"/>
              </a:ext>
            </a:extLst>
          </p:cNvPr>
          <p:cNvSpPr>
            <a:spLocks noGrp="1"/>
          </p:cNvSpPr>
          <p:nvPr>
            <p:ph type="body" sz="quarter" idx="10" hasCustomPrompt="1"/>
          </p:nvPr>
        </p:nvSpPr>
        <p:spPr>
          <a:xfrm>
            <a:off x="609600" y="1714500"/>
            <a:ext cx="10972800" cy="3293209"/>
          </a:xfrm>
        </p:spPr>
        <p:txBody>
          <a:bodyPr/>
          <a:lstStyle>
            <a:lvl1pPr marL="0" indent="0">
              <a:spcAft>
                <a:spcPts val="3000"/>
              </a:spcAft>
              <a:buNone/>
              <a:defRPr sz="2400" b="0" i="0">
                <a:latin typeface="Amazon Ember Display" panose="020F0603020204020204" pitchFamily="34" charset="0"/>
              </a:defRPr>
            </a:lvl1pPr>
            <a:lvl2pPr marL="0" indent="0">
              <a:spcAft>
                <a:spcPts val="3000"/>
              </a:spcAft>
              <a:buNone/>
              <a:defRPr sz="2400" b="0" i="0">
                <a:latin typeface="Amazon Ember Display" panose="020F0603020204020204" pitchFamily="34" charset="0"/>
              </a:defRPr>
            </a:lvl2pPr>
            <a:lvl3pPr marL="0" indent="0">
              <a:spcAft>
                <a:spcPts val="3000"/>
              </a:spcAft>
              <a:buNone/>
              <a:defRPr sz="2400" b="0" i="0">
                <a:latin typeface="Amazon Ember Display" panose="020F0603020204020204" pitchFamily="34" charset="0"/>
              </a:defRPr>
            </a:lvl3pPr>
            <a:lvl4pPr marL="0" indent="0">
              <a:spcAft>
                <a:spcPts val="3000"/>
              </a:spcAft>
              <a:buNone/>
              <a:defRPr sz="2400" b="0" i="0">
                <a:latin typeface="Amazon Ember Display" panose="020F0603020204020204" pitchFamily="34" charset="0"/>
              </a:defRPr>
            </a:lvl4pPr>
            <a:lvl5pPr marL="0" indent="0">
              <a:spcAft>
                <a:spcPts val="3000"/>
              </a:spcAft>
              <a:buNone/>
              <a:defRPr sz="2400" b="0" i="0">
                <a:latin typeface="Amazon Ember Display" panose="020F0603020204020204" pitchFamily="34" charset="0"/>
              </a:defRPr>
            </a:lvl5pPr>
          </a:lstStyle>
          <a:p>
            <a:pPr lvl="0"/>
            <a:r>
              <a:rPr lang="en-US"/>
              <a:t>Enter high-level agenda items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CF5A1D86-6A7C-4718-BC8A-729563F7E07F}"/>
              </a:ext>
            </a:extLst>
          </p:cNvPr>
          <p:cNvSpPr>
            <a:spLocks noGrp="1"/>
          </p:cNvSpPr>
          <p:nvPr>
            <p:ph type="dt" sz="half" idx="11"/>
          </p:nvPr>
        </p:nvSpPr>
        <p:spPr/>
        <p:txBody>
          <a:bodyPr/>
          <a:lstStyle>
            <a:lvl1pPr>
              <a:defRPr b="0" i="0">
                <a:latin typeface="Amazon Ember Display" panose="020F0603020204020204" pitchFamily="34" charset="0"/>
              </a:defRPr>
            </a:lvl1pPr>
          </a:lstStyle>
          <a:p>
            <a:fld id="{06736434-7E81-994B-854B-1BF33F160A0D}" type="datetime1">
              <a:rPr lang="en-US" smtClean="0"/>
              <a:pPr/>
              <a:t>5/14/26</a:t>
            </a:fld>
            <a:endParaRPr lang="en-US"/>
          </a:p>
        </p:txBody>
      </p:sp>
      <p:sp>
        <p:nvSpPr>
          <p:cNvPr id="4" name="Footer Placeholder 3">
            <a:extLst>
              <a:ext uri="{FF2B5EF4-FFF2-40B4-BE49-F238E27FC236}">
                <a16:creationId xmlns:a16="http://schemas.microsoft.com/office/drawing/2014/main" id="{AC5447C4-003F-49F1-92D9-AA8E16018146}"/>
              </a:ext>
            </a:extLst>
          </p:cNvPr>
          <p:cNvSpPr>
            <a:spLocks noGrp="1"/>
          </p:cNvSpPr>
          <p:nvPr>
            <p:ph type="ftr" sz="quarter" idx="12"/>
          </p:nvPr>
        </p:nvSpPr>
        <p:spPr/>
        <p:txBody>
          <a:bodyPr/>
          <a:lstStyle>
            <a:lvl1pPr>
              <a:defRPr b="0" i="0">
                <a:latin typeface="Amazon Ember Display" panose="020F0603020204020204" pitchFamily="34" charset="0"/>
              </a:defRPr>
            </a:lvl1pPr>
          </a:lstStyle>
          <a:p>
            <a:endParaRPr lang="en-US"/>
          </a:p>
        </p:txBody>
      </p:sp>
      <p:sp>
        <p:nvSpPr>
          <p:cNvPr id="5" name="Slide Number Placeholder 4">
            <a:extLst>
              <a:ext uri="{FF2B5EF4-FFF2-40B4-BE49-F238E27FC236}">
                <a16:creationId xmlns:a16="http://schemas.microsoft.com/office/drawing/2014/main" id="{784C0F27-F073-46C5-99AA-D6BC67A40F51}"/>
              </a:ext>
            </a:extLst>
          </p:cNvPr>
          <p:cNvSpPr>
            <a:spLocks noGrp="1"/>
          </p:cNvSpPr>
          <p:nvPr>
            <p:ph type="sldNum" sz="quarter" idx="13"/>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
        <p:nvSpPr>
          <p:cNvPr id="2" name="Title 1">
            <a:extLst>
              <a:ext uri="{FF2B5EF4-FFF2-40B4-BE49-F238E27FC236}">
                <a16:creationId xmlns:a16="http://schemas.microsoft.com/office/drawing/2014/main" id="{E9F3380B-4C2C-4CFA-5735-2689C62E6B51}"/>
              </a:ext>
            </a:extLst>
          </p:cNvPr>
          <p:cNvSpPr>
            <a:spLocks noGrp="1"/>
          </p:cNvSpPr>
          <p:nvPr>
            <p:ph type="title" hasCustomPrompt="1"/>
          </p:nvPr>
        </p:nvSpPr>
        <p:spPr>
          <a:xfrm>
            <a:off x="525376" y="914401"/>
            <a:ext cx="10972800" cy="590931"/>
          </a:xfrm>
          <a:prstGeom prst="rect">
            <a:avLst/>
          </a:prstGeom>
        </p:spPr>
        <p:txBody>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Agenda layout</a:t>
            </a:r>
          </a:p>
        </p:txBody>
      </p:sp>
    </p:spTree>
    <p:extLst>
      <p:ext uri="{BB962C8B-B14F-4D97-AF65-F5344CB8AC3E}">
        <p14:creationId xmlns:p14="http://schemas.microsoft.com/office/powerpoint/2010/main" val="10707938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Slide 3">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B267722-074B-A21B-E711-8760B52945C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ext Placeholder 6">
            <a:extLst>
              <a:ext uri="{FF2B5EF4-FFF2-40B4-BE49-F238E27FC236}">
                <a16:creationId xmlns:a16="http://schemas.microsoft.com/office/drawing/2014/main" id="{11750401-572B-4B45-BF07-5D528B05F88A}"/>
              </a:ext>
            </a:extLst>
          </p:cNvPr>
          <p:cNvSpPr>
            <a:spLocks noGrp="1"/>
          </p:cNvSpPr>
          <p:nvPr>
            <p:ph type="body" sz="quarter" idx="10" hasCustomPrompt="1"/>
          </p:nvPr>
        </p:nvSpPr>
        <p:spPr>
          <a:xfrm>
            <a:off x="609600" y="1714500"/>
            <a:ext cx="10972800" cy="3293209"/>
          </a:xfrm>
        </p:spPr>
        <p:txBody>
          <a:bodyPr/>
          <a:lstStyle>
            <a:lvl1pPr marL="0" indent="0">
              <a:spcAft>
                <a:spcPts val="3000"/>
              </a:spcAft>
              <a:buNone/>
              <a:defRPr sz="2400" b="0" i="0">
                <a:latin typeface="Amazon Ember Display" panose="020F0603020204020204" pitchFamily="34" charset="0"/>
              </a:defRPr>
            </a:lvl1pPr>
            <a:lvl2pPr marL="0" indent="0">
              <a:spcAft>
                <a:spcPts val="3000"/>
              </a:spcAft>
              <a:buNone/>
              <a:defRPr sz="2400" b="0" i="0">
                <a:latin typeface="Amazon Ember Display" panose="020F0603020204020204" pitchFamily="34" charset="0"/>
              </a:defRPr>
            </a:lvl2pPr>
            <a:lvl3pPr marL="0" indent="0">
              <a:spcAft>
                <a:spcPts val="3000"/>
              </a:spcAft>
              <a:buNone/>
              <a:defRPr sz="2400" b="0" i="0">
                <a:latin typeface="Amazon Ember Display" panose="020F0603020204020204" pitchFamily="34" charset="0"/>
              </a:defRPr>
            </a:lvl3pPr>
            <a:lvl4pPr marL="0" indent="0">
              <a:spcAft>
                <a:spcPts val="3000"/>
              </a:spcAft>
              <a:buNone/>
              <a:defRPr sz="2400" b="0" i="0">
                <a:latin typeface="Amazon Ember Display" panose="020F0603020204020204" pitchFamily="34" charset="0"/>
              </a:defRPr>
            </a:lvl4pPr>
            <a:lvl5pPr marL="0" indent="0">
              <a:spcAft>
                <a:spcPts val="3000"/>
              </a:spcAft>
              <a:buNone/>
              <a:defRPr sz="2400" b="0" i="0">
                <a:latin typeface="Amazon Ember Display" panose="020F0603020204020204" pitchFamily="34" charset="0"/>
              </a:defRPr>
            </a:lvl5pPr>
          </a:lstStyle>
          <a:p>
            <a:pPr lvl="0"/>
            <a:r>
              <a:rPr lang="en-US"/>
              <a:t>Enter high-level agenda items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CF5A1D86-6A7C-4718-BC8A-729563F7E07F}"/>
              </a:ext>
            </a:extLst>
          </p:cNvPr>
          <p:cNvSpPr>
            <a:spLocks noGrp="1"/>
          </p:cNvSpPr>
          <p:nvPr>
            <p:ph type="dt" sz="half" idx="11"/>
          </p:nvPr>
        </p:nvSpPr>
        <p:spPr/>
        <p:txBody>
          <a:bodyPr/>
          <a:lstStyle>
            <a:lvl1pPr>
              <a:defRPr b="0" i="0">
                <a:latin typeface="Amazon Ember Display" panose="020F0603020204020204" pitchFamily="34" charset="0"/>
              </a:defRPr>
            </a:lvl1pPr>
          </a:lstStyle>
          <a:p>
            <a:fld id="{06736434-7E81-994B-854B-1BF33F160A0D}" type="datetime1">
              <a:rPr lang="en-US" smtClean="0"/>
              <a:pPr/>
              <a:t>5/14/26</a:t>
            </a:fld>
            <a:endParaRPr lang="en-US"/>
          </a:p>
        </p:txBody>
      </p:sp>
      <p:sp>
        <p:nvSpPr>
          <p:cNvPr id="4" name="Footer Placeholder 3">
            <a:extLst>
              <a:ext uri="{FF2B5EF4-FFF2-40B4-BE49-F238E27FC236}">
                <a16:creationId xmlns:a16="http://schemas.microsoft.com/office/drawing/2014/main" id="{AC5447C4-003F-49F1-92D9-AA8E16018146}"/>
              </a:ext>
            </a:extLst>
          </p:cNvPr>
          <p:cNvSpPr>
            <a:spLocks noGrp="1"/>
          </p:cNvSpPr>
          <p:nvPr>
            <p:ph type="ftr" sz="quarter" idx="12"/>
          </p:nvPr>
        </p:nvSpPr>
        <p:spPr/>
        <p:txBody>
          <a:bodyPr/>
          <a:lstStyle>
            <a:lvl1pPr>
              <a:defRPr b="0" i="0">
                <a:latin typeface="Amazon Ember Display" panose="020F0603020204020204" pitchFamily="34" charset="0"/>
              </a:defRPr>
            </a:lvl1pPr>
          </a:lstStyle>
          <a:p>
            <a:endParaRPr lang="en-US"/>
          </a:p>
        </p:txBody>
      </p:sp>
      <p:sp>
        <p:nvSpPr>
          <p:cNvPr id="5" name="Slide Number Placeholder 4">
            <a:extLst>
              <a:ext uri="{FF2B5EF4-FFF2-40B4-BE49-F238E27FC236}">
                <a16:creationId xmlns:a16="http://schemas.microsoft.com/office/drawing/2014/main" id="{784C0F27-F073-46C5-99AA-D6BC67A40F51}"/>
              </a:ext>
            </a:extLst>
          </p:cNvPr>
          <p:cNvSpPr>
            <a:spLocks noGrp="1"/>
          </p:cNvSpPr>
          <p:nvPr>
            <p:ph type="sldNum" sz="quarter" idx="13"/>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
        <p:nvSpPr>
          <p:cNvPr id="2" name="Title 1">
            <a:extLst>
              <a:ext uri="{FF2B5EF4-FFF2-40B4-BE49-F238E27FC236}">
                <a16:creationId xmlns:a16="http://schemas.microsoft.com/office/drawing/2014/main" id="{ADD7451C-3F29-6F6D-F332-22252720A08E}"/>
              </a:ext>
            </a:extLst>
          </p:cNvPr>
          <p:cNvSpPr>
            <a:spLocks noGrp="1"/>
          </p:cNvSpPr>
          <p:nvPr>
            <p:ph type="title" hasCustomPrompt="1"/>
          </p:nvPr>
        </p:nvSpPr>
        <p:spPr>
          <a:xfrm>
            <a:off x="525376" y="914401"/>
            <a:ext cx="10972800" cy="590931"/>
          </a:xfrm>
          <a:prstGeom prst="rect">
            <a:avLst/>
          </a:prstGeom>
        </p:spPr>
        <p:txBody>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Agenda layout</a:t>
            </a:r>
          </a:p>
        </p:txBody>
      </p:sp>
    </p:spTree>
    <p:extLst>
      <p:ext uri="{BB962C8B-B14F-4D97-AF65-F5344CB8AC3E}">
        <p14:creationId xmlns:p14="http://schemas.microsoft.com/office/powerpoint/2010/main" val="1893051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C8CF9-BF86-4458-BFA4-38F0F2DB9847}"/>
              </a:ext>
            </a:extLst>
          </p:cNvPr>
          <p:cNvSpPr>
            <a:spLocks noGrp="1"/>
          </p:cNvSpPr>
          <p:nvPr>
            <p:ph type="title" hasCustomPrompt="1"/>
          </p:nvPr>
        </p:nvSpPr>
        <p:spPr>
          <a:xfrm>
            <a:off x="609600" y="914401"/>
            <a:ext cx="10972800" cy="590931"/>
          </a:xfrm>
          <a:prstGeom prst="rect">
            <a:avLst/>
          </a:prstGeom>
        </p:spPr>
        <p:txBody>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Title only layout</a:t>
            </a:r>
          </a:p>
        </p:txBody>
      </p:sp>
      <p:sp>
        <p:nvSpPr>
          <p:cNvPr id="3" name="Date Placeholder 2">
            <a:extLst>
              <a:ext uri="{FF2B5EF4-FFF2-40B4-BE49-F238E27FC236}">
                <a16:creationId xmlns:a16="http://schemas.microsoft.com/office/drawing/2014/main" id="{08A22A18-A983-4477-9CE2-E889A78034A4}"/>
              </a:ext>
            </a:extLst>
          </p:cNvPr>
          <p:cNvSpPr>
            <a:spLocks noGrp="1"/>
          </p:cNvSpPr>
          <p:nvPr>
            <p:ph type="dt" sz="half" idx="10"/>
          </p:nvPr>
        </p:nvSpPr>
        <p:spPr/>
        <p:txBody>
          <a:bodyPr/>
          <a:lstStyle>
            <a:lvl1pPr>
              <a:defRPr b="0" i="0">
                <a:latin typeface="Amazon Ember Display" panose="020F0603020204020204" pitchFamily="34" charset="0"/>
              </a:defRPr>
            </a:lvl1pPr>
          </a:lstStyle>
          <a:p>
            <a:fld id="{9600D62F-E191-C046-B6EA-E79BE99AA24A}" type="datetime1">
              <a:rPr lang="en-US" smtClean="0"/>
              <a:pPr/>
              <a:t>5/14/26</a:t>
            </a:fld>
            <a:endParaRPr lang="en-US"/>
          </a:p>
        </p:txBody>
      </p:sp>
      <p:sp>
        <p:nvSpPr>
          <p:cNvPr id="4" name="Footer Placeholder 3">
            <a:extLst>
              <a:ext uri="{FF2B5EF4-FFF2-40B4-BE49-F238E27FC236}">
                <a16:creationId xmlns:a16="http://schemas.microsoft.com/office/drawing/2014/main" id="{416B6389-19E6-4677-81FB-25CCEB0E3D8F}"/>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5" name="Slide Number Placeholder 4">
            <a:extLst>
              <a:ext uri="{FF2B5EF4-FFF2-40B4-BE49-F238E27FC236}">
                <a16:creationId xmlns:a16="http://schemas.microsoft.com/office/drawing/2014/main" id="{6D907AE9-2A8E-446F-AC5C-E522F1C0231C}"/>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1425795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Gradient 1">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32C0AD3-8E0A-E268-62C3-C4FC5A4FB67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F3C8CF9-BF86-4458-BFA4-38F0F2DB9847}"/>
              </a:ext>
            </a:extLst>
          </p:cNvPr>
          <p:cNvSpPr>
            <a:spLocks noGrp="1"/>
          </p:cNvSpPr>
          <p:nvPr>
            <p:ph type="title" hasCustomPrompt="1"/>
          </p:nvPr>
        </p:nvSpPr>
        <p:spPr>
          <a:xfrm>
            <a:off x="609600" y="914401"/>
            <a:ext cx="10972800" cy="590931"/>
          </a:xfrm>
          <a:prstGeom prst="rect">
            <a:avLst/>
          </a:prstGeom>
        </p:spPr>
        <p:txBody>
          <a:bodyPr/>
          <a:lstStyle>
            <a:lvl1pPr>
              <a:defRPr sz="36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Title only layout with gradient</a:t>
            </a:r>
          </a:p>
        </p:txBody>
      </p:sp>
      <p:sp>
        <p:nvSpPr>
          <p:cNvPr id="7" name="Date Placeholder 6">
            <a:extLst>
              <a:ext uri="{FF2B5EF4-FFF2-40B4-BE49-F238E27FC236}">
                <a16:creationId xmlns:a16="http://schemas.microsoft.com/office/drawing/2014/main" id="{9FF00575-76B9-4D8B-9903-136ED9A42301}"/>
              </a:ext>
            </a:extLst>
          </p:cNvPr>
          <p:cNvSpPr>
            <a:spLocks noGrp="1"/>
          </p:cNvSpPr>
          <p:nvPr>
            <p:ph type="dt" sz="half" idx="10"/>
          </p:nvPr>
        </p:nvSpPr>
        <p:spPr/>
        <p:txBody>
          <a:bodyPr/>
          <a:lstStyle>
            <a:lvl1pPr>
              <a:defRPr b="0" i="0">
                <a:latin typeface="Amazon Ember Display" panose="020F0603020204020204" pitchFamily="34" charset="0"/>
              </a:defRPr>
            </a:lvl1pPr>
          </a:lstStyle>
          <a:p>
            <a:fld id="{393093C1-DE68-B74B-A980-4E3BCEBC269D}" type="datetime1">
              <a:rPr lang="en-US" smtClean="0"/>
              <a:pPr/>
              <a:t>5/14/26</a:t>
            </a:fld>
            <a:endParaRPr lang="en-US"/>
          </a:p>
        </p:txBody>
      </p:sp>
      <p:sp>
        <p:nvSpPr>
          <p:cNvPr id="8" name="Footer Placeholder 7">
            <a:extLst>
              <a:ext uri="{FF2B5EF4-FFF2-40B4-BE49-F238E27FC236}">
                <a16:creationId xmlns:a16="http://schemas.microsoft.com/office/drawing/2014/main" id="{56CDB515-1F55-4916-8897-BD5A83C12C05}"/>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b="0" i="0">
                <a:solidFill>
                  <a:schemeClr val="tx2"/>
                </a:solidFill>
                <a:latin typeface="Amazon Ember Display" panose="020F0603020204020204" pitchFamily="34" charset="0"/>
              </a:defRPr>
            </a:lvl1pPr>
          </a:lstStyle>
          <a:p>
            <a:fld id="{EB4B8DE2-A4E8-46E4-8BBF-D75455EFF32C}" type="slidenum">
              <a:rPr lang="en-US" smtClean="0"/>
              <a:pPr/>
              <a:t>‹#›</a:t>
            </a:fld>
            <a:endParaRPr lang="en-US"/>
          </a:p>
        </p:txBody>
      </p:sp>
      <p:pic>
        <p:nvPicPr>
          <p:cNvPr id="4" name="Picture 3">
            <a:extLst>
              <a:ext uri="{FF2B5EF4-FFF2-40B4-BE49-F238E27FC236}">
                <a16:creationId xmlns:a16="http://schemas.microsoft.com/office/drawing/2014/main" id="{5B337A45-3492-46BC-9D48-C3D40511713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8756"/>
          </a:xfrm>
          <a:prstGeom prst="rect">
            <a:avLst/>
          </a:prstGeom>
        </p:spPr>
      </p:pic>
      <p:pic>
        <p:nvPicPr>
          <p:cNvPr id="16" name="Picture 15">
            <a:extLst>
              <a:ext uri="{FF2B5EF4-FFF2-40B4-BE49-F238E27FC236}">
                <a16:creationId xmlns:a16="http://schemas.microsoft.com/office/drawing/2014/main" id="{74FB8723-8ACA-4EE1-B41C-61357DA12BF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95295" y="6338002"/>
            <a:ext cx="365760" cy="219048"/>
          </a:xfrm>
          <a:prstGeom prst="rect">
            <a:avLst/>
          </a:prstGeom>
        </p:spPr>
      </p:pic>
      <p:sp>
        <p:nvSpPr>
          <p:cNvPr id="3" name="TextBox 2">
            <a:extLst>
              <a:ext uri="{FF2B5EF4-FFF2-40B4-BE49-F238E27FC236}">
                <a16:creationId xmlns:a16="http://schemas.microsoft.com/office/drawing/2014/main" id="{4428B6B8-8E5D-CCC5-1806-0A8018C1A944}"/>
              </a:ext>
            </a:extLst>
          </p:cNvPr>
          <p:cNvSpPr txBox="1"/>
          <p:nvPr userDrawn="1"/>
        </p:nvSpPr>
        <p:spPr>
          <a:xfrm>
            <a:off x="1141084"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2026, Amazon Web Services, Inc. or its affiliates. All rights reserved. Amazon Confidential and Trademark.</a:t>
            </a:r>
          </a:p>
        </p:txBody>
      </p:sp>
    </p:spTree>
    <p:extLst>
      <p:ext uri="{BB962C8B-B14F-4D97-AF65-F5344CB8AC3E}">
        <p14:creationId xmlns:p14="http://schemas.microsoft.com/office/powerpoint/2010/main" val="3401688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Gradient 2">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80C3FBB-5E23-AF69-9744-2F6B8EFD3C0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F3C8CF9-BF86-4458-BFA4-38F0F2DB9847}"/>
              </a:ext>
            </a:extLst>
          </p:cNvPr>
          <p:cNvSpPr>
            <a:spLocks noGrp="1"/>
          </p:cNvSpPr>
          <p:nvPr>
            <p:ph type="title" hasCustomPrompt="1"/>
          </p:nvPr>
        </p:nvSpPr>
        <p:spPr>
          <a:xfrm>
            <a:off x="609600" y="914401"/>
            <a:ext cx="10972800" cy="590931"/>
          </a:xfrm>
          <a:prstGeom prst="rect">
            <a:avLst/>
          </a:prstGeom>
        </p:spPr>
        <p:txBody>
          <a:bodyPr/>
          <a:lstStyle>
            <a:lvl1pPr>
              <a:defRPr sz="36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Title only layout with gradient</a:t>
            </a:r>
          </a:p>
        </p:txBody>
      </p:sp>
      <p:sp>
        <p:nvSpPr>
          <p:cNvPr id="7" name="Date Placeholder 6">
            <a:extLst>
              <a:ext uri="{FF2B5EF4-FFF2-40B4-BE49-F238E27FC236}">
                <a16:creationId xmlns:a16="http://schemas.microsoft.com/office/drawing/2014/main" id="{9FF00575-76B9-4D8B-9903-136ED9A42301}"/>
              </a:ext>
            </a:extLst>
          </p:cNvPr>
          <p:cNvSpPr>
            <a:spLocks noGrp="1"/>
          </p:cNvSpPr>
          <p:nvPr>
            <p:ph type="dt" sz="half" idx="10"/>
          </p:nvPr>
        </p:nvSpPr>
        <p:spPr/>
        <p:txBody>
          <a:bodyPr/>
          <a:lstStyle>
            <a:lvl1pPr>
              <a:defRPr b="0" i="0">
                <a:latin typeface="Amazon Ember Display" panose="020F0603020204020204" pitchFamily="34" charset="0"/>
              </a:defRPr>
            </a:lvl1pPr>
          </a:lstStyle>
          <a:p>
            <a:fld id="{393093C1-DE68-B74B-A980-4E3BCEBC269D}" type="datetime1">
              <a:rPr lang="en-US" smtClean="0"/>
              <a:pPr/>
              <a:t>5/14/26</a:t>
            </a:fld>
            <a:endParaRPr lang="en-US"/>
          </a:p>
        </p:txBody>
      </p:sp>
      <p:sp>
        <p:nvSpPr>
          <p:cNvPr id="8" name="Footer Placeholder 7">
            <a:extLst>
              <a:ext uri="{FF2B5EF4-FFF2-40B4-BE49-F238E27FC236}">
                <a16:creationId xmlns:a16="http://schemas.microsoft.com/office/drawing/2014/main" id="{56CDB515-1F55-4916-8897-BD5A83C12C05}"/>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b="0" i="0">
                <a:solidFill>
                  <a:schemeClr val="tx2"/>
                </a:solidFill>
                <a:latin typeface="Amazon Ember Display" panose="020F0603020204020204" pitchFamily="34" charset="0"/>
              </a:defRPr>
            </a:lvl1pPr>
          </a:lstStyle>
          <a:p>
            <a:fld id="{EB4B8DE2-A4E8-46E4-8BBF-D75455EFF32C}" type="slidenum">
              <a:rPr lang="en-US" smtClean="0"/>
              <a:pPr/>
              <a:t>‹#›</a:t>
            </a:fld>
            <a:endParaRPr lang="en-US"/>
          </a:p>
        </p:txBody>
      </p:sp>
      <p:pic>
        <p:nvPicPr>
          <p:cNvPr id="4" name="Picture 3">
            <a:extLst>
              <a:ext uri="{FF2B5EF4-FFF2-40B4-BE49-F238E27FC236}">
                <a16:creationId xmlns:a16="http://schemas.microsoft.com/office/drawing/2014/main" id="{5B337A45-3492-46BC-9D48-C3D40511713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8756"/>
          </a:xfrm>
          <a:prstGeom prst="rect">
            <a:avLst/>
          </a:prstGeom>
        </p:spPr>
      </p:pic>
      <p:pic>
        <p:nvPicPr>
          <p:cNvPr id="16" name="Picture 15">
            <a:extLst>
              <a:ext uri="{FF2B5EF4-FFF2-40B4-BE49-F238E27FC236}">
                <a16:creationId xmlns:a16="http://schemas.microsoft.com/office/drawing/2014/main" id="{74FB8723-8ACA-4EE1-B41C-61357DA12BF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95295" y="6338002"/>
            <a:ext cx="365760" cy="219048"/>
          </a:xfrm>
          <a:prstGeom prst="rect">
            <a:avLst/>
          </a:prstGeom>
        </p:spPr>
      </p:pic>
      <p:sp>
        <p:nvSpPr>
          <p:cNvPr id="3" name="TextBox 2">
            <a:extLst>
              <a:ext uri="{FF2B5EF4-FFF2-40B4-BE49-F238E27FC236}">
                <a16:creationId xmlns:a16="http://schemas.microsoft.com/office/drawing/2014/main" id="{F9F4A711-3A53-0556-7C8C-BBE097FED1A5}"/>
              </a:ext>
            </a:extLst>
          </p:cNvPr>
          <p:cNvSpPr txBox="1"/>
          <p:nvPr userDrawn="1"/>
        </p:nvSpPr>
        <p:spPr>
          <a:xfrm>
            <a:off x="1141084"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2026, Amazon Web Services, Inc. or its affiliates. All rights reserved. Amazon Confidential and Trademark.</a:t>
            </a:r>
          </a:p>
        </p:txBody>
      </p:sp>
    </p:spTree>
    <p:extLst>
      <p:ext uri="{BB962C8B-B14F-4D97-AF65-F5344CB8AC3E}">
        <p14:creationId xmlns:p14="http://schemas.microsoft.com/office/powerpoint/2010/main" val="3165444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Gradient 3">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89A2D94-1136-E0D2-3E6B-F8762074B8E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F3C8CF9-BF86-4458-BFA4-38F0F2DB9847}"/>
              </a:ext>
            </a:extLst>
          </p:cNvPr>
          <p:cNvSpPr>
            <a:spLocks noGrp="1"/>
          </p:cNvSpPr>
          <p:nvPr>
            <p:ph type="title" hasCustomPrompt="1"/>
          </p:nvPr>
        </p:nvSpPr>
        <p:spPr>
          <a:xfrm>
            <a:off x="609600" y="914401"/>
            <a:ext cx="10972800" cy="590931"/>
          </a:xfrm>
          <a:prstGeom prst="rect">
            <a:avLst/>
          </a:prstGeom>
        </p:spPr>
        <p:txBody>
          <a:bodyPr/>
          <a:lstStyle>
            <a:lvl1pPr>
              <a:defRPr sz="36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Title only layout with gradient</a:t>
            </a:r>
          </a:p>
        </p:txBody>
      </p:sp>
      <p:sp>
        <p:nvSpPr>
          <p:cNvPr id="7" name="Date Placeholder 6">
            <a:extLst>
              <a:ext uri="{FF2B5EF4-FFF2-40B4-BE49-F238E27FC236}">
                <a16:creationId xmlns:a16="http://schemas.microsoft.com/office/drawing/2014/main" id="{9FF00575-76B9-4D8B-9903-136ED9A42301}"/>
              </a:ext>
            </a:extLst>
          </p:cNvPr>
          <p:cNvSpPr>
            <a:spLocks noGrp="1"/>
          </p:cNvSpPr>
          <p:nvPr>
            <p:ph type="dt" sz="half" idx="10"/>
          </p:nvPr>
        </p:nvSpPr>
        <p:spPr/>
        <p:txBody>
          <a:bodyPr/>
          <a:lstStyle>
            <a:lvl1pPr>
              <a:defRPr b="0" i="0">
                <a:latin typeface="Amazon Ember Display" panose="020F0603020204020204" pitchFamily="34" charset="0"/>
              </a:defRPr>
            </a:lvl1pPr>
          </a:lstStyle>
          <a:p>
            <a:fld id="{393093C1-DE68-B74B-A980-4E3BCEBC269D}" type="datetime1">
              <a:rPr lang="en-US" smtClean="0"/>
              <a:pPr/>
              <a:t>5/14/26</a:t>
            </a:fld>
            <a:endParaRPr lang="en-US"/>
          </a:p>
        </p:txBody>
      </p:sp>
      <p:sp>
        <p:nvSpPr>
          <p:cNvPr id="8" name="Footer Placeholder 7">
            <a:extLst>
              <a:ext uri="{FF2B5EF4-FFF2-40B4-BE49-F238E27FC236}">
                <a16:creationId xmlns:a16="http://schemas.microsoft.com/office/drawing/2014/main" id="{56CDB515-1F55-4916-8897-BD5A83C12C05}"/>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b="0" i="0">
                <a:solidFill>
                  <a:schemeClr val="tx2"/>
                </a:solidFill>
                <a:latin typeface="Amazon Ember Display" panose="020F0603020204020204" pitchFamily="34" charset="0"/>
              </a:defRPr>
            </a:lvl1pPr>
          </a:lstStyle>
          <a:p>
            <a:fld id="{EB4B8DE2-A4E8-46E4-8BBF-D75455EFF32C}" type="slidenum">
              <a:rPr lang="en-US" smtClean="0"/>
              <a:pPr/>
              <a:t>‹#›</a:t>
            </a:fld>
            <a:endParaRPr lang="en-US"/>
          </a:p>
        </p:txBody>
      </p:sp>
      <p:pic>
        <p:nvPicPr>
          <p:cNvPr id="4" name="Picture 3">
            <a:extLst>
              <a:ext uri="{FF2B5EF4-FFF2-40B4-BE49-F238E27FC236}">
                <a16:creationId xmlns:a16="http://schemas.microsoft.com/office/drawing/2014/main" id="{5B337A45-3492-46BC-9D48-C3D40511713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8756"/>
          </a:xfrm>
          <a:prstGeom prst="rect">
            <a:avLst/>
          </a:prstGeom>
        </p:spPr>
      </p:pic>
      <p:pic>
        <p:nvPicPr>
          <p:cNvPr id="16" name="Picture 15">
            <a:extLst>
              <a:ext uri="{FF2B5EF4-FFF2-40B4-BE49-F238E27FC236}">
                <a16:creationId xmlns:a16="http://schemas.microsoft.com/office/drawing/2014/main" id="{74FB8723-8ACA-4EE1-B41C-61357DA12BF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95295" y="6338002"/>
            <a:ext cx="365760" cy="219048"/>
          </a:xfrm>
          <a:prstGeom prst="rect">
            <a:avLst/>
          </a:prstGeom>
        </p:spPr>
      </p:pic>
      <p:sp>
        <p:nvSpPr>
          <p:cNvPr id="3" name="TextBox 2">
            <a:extLst>
              <a:ext uri="{FF2B5EF4-FFF2-40B4-BE49-F238E27FC236}">
                <a16:creationId xmlns:a16="http://schemas.microsoft.com/office/drawing/2014/main" id="{1D5991EA-CAC1-E0F6-9D55-149B6A0AE199}"/>
              </a:ext>
            </a:extLst>
          </p:cNvPr>
          <p:cNvSpPr txBox="1"/>
          <p:nvPr userDrawn="1"/>
        </p:nvSpPr>
        <p:spPr>
          <a:xfrm>
            <a:off x="1141084"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2026, Amazon Web Services, Inc. or its affiliates. All rights reserved. Amazon Confidential and Trademark.</a:t>
            </a:r>
          </a:p>
        </p:txBody>
      </p:sp>
    </p:spTree>
    <p:extLst>
      <p:ext uri="{BB962C8B-B14F-4D97-AF65-F5344CB8AC3E}">
        <p14:creationId xmlns:p14="http://schemas.microsoft.com/office/powerpoint/2010/main" val="2226023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C8CF9-BF86-4458-BFA4-38F0F2DB9847}"/>
              </a:ext>
            </a:extLst>
          </p:cNvPr>
          <p:cNvSpPr>
            <a:spLocks noGrp="1"/>
          </p:cNvSpPr>
          <p:nvPr>
            <p:ph type="title" hasCustomPrompt="1"/>
          </p:nvPr>
        </p:nvSpPr>
        <p:spPr>
          <a:xfrm>
            <a:off x="539262" y="914401"/>
            <a:ext cx="10972800" cy="535531"/>
          </a:xfrm>
          <a:prstGeom prst="rect">
            <a:avLst/>
          </a:prstGeom>
        </p:spPr>
        <p:txBody>
          <a:bodyPr>
            <a:normAutofit/>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Title and subtitle layout</a:t>
            </a:r>
          </a:p>
        </p:txBody>
      </p:sp>
      <p:sp>
        <p:nvSpPr>
          <p:cNvPr id="4" name="Text Placeholder 3">
            <a:extLst>
              <a:ext uri="{FF2B5EF4-FFF2-40B4-BE49-F238E27FC236}">
                <a16:creationId xmlns:a16="http://schemas.microsoft.com/office/drawing/2014/main" id="{466213DF-CEC6-4F46-9CD4-5ED4A416AF59}"/>
              </a:ext>
            </a:extLst>
          </p:cNvPr>
          <p:cNvSpPr>
            <a:spLocks noGrp="1"/>
          </p:cNvSpPr>
          <p:nvPr>
            <p:ph type="body" sz="quarter" idx="10" hasCustomPrompt="1"/>
          </p:nvPr>
        </p:nvSpPr>
        <p:spPr>
          <a:xfrm>
            <a:off x="609600" y="1455968"/>
            <a:ext cx="10972800" cy="341632"/>
          </a:xfrm>
        </p:spPr>
        <p:txBody>
          <a:bodyPr/>
          <a:lstStyle>
            <a:lvl1pPr marL="0" indent="0">
              <a:buNone/>
              <a:defRPr sz="1800" b="0" i="0" cap="none" spc="0" baseline="0">
                <a:latin typeface="Amazon Ember Display" panose="020F0603020204020204" pitchFamily="34" charset="0"/>
              </a:defRPr>
            </a:lvl1pPr>
          </a:lstStyle>
          <a:p>
            <a:pPr lvl="0"/>
            <a:r>
              <a:rPr lang="en-US"/>
              <a:t>Enter subtitle</a:t>
            </a:r>
          </a:p>
        </p:txBody>
      </p:sp>
      <p:sp>
        <p:nvSpPr>
          <p:cNvPr id="3" name="Date Placeholder 2">
            <a:extLst>
              <a:ext uri="{FF2B5EF4-FFF2-40B4-BE49-F238E27FC236}">
                <a16:creationId xmlns:a16="http://schemas.microsoft.com/office/drawing/2014/main" id="{A312CB8C-58A4-4758-8C91-E8641A9F6DCF}"/>
              </a:ext>
            </a:extLst>
          </p:cNvPr>
          <p:cNvSpPr>
            <a:spLocks noGrp="1"/>
          </p:cNvSpPr>
          <p:nvPr>
            <p:ph type="dt" sz="half" idx="11"/>
          </p:nvPr>
        </p:nvSpPr>
        <p:spPr/>
        <p:txBody>
          <a:bodyPr/>
          <a:lstStyle>
            <a:lvl1pPr>
              <a:defRPr b="0" i="0">
                <a:latin typeface="Amazon Ember Display" panose="020F0603020204020204" pitchFamily="34" charset="0"/>
              </a:defRPr>
            </a:lvl1pPr>
          </a:lstStyle>
          <a:p>
            <a:fld id="{31D3B374-854B-EF47-9B56-0018B9F83111}" type="datetime1">
              <a:rPr lang="en-US" smtClean="0"/>
              <a:pPr/>
              <a:t>5/14/26</a:t>
            </a:fld>
            <a:endParaRPr lang="en-US"/>
          </a:p>
        </p:txBody>
      </p:sp>
      <p:sp>
        <p:nvSpPr>
          <p:cNvPr id="5" name="Footer Placeholder 4">
            <a:extLst>
              <a:ext uri="{FF2B5EF4-FFF2-40B4-BE49-F238E27FC236}">
                <a16:creationId xmlns:a16="http://schemas.microsoft.com/office/drawing/2014/main" id="{50444248-408B-4052-8B56-17F469F98EA1}"/>
              </a:ext>
            </a:extLst>
          </p:cNvPr>
          <p:cNvSpPr>
            <a:spLocks noGrp="1"/>
          </p:cNvSpPr>
          <p:nvPr>
            <p:ph type="ftr" sz="quarter" idx="12"/>
          </p:nvPr>
        </p:nvSpPr>
        <p:spPr/>
        <p:txBody>
          <a:bodyPr/>
          <a:lstStyle>
            <a:lvl1pPr>
              <a:defRPr b="0" i="0">
                <a:latin typeface="Amazon Ember Display" panose="020F0603020204020204" pitchFamily="34" charset="0"/>
              </a:defRPr>
            </a:lvl1pPr>
          </a:lstStyle>
          <a:p>
            <a:endParaRPr lang="en-US"/>
          </a:p>
        </p:txBody>
      </p:sp>
      <p:sp>
        <p:nvSpPr>
          <p:cNvPr id="6" name="Slide Number Placeholder 5">
            <a:extLst>
              <a:ext uri="{FF2B5EF4-FFF2-40B4-BE49-F238E27FC236}">
                <a16:creationId xmlns:a16="http://schemas.microsoft.com/office/drawing/2014/main" id="{88178479-5E5D-4B94-9958-5C40D64BED65}"/>
              </a:ext>
            </a:extLst>
          </p:cNvPr>
          <p:cNvSpPr>
            <a:spLocks noGrp="1"/>
          </p:cNvSpPr>
          <p:nvPr>
            <p:ph type="sldNum" sz="quarter" idx="13"/>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1024204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840" userDrawn="1">
          <p15:clr>
            <a:srgbClr val="9FCC3B"/>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86B726-34C0-4C1C-A252-97930DC77EE4}"/>
              </a:ext>
            </a:extLst>
          </p:cNvPr>
          <p:cNvSpPr>
            <a:spLocks noGrp="1"/>
          </p:cNvSpPr>
          <p:nvPr>
            <p:ph type="dt" sz="half" idx="10"/>
          </p:nvPr>
        </p:nvSpPr>
        <p:spPr/>
        <p:txBody>
          <a:bodyPr/>
          <a:lstStyle>
            <a:lvl1pPr>
              <a:defRPr b="0" i="0">
                <a:latin typeface="Amazon Ember Display" panose="020F0603020204020204" pitchFamily="34" charset="0"/>
              </a:defRPr>
            </a:lvl1pPr>
          </a:lstStyle>
          <a:p>
            <a:fld id="{238B2222-37A4-5449-B1D9-9B13ADA59E84}" type="datetime1">
              <a:rPr lang="en-US" smtClean="0"/>
              <a:pPr/>
              <a:t>5/14/26</a:t>
            </a:fld>
            <a:endParaRPr lang="en-US"/>
          </a:p>
        </p:txBody>
      </p:sp>
      <p:sp>
        <p:nvSpPr>
          <p:cNvPr id="3" name="Footer Placeholder 2">
            <a:extLst>
              <a:ext uri="{FF2B5EF4-FFF2-40B4-BE49-F238E27FC236}">
                <a16:creationId xmlns:a16="http://schemas.microsoft.com/office/drawing/2014/main" id="{883103B0-BAC9-4248-BF05-F8F64F81D313}"/>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4" name="Slide Number Placeholder 3">
            <a:extLst>
              <a:ext uri="{FF2B5EF4-FFF2-40B4-BE49-F238E27FC236}">
                <a16:creationId xmlns:a16="http://schemas.microsoft.com/office/drawing/2014/main" id="{36BB167B-71A0-4735-93B6-5A034F89FE21}"/>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249339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a:xfrm>
            <a:off x="539262" y="914401"/>
            <a:ext cx="10972800" cy="535531"/>
          </a:xfrm>
          <a:prstGeom prst="rect">
            <a:avLst/>
          </a:prstGeom>
        </p:spPr>
        <p:txBody>
          <a:bodyPr>
            <a:noAutofit/>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Title and content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609600" y="1714500"/>
            <a:ext cx="10972800" cy="2511457"/>
          </a:xfrm>
        </p:spPr>
        <p:txBody>
          <a:bodyPr/>
          <a:lstStyle>
            <a:lvl1pPr marL="0" indent="0">
              <a:spcAft>
                <a:spcPts val="1800"/>
              </a:spcAft>
              <a:buNone/>
              <a:defRPr b="0" i="0">
                <a:latin typeface="Amazon Ember Display" panose="020F0603020204020204" pitchFamily="34" charset="0"/>
              </a:defRPr>
            </a:lvl1pPr>
            <a:lvl2pPr marL="285750" indent="0">
              <a:spcAft>
                <a:spcPts val="1800"/>
              </a:spcAft>
              <a:buNone/>
              <a:defRPr b="0" i="0">
                <a:latin typeface="Amazon Ember Display" panose="020F0603020204020204" pitchFamily="34" charset="0"/>
              </a:defRPr>
            </a:lvl2pPr>
            <a:lvl3pPr marL="628650" indent="0">
              <a:spcAft>
                <a:spcPts val="1800"/>
              </a:spcAft>
              <a:buNone/>
              <a:defRPr b="0" i="0">
                <a:latin typeface="Amazon Ember Display" panose="020F0603020204020204" pitchFamily="34" charset="0"/>
              </a:defRPr>
            </a:lvl3pPr>
            <a:lvl4pPr marL="914400" indent="0">
              <a:spcAft>
                <a:spcPts val="1800"/>
              </a:spcAft>
              <a:buNone/>
              <a:defRPr b="0" i="0">
                <a:latin typeface="Amazon Ember Display" panose="020F0603020204020204" pitchFamily="34" charset="0"/>
              </a:defRPr>
            </a:lvl4pPr>
            <a:lvl5pPr marL="1143000" indent="0">
              <a:spcAft>
                <a:spcPts val="1800"/>
              </a:spcAft>
              <a:buNone/>
              <a:defRPr b="0" i="0">
                <a:latin typeface="Amazon Ember Display" panose="020F0603020204020204" pitchFamily="34" charset="0"/>
              </a:defRPr>
            </a:lvl5pPr>
          </a:lstStyle>
          <a:p>
            <a:pPr lvl="0"/>
            <a:r>
              <a:rPr lang="en-US"/>
              <a:t>Enter text or click icon to add media</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B02A07-9279-4389-95B8-CFF5307F9EBB}"/>
              </a:ext>
            </a:extLst>
          </p:cNvPr>
          <p:cNvSpPr>
            <a:spLocks noGrp="1"/>
          </p:cNvSpPr>
          <p:nvPr>
            <p:ph type="dt" sz="half" idx="10"/>
          </p:nvPr>
        </p:nvSpPr>
        <p:spPr/>
        <p:txBody>
          <a:bodyPr/>
          <a:lstStyle>
            <a:lvl1pPr>
              <a:defRPr b="0" i="0">
                <a:latin typeface="Amazon Ember Display" panose="020F0603020204020204" pitchFamily="34" charset="0"/>
              </a:defRPr>
            </a:lvl1pPr>
          </a:lstStyle>
          <a:p>
            <a:fld id="{B9026E32-37D5-A446-8A01-9B6BBEB5E690}" type="datetime1">
              <a:rPr lang="en-US" smtClean="0"/>
              <a:pPr/>
              <a:t>5/14/26</a:t>
            </a:fld>
            <a:endParaRPr lang="en-US"/>
          </a:p>
        </p:txBody>
      </p:sp>
      <p:sp>
        <p:nvSpPr>
          <p:cNvPr id="5" name="Footer Placeholder 4">
            <a:extLst>
              <a:ext uri="{FF2B5EF4-FFF2-40B4-BE49-F238E27FC236}">
                <a16:creationId xmlns:a16="http://schemas.microsoft.com/office/drawing/2014/main" id="{5D24D072-A634-4E51-88E3-AFF4BBF53F8F}"/>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6" name="Slide Number Placeholder 5">
            <a:extLst>
              <a:ext uri="{FF2B5EF4-FFF2-40B4-BE49-F238E27FC236}">
                <a16:creationId xmlns:a16="http://schemas.microsoft.com/office/drawing/2014/main" id="{02391B74-659E-4EB1-8DB0-B962093F0B4C}"/>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2597322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Bullete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a:xfrm>
            <a:off x="539262" y="914401"/>
            <a:ext cx="10972800" cy="535531"/>
          </a:xfrm>
          <a:prstGeom prst="rect">
            <a:avLst/>
          </a:prstGeom>
        </p:spPr>
        <p:txBody>
          <a:bodyPr>
            <a:noAutofit/>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Title and bulleted content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609600" y="1714500"/>
            <a:ext cx="10972800" cy="2203680"/>
          </a:xfrm>
        </p:spPr>
        <p:txBody>
          <a:bodyPr/>
          <a:lstStyle>
            <a:lvl1pPr>
              <a:defRPr b="0" i="0">
                <a:latin typeface="Amazon Ember Display" panose="020F0603020204020204" pitchFamily="34" charset="0"/>
              </a:defRPr>
            </a:lvl1pPr>
            <a:lvl2pPr>
              <a:defRPr b="0" i="0">
                <a:latin typeface="Amazon Ember Display" panose="020F0603020204020204" pitchFamily="34" charset="0"/>
              </a:defRPr>
            </a:lvl2pPr>
            <a:lvl3pPr>
              <a:defRPr b="0" i="0">
                <a:latin typeface="Amazon Ember Display" panose="020F0603020204020204" pitchFamily="34" charset="0"/>
              </a:defRPr>
            </a:lvl3pPr>
            <a:lvl4pPr>
              <a:defRPr b="0" i="0">
                <a:latin typeface="Amazon Ember Display" panose="020F0603020204020204" pitchFamily="34" charset="0"/>
              </a:defRPr>
            </a:lvl4pPr>
            <a:lvl5pPr>
              <a:defRPr b="0" i="0">
                <a:latin typeface="Amazon Ember Display" panose="020F0603020204020204" pitchFamily="34" charset="0"/>
              </a:defRPr>
            </a:lvl5pPr>
          </a:lstStyle>
          <a:p>
            <a:pPr lvl="0"/>
            <a:r>
              <a:rPr lang="en-US"/>
              <a:t>Enter text or click icon to add media</a:t>
            </a:r>
          </a:p>
          <a:p>
            <a:pPr lvl="1"/>
            <a:r>
              <a:rPr lang="en-US"/>
              <a:t>Second level</a:t>
            </a:r>
          </a:p>
          <a:p>
            <a:pPr lvl="2"/>
            <a:r>
              <a:rPr lang="en-US"/>
              <a:t>Third level</a:t>
            </a:r>
          </a:p>
          <a:p>
            <a:pPr lvl="3"/>
            <a:r>
              <a:rPr lang="en-US"/>
              <a:t>Fourth level</a:t>
            </a:r>
          </a:p>
          <a:p>
            <a:pPr lvl="4"/>
            <a:r>
              <a:rPr lang="en-US"/>
              <a:t>Fifth level </a:t>
            </a:r>
          </a:p>
        </p:txBody>
      </p:sp>
      <p:sp>
        <p:nvSpPr>
          <p:cNvPr id="4" name="Date Placeholder 3">
            <a:extLst>
              <a:ext uri="{FF2B5EF4-FFF2-40B4-BE49-F238E27FC236}">
                <a16:creationId xmlns:a16="http://schemas.microsoft.com/office/drawing/2014/main" id="{5428ABEB-87DF-4979-B8D5-38D09C158222}"/>
              </a:ext>
            </a:extLst>
          </p:cNvPr>
          <p:cNvSpPr>
            <a:spLocks noGrp="1"/>
          </p:cNvSpPr>
          <p:nvPr>
            <p:ph type="dt" sz="half" idx="10"/>
          </p:nvPr>
        </p:nvSpPr>
        <p:spPr/>
        <p:txBody>
          <a:bodyPr/>
          <a:lstStyle>
            <a:lvl1pPr>
              <a:defRPr b="0" i="0">
                <a:latin typeface="Amazon Ember Display" panose="020F0603020204020204" pitchFamily="34" charset="0"/>
              </a:defRPr>
            </a:lvl1pPr>
          </a:lstStyle>
          <a:p>
            <a:fld id="{F68F78D1-9721-044C-B65C-A6FC97994CEC}" type="datetime1">
              <a:rPr lang="en-US" smtClean="0"/>
              <a:pPr/>
              <a:t>5/14/26</a:t>
            </a:fld>
            <a:endParaRPr lang="en-US"/>
          </a:p>
        </p:txBody>
      </p:sp>
      <p:sp>
        <p:nvSpPr>
          <p:cNvPr id="5" name="Footer Placeholder 4">
            <a:extLst>
              <a:ext uri="{FF2B5EF4-FFF2-40B4-BE49-F238E27FC236}">
                <a16:creationId xmlns:a16="http://schemas.microsoft.com/office/drawing/2014/main" id="{B67DE3A9-1F3C-45F4-9F53-543C4B62D7F6}"/>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6" name="Slide Number Placeholder 5">
            <a:extLst>
              <a:ext uri="{FF2B5EF4-FFF2-40B4-BE49-F238E27FC236}">
                <a16:creationId xmlns:a16="http://schemas.microsoft.com/office/drawing/2014/main" id="{8827DE2B-5658-4ECD-9AB5-497E1D05E00C}"/>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3174197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a:xfrm>
            <a:off x="539262" y="914401"/>
            <a:ext cx="10972800" cy="535531"/>
          </a:xfrm>
          <a:prstGeom prst="rect">
            <a:avLst/>
          </a:prstGeom>
        </p:spPr>
        <p:txBody>
          <a:bodyPr>
            <a:noAutofit/>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Title, subtitle, and content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609600" y="2133600"/>
            <a:ext cx="10972800" cy="2511457"/>
          </a:xfrm>
        </p:spPr>
        <p:txBody>
          <a:bodyPr/>
          <a:lstStyle>
            <a:lvl1pPr marL="0" indent="0">
              <a:spcAft>
                <a:spcPts val="1800"/>
              </a:spcAft>
              <a:buNone/>
              <a:defRPr b="0" i="0">
                <a:latin typeface="Amazon Ember Display" panose="020F0603020204020204" pitchFamily="34" charset="0"/>
              </a:defRPr>
            </a:lvl1pPr>
            <a:lvl2pPr marL="285750" indent="0">
              <a:spcAft>
                <a:spcPts val="1800"/>
              </a:spcAft>
              <a:buNone/>
              <a:defRPr b="0" i="0">
                <a:latin typeface="Amazon Ember Display" panose="020F0603020204020204" pitchFamily="34" charset="0"/>
              </a:defRPr>
            </a:lvl2pPr>
            <a:lvl3pPr marL="628650" indent="0">
              <a:spcAft>
                <a:spcPts val="1800"/>
              </a:spcAft>
              <a:buNone/>
              <a:defRPr b="0" i="0">
                <a:latin typeface="Amazon Ember Display" panose="020F0603020204020204" pitchFamily="34" charset="0"/>
              </a:defRPr>
            </a:lvl3pPr>
            <a:lvl4pPr marL="914400" indent="0">
              <a:spcAft>
                <a:spcPts val="1800"/>
              </a:spcAft>
              <a:buNone/>
              <a:defRPr b="0" i="0">
                <a:latin typeface="Amazon Ember Display" panose="020F0603020204020204" pitchFamily="34" charset="0"/>
              </a:defRPr>
            </a:lvl4pPr>
            <a:lvl5pPr marL="1143000" indent="0">
              <a:spcAft>
                <a:spcPts val="1800"/>
              </a:spcAft>
              <a:buNone/>
              <a:defRPr b="0" i="0">
                <a:latin typeface="Amazon Ember Display" panose="020F0603020204020204" pitchFamily="34" charset="0"/>
              </a:defRPr>
            </a:lvl5pPr>
          </a:lstStyle>
          <a:p>
            <a:pPr lvl="0"/>
            <a:r>
              <a:rPr lang="en-US"/>
              <a:t>Enter text or click icon to add media</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42CBB3C-A513-466E-B53F-E5E5781263EA}"/>
              </a:ext>
            </a:extLst>
          </p:cNvPr>
          <p:cNvSpPr>
            <a:spLocks noGrp="1"/>
          </p:cNvSpPr>
          <p:nvPr>
            <p:ph type="body" sz="quarter" idx="10" hasCustomPrompt="1"/>
          </p:nvPr>
        </p:nvSpPr>
        <p:spPr>
          <a:xfrm>
            <a:off x="609600" y="1455968"/>
            <a:ext cx="10972800" cy="341632"/>
          </a:xfrm>
        </p:spPr>
        <p:txBody>
          <a:bodyPr/>
          <a:lstStyle>
            <a:lvl1pPr marL="0" indent="0">
              <a:buNone/>
              <a:defRPr lang="en-US" sz="1800" b="0" i="0" kern="1200" cap="none" spc="0" baseline="0" dirty="0">
                <a:solidFill>
                  <a:schemeClr val="tx2"/>
                </a:solidFill>
                <a:latin typeface="Amazon Ember Display" panose="020F0603020204020204" pitchFamily="34" charset="0"/>
                <a:ea typeface="+mn-ea"/>
                <a:cs typeface="+mn-cs"/>
              </a:defRPr>
            </a:lvl1pPr>
          </a:lstStyle>
          <a:p>
            <a:pPr marL="0" lvl="0" indent="0" algn="l" defTabSz="914400" rtl="0" eaLnBrk="1" latinLnBrk="0" hangingPunct="1">
              <a:lnSpc>
                <a:spcPct val="90000"/>
              </a:lnSpc>
              <a:spcBef>
                <a:spcPts val="0"/>
              </a:spcBef>
              <a:spcAft>
                <a:spcPts val="1200"/>
              </a:spcAft>
              <a:buSzPct val="90000"/>
              <a:buFont typeface="Arial" panose="020B0604020202020204" pitchFamily="34" charset="0"/>
              <a:buNone/>
            </a:pPr>
            <a:r>
              <a:rPr lang="en-US"/>
              <a:t>Enter subtitle</a:t>
            </a:r>
          </a:p>
        </p:txBody>
      </p:sp>
      <p:sp>
        <p:nvSpPr>
          <p:cNvPr id="4" name="Date Placeholder 3">
            <a:extLst>
              <a:ext uri="{FF2B5EF4-FFF2-40B4-BE49-F238E27FC236}">
                <a16:creationId xmlns:a16="http://schemas.microsoft.com/office/drawing/2014/main" id="{876D2500-AAFD-4464-92DE-45442731C6FD}"/>
              </a:ext>
            </a:extLst>
          </p:cNvPr>
          <p:cNvSpPr>
            <a:spLocks noGrp="1"/>
          </p:cNvSpPr>
          <p:nvPr>
            <p:ph type="dt" sz="half" idx="11"/>
          </p:nvPr>
        </p:nvSpPr>
        <p:spPr/>
        <p:txBody>
          <a:bodyPr/>
          <a:lstStyle>
            <a:lvl1pPr>
              <a:defRPr b="0" i="0">
                <a:latin typeface="Amazon Ember Display" panose="020F0603020204020204" pitchFamily="34" charset="0"/>
              </a:defRPr>
            </a:lvl1pPr>
          </a:lstStyle>
          <a:p>
            <a:fld id="{C4422CFE-CB70-E144-AF43-F0FCE393742F}" type="datetime1">
              <a:rPr lang="en-US" smtClean="0"/>
              <a:pPr/>
              <a:t>5/14/26</a:t>
            </a:fld>
            <a:endParaRPr lang="en-US"/>
          </a:p>
        </p:txBody>
      </p:sp>
      <p:sp>
        <p:nvSpPr>
          <p:cNvPr id="6" name="Footer Placeholder 5">
            <a:extLst>
              <a:ext uri="{FF2B5EF4-FFF2-40B4-BE49-F238E27FC236}">
                <a16:creationId xmlns:a16="http://schemas.microsoft.com/office/drawing/2014/main" id="{77A7C935-E20D-482F-89A5-4255E88216F0}"/>
              </a:ext>
            </a:extLst>
          </p:cNvPr>
          <p:cNvSpPr>
            <a:spLocks noGrp="1"/>
          </p:cNvSpPr>
          <p:nvPr>
            <p:ph type="ftr" sz="quarter" idx="12"/>
          </p:nvPr>
        </p:nvSpPr>
        <p:spPr/>
        <p:txBody>
          <a:bodyPr/>
          <a:lstStyle>
            <a:lvl1pPr>
              <a:defRPr b="0" i="0">
                <a:latin typeface="Amazon Ember Display" panose="020F0603020204020204" pitchFamily="34" charset="0"/>
              </a:defRPr>
            </a:lvl1pPr>
          </a:lstStyle>
          <a:p>
            <a:endParaRPr lang="en-US"/>
          </a:p>
        </p:txBody>
      </p:sp>
      <p:sp>
        <p:nvSpPr>
          <p:cNvPr id="7" name="Slide Number Placeholder 6">
            <a:extLst>
              <a:ext uri="{FF2B5EF4-FFF2-40B4-BE49-F238E27FC236}">
                <a16:creationId xmlns:a16="http://schemas.microsoft.com/office/drawing/2014/main" id="{0E19C1A1-91E5-46D2-97FB-94E48C63B96F}"/>
              </a:ext>
            </a:extLst>
          </p:cNvPr>
          <p:cNvSpPr>
            <a:spLocks noGrp="1"/>
          </p:cNvSpPr>
          <p:nvPr>
            <p:ph type="sldNum" sz="quarter" idx="13"/>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141649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840" userDrawn="1">
          <p15:clr>
            <a:srgbClr val="9FCC3B"/>
          </p15:clr>
        </p15:guide>
        <p15:guide id="2" orient="horz" pos="1128" userDrawn="1">
          <p15:clr>
            <a:srgbClr val="9FCC3B"/>
          </p15:clr>
        </p15:guide>
        <p15:guide id="3" orient="horz" pos="1344"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ubtitle, and Bulleted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a:xfrm>
            <a:off x="539262" y="914401"/>
            <a:ext cx="10972800" cy="535531"/>
          </a:xfrm>
          <a:prstGeom prst="rect">
            <a:avLst/>
          </a:prstGeom>
        </p:spPr>
        <p:txBody>
          <a:bodyPr>
            <a:noAutofit/>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Title, subtitle, and bulleted content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609600" y="1981200"/>
            <a:ext cx="10972800" cy="2203680"/>
          </a:xfrm>
        </p:spPr>
        <p:txBody>
          <a:bodyPr/>
          <a:lstStyle>
            <a:lvl1pPr marL="457200" indent="-457200">
              <a:buFont typeface="Arial" panose="020B0604020202020204" pitchFamily="34" charset="0"/>
              <a:buChar char="•"/>
              <a:defRPr b="0" i="0">
                <a:latin typeface="Amazon Ember Display" panose="020F0603020204020204" pitchFamily="34" charset="0"/>
              </a:defRPr>
            </a:lvl1pPr>
            <a:lvl2pPr marL="628650" indent="-342900">
              <a:buFont typeface="Arial" panose="020B0604020202020204" pitchFamily="34" charset="0"/>
              <a:buChar char="•"/>
              <a:defRPr b="0" i="0">
                <a:latin typeface="Amazon Ember Display" panose="020F0603020204020204" pitchFamily="34" charset="0"/>
              </a:defRPr>
            </a:lvl2pPr>
            <a:lvl3pPr marL="971550" indent="-342900">
              <a:buFont typeface="Arial" panose="020B0604020202020204" pitchFamily="34" charset="0"/>
              <a:buChar char="•"/>
              <a:defRPr b="0" i="0">
                <a:latin typeface="Amazon Ember Display" panose="020F0603020204020204" pitchFamily="34" charset="0"/>
              </a:defRPr>
            </a:lvl3pPr>
            <a:lvl4pPr marL="1144588" indent="-285750">
              <a:buFont typeface="Arial" panose="020B0604020202020204" pitchFamily="34" charset="0"/>
              <a:buChar char="•"/>
              <a:defRPr b="0" i="0">
                <a:latin typeface="Amazon Ember Display" panose="020F0603020204020204" pitchFamily="34" charset="0"/>
              </a:defRPr>
            </a:lvl4pPr>
            <a:lvl5pPr marL="1316038" indent="-285750">
              <a:buFont typeface="Arial" panose="020B0604020202020204" pitchFamily="34" charset="0"/>
              <a:buChar char="•"/>
              <a:defRPr b="0" i="0">
                <a:latin typeface="Amazon Ember Display" panose="020F0603020204020204" pitchFamily="34" charset="0"/>
              </a:defRPr>
            </a:lvl5pPr>
          </a:lstStyle>
          <a:p>
            <a:pPr lvl="0"/>
            <a:r>
              <a:rPr lang="en-US"/>
              <a:t>Enter text or click icon to add media</a:t>
            </a:r>
          </a:p>
          <a:p>
            <a:pPr lvl="1"/>
            <a:r>
              <a:rPr lang="en-US"/>
              <a:t>Second level</a:t>
            </a:r>
          </a:p>
          <a:p>
            <a:pPr lvl="2"/>
            <a:r>
              <a:rPr lang="en-US"/>
              <a:t>Third level</a:t>
            </a:r>
          </a:p>
          <a:p>
            <a:pPr lvl="3"/>
            <a:r>
              <a:rPr lang="en-US"/>
              <a:t>Fourth level</a:t>
            </a:r>
          </a:p>
          <a:p>
            <a:pPr lvl="4"/>
            <a:r>
              <a:rPr lang="en-US"/>
              <a:t>Fifth level</a:t>
            </a:r>
          </a:p>
        </p:txBody>
      </p:sp>
      <p:sp>
        <p:nvSpPr>
          <p:cNvPr id="4" name="Text Placeholder 4">
            <a:extLst>
              <a:ext uri="{FF2B5EF4-FFF2-40B4-BE49-F238E27FC236}">
                <a16:creationId xmlns:a16="http://schemas.microsoft.com/office/drawing/2014/main" id="{C73DDF9C-7004-4F4E-8707-3F8553760CAE}"/>
              </a:ext>
            </a:extLst>
          </p:cNvPr>
          <p:cNvSpPr>
            <a:spLocks noGrp="1"/>
          </p:cNvSpPr>
          <p:nvPr>
            <p:ph type="body" sz="quarter" idx="10" hasCustomPrompt="1"/>
          </p:nvPr>
        </p:nvSpPr>
        <p:spPr>
          <a:xfrm>
            <a:off x="609600" y="1457034"/>
            <a:ext cx="10972800" cy="341632"/>
          </a:xfrm>
        </p:spPr>
        <p:txBody>
          <a:bodyPr/>
          <a:lstStyle>
            <a:lvl1pPr marL="0" indent="0">
              <a:buNone/>
              <a:defRPr lang="en-US" sz="1800" b="0" i="0" kern="1200" cap="none" spc="0" baseline="0" dirty="0">
                <a:solidFill>
                  <a:schemeClr val="tx2"/>
                </a:solidFill>
                <a:latin typeface="Amazon Ember Display" panose="020F0603020204020204" pitchFamily="34" charset="0"/>
                <a:ea typeface="+mn-ea"/>
                <a:cs typeface="+mn-cs"/>
              </a:defRPr>
            </a:lvl1pPr>
          </a:lstStyle>
          <a:p>
            <a:pPr marL="0" lvl="0" indent="0" algn="l" defTabSz="914400" rtl="0" eaLnBrk="1" latinLnBrk="0" hangingPunct="1">
              <a:lnSpc>
                <a:spcPct val="90000"/>
              </a:lnSpc>
              <a:spcBef>
                <a:spcPts val="0"/>
              </a:spcBef>
              <a:spcAft>
                <a:spcPts val="1200"/>
              </a:spcAft>
              <a:buSzPct val="90000"/>
              <a:buFont typeface="Arial" panose="020B0604020202020204" pitchFamily="34" charset="0"/>
              <a:buNone/>
            </a:pPr>
            <a:r>
              <a:rPr lang="en-US"/>
              <a:t>Enter subtitle</a:t>
            </a:r>
          </a:p>
        </p:txBody>
      </p:sp>
      <p:sp>
        <p:nvSpPr>
          <p:cNvPr id="5" name="Date Placeholder 4">
            <a:extLst>
              <a:ext uri="{FF2B5EF4-FFF2-40B4-BE49-F238E27FC236}">
                <a16:creationId xmlns:a16="http://schemas.microsoft.com/office/drawing/2014/main" id="{91E9B8C3-36CA-4A97-B3FF-2FCDD97E1A02}"/>
              </a:ext>
            </a:extLst>
          </p:cNvPr>
          <p:cNvSpPr>
            <a:spLocks noGrp="1"/>
          </p:cNvSpPr>
          <p:nvPr>
            <p:ph type="dt" sz="half" idx="11"/>
          </p:nvPr>
        </p:nvSpPr>
        <p:spPr/>
        <p:txBody>
          <a:bodyPr/>
          <a:lstStyle>
            <a:lvl1pPr>
              <a:defRPr b="0" i="0">
                <a:latin typeface="Amazon Ember Display" panose="020F0603020204020204" pitchFamily="34" charset="0"/>
              </a:defRPr>
            </a:lvl1pPr>
          </a:lstStyle>
          <a:p>
            <a:fld id="{F4FC2D43-256D-6645-BCF9-A844B8D70195}" type="datetime1">
              <a:rPr lang="en-US" smtClean="0"/>
              <a:pPr/>
              <a:t>5/14/26</a:t>
            </a:fld>
            <a:endParaRPr lang="en-US"/>
          </a:p>
        </p:txBody>
      </p:sp>
      <p:sp>
        <p:nvSpPr>
          <p:cNvPr id="6" name="Footer Placeholder 5">
            <a:extLst>
              <a:ext uri="{FF2B5EF4-FFF2-40B4-BE49-F238E27FC236}">
                <a16:creationId xmlns:a16="http://schemas.microsoft.com/office/drawing/2014/main" id="{9AEEE534-0361-47D3-8F92-2D7522A226D4}"/>
              </a:ext>
            </a:extLst>
          </p:cNvPr>
          <p:cNvSpPr>
            <a:spLocks noGrp="1"/>
          </p:cNvSpPr>
          <p:nvPr>
            <p:ph type="ftr" sz="quarter" idx="12"/>
          </p:nvPr>
        </p:nvSpPr>
        <p:spPr/>
        <p:txBody>
          <a:bodyPr/>
          <a:lstStyle>
            <a:lvl1pPr>
              <a:defRPr b="0" i="0">
                <a:latin typeface="Amazon Ember Display" panose="020F0603020204020204" pitchFamily="34" charset="0"/>
              </a:defRPr>
            </a:lvl1pPr>
          </a:lstStyle>
          <a:p>
            <a:endParaRPr lang="en-US"/>
          </a:p>
        </p:txBody>
      </p:sp>
      <p:sp>
        <p:nvSpPr>
          <p:cNvPr id="7" name="Slide Number Placeholder 6">
            <a:extLst>
              <a:ext uri="{FF2B5EF4-FFF2-40B4-BE49-F238E27FC236}">
                <a16:creationId xmlns:a16="http://schemas.microsoft.com/office/drawing/2014/main" id="{A34270F7-2BCA-4119-8F34-BD17AB29E14B}"/>
              </a:ext>
            </a:extLst>
          </p:cNvPr>
          <p:cNvSpPr>
            <a:spLocks noGrp="1"/>
          </p:cNvSpPr>
          <p:nvPr>
            <p:ph type="sldNum" sz="quarter" idx="13"/>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409417368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840" userDrawn="1">
          <p15:clr>
            <a:srgbClr val="9FCC3B"/>
          </p15:clr>
        </p15:guide>
        <p15:guide id="2" orient="horz" pos="1128" userDrawn="1">
          <p15:clr>
            <a:srgbClr val="9FCC3B"/>
          </p15:clr>
        </p15:guide>
        <p15:guide id="3" orient="horz" pos="1248"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Content, and Imag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D5368F4-2030-03F3-1497-C6D85632C88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a:xfrm>
            <a:off x="539262" y="914401"/>
            <a:ext cx="5334000" cy="978729"/>
          </a:xfrm>
          <a:prstGeom prst="rect">
            <a:avLst/>
          </a:prstGeom>
        </p:spPr>
        <p:txBody>
          <a:bodyPr>
            <a:noAutofit/>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Title, content, and image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609600" y="2171700"/>
            <a:ext cx="5334000" cy="1412694"/>
          </a:xfrm>
        </p:spPr>
        <p:txBody>
          <a:bodyPr/>
          <a:lstStyle>
            <a:lvl1pPr marL="0" indent="0">
              <a:spcAft>
                <a:spcPts val="1800"/>
              </a:spcAft>
              <a:buNone/>
              <a:defRPr sz="2400" b="0" i="0">
                <a:latin typeface="Amazon Ember Display" panose="020F0603020204020204" pitchFamily="34" charset="0"/>
              </a:defRPr>
            </a:lvl1pPr>
            <a:lvl2pPr marL="285750" indent="0">
              <a:spcAft>
                <a:spcPts val="1800"/>
              </a:spcAft>
              <a:buNone/>
              <a:defRPr sz="2000" b="0" i="0">
                <a:latin typeface="Amazon Ember Display" panose="020F0603020204020204" pitchFamily="34" charset="0"/>
              </a:defRPr>
            </a:lvl2pPr>
            <a:lvl3pPr marL="628650" indent="0">
              <a:spcAft>
                <a:spcPts val="1800"/>
              </a:spcAft>
              <a:buNone/>
              <a:defRPr sz="1800" b="0" i="0">
                <a:latin typeface="Amazon Ember Display" panose="020F0603020204020204" pitchFamily="34" charset="0"/>
              </a:defRPr>
            </a:lvl3pPr>
            <a:lvl4pPr marL="914400" indent="0">
              <a:spcAft>
                <a:spcPts val="1800"/>
              </a:spcAft>
              <a:buNone/>
              <a:defRPr sz="1600"/>
            </a:lvl4pPr>
            <a:lvl5pPr marL="1143000" indent="0">
              <a:spcAft>
                <a:spcPts val="1800"/>
              </a:spcAft>
              <a:buNone/>
              <a:defRPr sz="1600"/>
            </a:lvl5pPr>
          </a:lstStyle>
          <a:p>
            <a:pPr lvl="0"/>
            <a:r>
              <a:rPr lang="en-US"/>
              <a:t>Enter text</a:t>
            </a:r>
          </a:p>
          <a:p>
            <a:pPr lvl="1"/>
            <a:r>
              <a:rPr lang="en-US"/>
              <a:t>Second level</a:t>
            </a:r>
          </a:p>
          <a:p>
            <a:pPr lvl="2"/>
            <a:r>
              <a:rPr lang="en-US"/>
              <a:t>Third level</a:t>
            </a:r>
          </a:p>
        </p:txBody>
      </p:sp>
      <p:sp>
        <p:nvSpPr>
          <p:cNvPr id="4" name="Date Placeholder 3">
            <a:extLst>
              <a:ext uri="{FF2B5EF4-FFF2-40B4-BE49-F238E27FC236}">
                <a16:creationId xmlns:a16="http://schemas.microsoft.com/office/drawing/2014/main" id="{FC3FE715-EC87-4B8E-9C5A-5A9D588BB97F}"/>
              </a:ext>
            </a:extLst>
          </p:cNvPr>
          <p:cNvSpPr>
            <a:spLocks noGrp="1"/>
          </p:cNvSpPr>
          <p:nvPr>
            <p:ph type="dt" sz="half" idx="11"/>
          </p:nvPr>
        </p:nvSpPr>
        <p:spPr/>
        <p:txBody>
          <a:bodyPr/>
          <a:lstStyle>
            <a:lvl1pPr>
              <a:defRPr b="0" i="0">
                <a:latin typeface="Amazon Ember Display" panose="020F0603020204020204" pitchFamily="34" charset="0"/>
              </a:defRPr>
            </a:lvl1pPr>
          </a:lstStyle>
          <a:p>
            <a:fld id="{08C0C526-AA41-9246-8D2F-123642CF358A}" type="datetime1">
              <a:rPr lang="en-US" smtClean="0"/>
              <a:pPr/>
              <a:t>5/14/26</a:t>
            </a:fld>
            <a:endParaRPr lang="en-US"/>
          </a:p>
        </p:txBody>
      </p:sp>
      <p:sp>
        <p:nvSpPr>
          <p:cNvPr id="6" name="Footer Placeholder 5">
            <a:extLst>
              <a:ext uri="{FF2B5EF4-FFF2-40B4-BE49-F238E27FC236}">
                <a16:creationId xmlns:a16="http://schemas.microsoft.com/office/drawing/2014/main" id="{18D5F6CD-847A-4EBE-9BAA-72269373CEED}"/>
              </a:ext>
            </a:extLst>
          </p:cNvPr>
          <p:cNvSpPr>
            <a:spLocks noGrp="1"/>
          </p:cNvSpPr>
          <p:nvPr>
            <p:ph type="ftr" sz="quarter" idx="12"/>
          </p:nvPr>
        </p:nvSpPr>
        <p:spPr/>
        <p:txBody>
          <a:bodyPr/>
          <a:lstStyle>
            <a:lvl1pPr>
              <a:defRPr b="0" i="0">
                <a:latin typeface="Amazon Ember Display" panose="020F0603020204020204" pitchFamily="34" charset="0"/>
              </a:defRPr>
            </a:lvl1pPr>
          </a:lstStyle>
          <a:p>
            <a:endParaRPr lang="en-US"/>
          </a:p>
        </p:txBody>
      </p:sp>
      <p:sp>
        <p:nvSpPr>
          <p:cNvPr id="7" name="Slide Number Placeholder 6">
            <a:extLst>
              <a:ext uri="{FF2B5EF4-FFF2-40B4-BE49-F238E27FC236}">
                <a16:creationId xmlns:a16="http://schemas.microsoft.com/office/drawing/2014/main" id="{E1C972F2-75D0-4C1D-B2C9-D4DDBBA7EBAC}"/>
              </a:ext>
            </a:extLst>
          </p:cNvPr>
          <p:cNvSpPr>
            <a:spLocks noGrp="1"/>
          </p:cNvSpPr>
          <p:nvPr>
            <p:ph type="sldNum" sz="quarter" idx="13"/>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
        <p:nvSpPr>
          <p:cNvPr id="5" name="TextBox 4">
            <a:extLst>
              <a:ext uri="{FF2B5EF4-FFF2-40B4-BE49-F238E27FC236}">
                <a16:creationId xmlns:a16="http://schemas.microsoft.com/office/drawing/2014/main" id="{5F1FFFB4-FF6D-9545-8FF8-67BC87137E26}"/>
              </a:ext>
            </a:extLst>
          </p:cNvPr>
          <p:cNvSpPr txBox="1"/>
          <p:nvPr userDrawn="1"/>
        </p:nvSpPr>
        <p:spPr>
          <a:xfrm>
            <a:off x="1141084"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2026, Amazon Web Services, Inc. or its affiliates. All rights reserved. Amazon Confidential and Trademark.</a:t>
            </a:r>
          </a:p>
        </p:txBody>
      </p:sp>
      <p:pic>
        <p:nvPicPr>
          <p:cNvPr id="8" name="Picture 7">
            <a:extLst>
              <a:ext uri="{FF2B5EF4-FFF2-40B4-BE49-F238E27FC236}">
                <a16:creationId xmlns:a16="http://schemas.microsoft.com/office/drawing/2014/main" id="{0B6EB6BB-732B-826B-70F6-0884CC3AB26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9048"/>
          </a:xfrm>
          <a:prstGeom prst="rect">
            <a:avLst/>
          </a:prstGeom>
        </p:spPr>
      </p:pic>
    </p:spTree>
    <p:extLst>
      <p:ext uri="{BB962C8B-B14F-4D97-AF65-F5344CB8AC3E}">
        <p14:creationId xmlns:p14="http://schemas.microsoft.com/office/powerpoint/2010/main" val="4172912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1368"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 Content, and Imag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A572058-8A2F-63B1-24B9-FF2FF1B0200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a:xfrm>
            <a:off x="539262" y="914401"/>
            <a:ext cx="5334000" cy="978729"/>
          </a:xfrm>
          <a:prstGeom prst="rect">
            <a:avLst/>
          </a:prstGeom>
        </p:spPr>
        <p:txBody>
          <a:bodyPr>
            <a:noAutofit/>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Title, content, and image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609600" y="2171700"/>
            <a:ext cx="5334000" cy="1412694"/>
          </a:xfrm>
        </p:spPr>
        <p:txBody>
          <a:bodyPr/>
          <a:lstStyle>
            <a:lvl1pPr marL="0" indent="0">
              <a:spcAft>
                <a:spcPts val="1800"/>
              </a:spcAft>
              <a:buNone/>
              <a:defRPr sz="2400" b="0" i="0">
                <a:latin typeface="Amazon Ember Display" panose="020F0603020204020204" pitchFamily="34" charset="0"/>
              </a:defRPr>
            </a:lvl1pPr>
            <a:lvl2pPr marL="285750" indent="0">
              <a:spcAft>
                <a:spcPts val="1800"/>
              </a:spcAft>
              <a:buNone/>
              <a:defRPr sz="2000" b="0" i="0">
                <a:latin typeface="Amazon Ember Display" panose="020F0603020204020204" pitchFamily="34" charset="0"/>
              </a:defRPr>
            </a:lvl2pPr>
            <a:lvl3pPr marL="628650" indent="0">
              <a:spcAft>
                <a:spcPts val="1800"/>
              </a:spcAft>
              <a:buNone/>
              <a:defRPr sz="1800" b="0" i="0">
                <a:latin typeface="Amazon Ember Display" panose="020F0603020204020204" pitchFamily="34" charset="0"/>
              </a:defRPr>
            </a:lvl3pPr>
            <a:lvl4pPr marL="914400" indent="0">
              <a:spcAft>
                <a:spcPts val="1800"/>
              </a:spcAft>
              <a:buNone/>
              <a:defRPr sz="1600"/>
            </a:lvl4pPr>
            <a:lvl5pPr marL="1143000" indent="0">
              <a:spcAft>
                <a:spcPts val="1800"/>
              </a:spcAft>
              <a:buNone/>
              <a:defRPr sz="1600"/>
            </a:lvl5pPr>
          </a:lstStyle>
          <a:p>
            <a:pPr lvl="0"/>
            <a:r>
              <a:rPr lang="en-US"/>
              <a:t>Enter text</a:t>
            </a:r>
          </a:p>
          <a:p>
            <a:pPr lvl="1"/>
            <a:r>
              <a:rPr lang="en-US"/>
              <a:t>Second level</a:t>
            </a:r>
          </a:p>
          <a:p>
            <a:pPr lvl="2"/>
            <a:r>
              <a:rPr lang="en-US"/>
              <a:t>Third level</a:t>
            </a:r>
          </a:p>
        </p:txBody>
      </p:sp>
      <p:sp>
        <p:nvSpPr>
          <p:cNvPr id="4" name="Date Placeholder 3">
            <a:extLst>
              <a:ext uri="{FF2B5EF4-FFF2-40B4-BE49-F238E27FC236}">
                <a16:creationId xmlns:a16="http://schemas.microsoft.com/office/drawing/2014/main" id="{FC3FE715-EC87-4B8E-9C5A-5A9D588BB97F}"/>
              </a:ext>
            </a:extLst>
          </p:cNvPr>
          <p:cNvSpPr>
            <a:spLocks noGrp="1"/>
          </p:cNvSpPr>
          <p:nvPr>
            <p:ph type="dt" sz="half" idx="11"/>
          </p:nvPr>
        </p:nvSpPr>
        <p:spPr/>
        <p:txBody>
          <a:bodyPr/>
          <a:lstStyle>
            <a:lvl1pPr>
              <a:defRPr b="0" i="0">
                <a:latin typeface="Amazon Ember Display" panose="020F0603020204020204" pitchFamily="34" charset="0"/>
              </a:defRPr>
            </a:lvl1pPr>
          </a:lstStyle>
          <a:p>
            <a:fld id="{08C0C526-AA41-9246-8D2F-123642CF358A}" type="datetime1">
              <a:rPr lang="en-US" smtClean="0"/>
              <a:pPr/>
              <a:t>5/14/26</a:t>
            </a:fld>
            <a:endParaRPr lang="en-US"/>
          </a:p>
        </p:txBody>
      </p:sp>
      <p:sp>
        <p:nvSpPr>
          <p:cNvPr id="6" name="Footer Placeholder 5">
            <a:extLst>
              <a:ext uri="{FF2B5EF4-FFF2-40B4-BE49-F238E27FC236}">
                <a16:creationId xmlns:a16="http://schemas.microsoft.com/office/drawing/2014/main" id="{18D5F6CD-847A-4EBE-9BAA-72269373CEED}"/>
              </a:ext>
            </a:extLst>
          </p:cNvPr>
          <p:cNvSpPr>
            <a:spLocks noGrp="1"/>
          </p:cNvSpPr>
          <p:nvPr>
            <p:ph type="ftr" sz="quarter" idx="12"/>
          </p:nvPr>
        </p:nvSpPr>
        <p:spPr/>
        <p:txBody>
          <a:bodyPr/>
          <a:lstStyle>
            <a:lvl1pPr>
              <a:defRPr b="0" i="0">
                <a:latin typeface="Amazon Ember Display" panose="020F0603020204020204" pitchFamily="34" charset="0"/>
              </a:defRPr>
            </a:lvl1pPr>
          </a:lstStyle>
          <a:p>
            <a:endParaRPr lang="en-US"/>
          </a:p>
        </p:txBody>
      </p:sp>
      <p:sp>
        <p:nvSpPr>
          <p:cNvPr id="7" name="Slide Number Placeholder 6">
            <a:extLst>
              <a:ext uri="{FF2B5EF4-FFF2-40B4-BE49-F238E27FC236}">
                <a16:creationId xmlns:a16="http://schemas.microsoft.com/office/drawing/2014/main" id="{E1C972F2-75D0-4C1D-B2C9-D4DDBBA7EBAC}"/>
              </a:ext>
            </a:extLst>
          </p:cNvPr>
          <p:cNvSpPr>
            <a:spLocks noGrp="1"/>
          </p:cNvSpPr>
          <p:nvPr>
            <p:ph type="sldNum" sz="quarter" idx="13"/>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
        <p:nvSpPr>
          <p:cNvPr id="9" name="TextBox 8">
            <a:extLst>
              <a:ext uri="{FF2B5EF4-FFF2-40B4-BE49-F238E27FC236}">
                <a16:creationId xmlns:a16="http://schemas.microsoft.com/office/drawing/2014/main" id="{BF3EF575-8224-DA14-5D32-515D4952C561}"/>
              </a:ext>
            </a:extLst>
          </p:cNvPr>
          <p:cNvSpPr txBox="1"/>
          <p:nvPr userDrawn="1"/>
        </p:nvSpPr>
        <p:spPr>
          <a:xfrm>
            <a:off x="1141084"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2026, Amazon Web Services, Inc. or its affiliates. All rights reserved. Amazon Confidential and Trademark.</a:t>
            </a:r>
          </a:p>
        </p:txBody>
      </p:sp>
      <p:pic>
        <p:nvPicPr>
          <p:cNvPr id="10" name="Picture 9">
            <a:extLst>
              <a:ext uri="{FF2B5EF4-FFF2-40B4-BE49-F238E27FC236}">
                <a16:creationId xmlns:a16="http://schemas.microsoft.com/office/drawing/2014/main" id="{73D20E4C-9187-3688-70E3-A4C82F7586D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9048"/>
          </a:xfrm>
          <a:prstGeom prst="rect">
            <a:avLst/>
          </a:prstGeom>
        </p:spPr>
      </p:pic>
    </p:spTree>
    <p:extLst>
      <p:ext uri="{BB962C8B-B14F-4D97-AF65-F5344CB8AC3E}">
        <p14:creationId xmlns:p14="http://schemas.microsoft.com/office/powerpoint/2010/main" val="3825580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1368"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5568B873-04D3-AF11-8C29-6653AFF1063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62A4C8A-667C-40C7-9A6D-BA3F977C5FDD}"/>
              </a:ext>
            </a:extLst>
          </p:cNvPr>
          <p:cNvSpPr>
            <a:spLocks noGrp="1"/>
          </p:cNvSpPr>
          <p:nvPr>
            <p:ph type="title" hasCustomPrompt="1"/>
          </p:nvPr>
        </p:nvSpPr>
        <p:spPr>
          <a:xfrm>
            <a:off x="539262" y="914401"/>
            <a:ext cx="10972800" cy="535531"/>
          </a:xfrm>
          <a:prstGeom prst="rect">
            <a:avLst/>
          </a:prstGeom>
        </p:spPr>
        <p:txBody>
          <a:bodyPr>
            <a:noAutofit/>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Two-column layout</a:t>
            </a:r>
          </a:p>
        </p:txBody>
      </p:sp>
      <p:sp>
        <p:nvSpPr>
          <p:cNvPr id="3" name="Content Placeholder 2">
            <a:extLst>
              <a:ext uri="{FF2B5EF4-FFF2-40B4-BE49-F238E27FC236}">
                <a16:creationId xmlns:a16="http://schemas.microsoft.com/office/drawing/2014/main" id="{9B10331E-4F8F-4DEC-91C1-F631560E6601}"/>
              </a:ext>
            </a:extLst>
          </p:cNvPr>
          <p:cNvSpPr>
            <a:spLocks noGrp="1"/>
          </p:cNvSpPr>
          <p:nvPr>
            <p:ph sz="half" idx="1" hasCustomPrompt="1"/>
          </p:nvPr>
        </p:nvSpPr>
        <p:spPr>
          <a:xfrm>
            <a:off x="609600" y="1714500"/>
            <a:ext cx="5248274" cy="2317558"/>
          </a:xfrm>
        </p:spPr>
        <p:txBody>
          <a:bodyPr/>
          <a:lstStyle>
            <a:lvl1pPr marL="0" indent="0">
              <a:spcAft>
                <a:spcPts val="1800"/>
              </a:spcAft>
              <a:buNone/>
              <a:defRPr sz="2400" b="0" i="0">
                <a:latin typeface="Amazon Ember Display" panose="020F0603020204020204" pitchFamily="34" charset="0"/>
              </a:defRPr>
            </a:lvl1pPr>
            <a:lvl2pPr marL="285750" indent="0">
              <a:spcAft>
                <a:spcPts val="1800"/>
              </a:spcAft>
              <a:buNone/>
              <a:defRPr sz="2000" b="0" i="0">
                <a:latin typeface="Amazon Ember Display" panose="020F0603020204020204" pitchFamily="34" charset="0"/>
              </a:defRPr>
            </a:lvl2pPr>
            <a:lvl3pPr marL="628650" indent="0">
              <a:spcAft>
                <a:spcPts val="1800"/>
              </a:spcAft>
              <a:buNone/>
              <a:defRPr sz="1800" b="0" i="0">
                <a:latin typeface="Amazon Ember Display" panose="020F0603020204020204" pitchFamily="34" charset="0"/>
              </a:defRPr>
            </a:lvl3pPr>
            <a:lvl4pPr marL="914400" indent="0">
              <a:spcAft>
                <a:spcPts val="1800"/>
              </a:spcAft>
              <a:buNone/>
              <a:defRPr sz="1600" b="0" i="0">
                <a:latin typeface="Amazon Ember Display" panose="020F0603020204020204" pitchFamily="34" charset="0"/>
              </a:defRPr>
            </a:lvl4pPr>
            <a:lvl5pPr marL="1143000" indent="0">
              <a:spcAft>
                <a:spcPts val="1800"/>
              </a:spcAft>
              <a:buNone/>
              <a:defRPr sz="1600" b="0" i="0">
                <a:latin typeface="Amazon Ember Display" panose="020F0603020204020204" pitchFamily="34" charset="0"/>
              </a:defRPr>
            </a:lvl5pPr>
          </a:lstStyle>
          <a:p>
            <a:pPr lvl="0"/>
            <a:r>
              <a:rPr lang="en-US"/>
              <a:t>Enter text or click icon to add media</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F72257F-5E84-444A-B9C4-CCB856025EB2}"/>
              </a:ext>
            </a:extLst>
          </p:cNvPr>
          <p:cNvSpPr>
            <a:spLocks noGrp="1"/>
          </p:cNvSpPr>
          <p:nvPr>
            <p:ph sz="half" idx="2" hasCustomPrompt="1"/>
          </p:nvPr>
        </p:nvSpPr>
        <p:spPr>
          <a:xfrm>
            <a:off x="6334125" y="1714499"/>
            <a:ext cx="5248276" cy="2317558"/>
          </a:xfrm>
        </p:spPr>
        <p:txBody>
          <a:bodyPr/>
          <a:lstStyle>
            <a:lvl1pPr marL="0" indent="0">
              <a:spcAft>
                <a:spcPts val="1800"/>
              </a:spcAft>
              <a:buNone/>
              <a:defRPr sz="2400" b="0" i="0">
                <a:latin typeface="Amazon Ember Display" panose="020F0603020204020204" pitchFamily="34" charset="0"/>
              </a:defRPr>
            </a:lvl1pPr>
            <a:lvl2pPr marL="285750" indent="0">
              <a:spcAft>
                <a:spcPts val="1800"/>
              </a:spcAft>
              <a:buNone/>
              <a:defRPr sz="2000" b="0" i="0">
                <a:latin typeface="Amazon Ember Display" panose="020F0603020204020204" pitchFamily="34" charset="0"/>
              </a:defRPr>
            </a:lvl2pPr>
            <a:lvl3pPr marL="628650" indent="0">
              <a:spcAft>
                <a:spcPts val="1800"/>
              </a:spcAft>
              <a:buNone/>
              <a:defRPr sz="1800" b="0" i="0">
                <a:latin typeface="Amazon Ember Display" panose="020F0603020204020204" pitchFamily="34" charset="0"/>
              </a:defRPr>
            </a:lvl3pPr>
            <a:lvl4pPr marL="914400" indent="0">
              <a:spcAft>
                <a:spcPts val="1800"/>
              </a:spcAft>
              <a:buNone/>
              <a:defRPr sz="1600" b="0" i="0">
                <a:latin typeface="Amazon Ember Display" panose="020F0603020204020204" pitchFamily="34" charset="0"/>
              </a:defRPr>
            </a:lvl4pPr>
            <a:lvl5pPr marL="1143000" indent="0">
              <a:spcAft>
                <a:spcPts val="1800"/>
              </a:spcAft>
              <a:buNone/>
              <a:defRPr sz="1600" b="0" i="0">
                <a:latin typeface="Amazon Ember Display" panose="020F0603020204020204" pitchFamily="34" charset="0"/>
              </a:defRPr>
            </a:lvl5pPr>
          </a:lstStyle>
          <a:p>
            <a:pPr lvl="0"/>
            <a:r>
              <a:rPr lang="en-US"/>
              <a:t>Enter text or click icon to add media</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B8530C4-DC55-4C62-84CC-692229E78516}"/>
              </a:ext>
            </a:extLst>
          </p:cNvPr>
          <p:cNvSpPr>
            <a:spLocks noGrp="1"/>
          </p:cNvSpPr>
          <p:nvPr>
            <p:ph type="dt" sz="half" idx="10"/>
          </p:nvPr>
        </p:nvSpPr>
        <p:spPr/>
        <p:txBody>
          <a:bodyPr/>
          <a:lstStyle>
            <a:lvl1pPr>
              <a:defRPr b="0" i="0">
                <a:latin typeface="Amazon Ember Display" panose="020F0603020204020204" pitchFamily="34" charset="0"/>
              </a:defRPr>
            </a:lvl1pPr>
          </a:lstStyle>
          <a:p>
            <a:fld id="{C6CBC29B-2875-A847-90DD-93F5B9D216F5}" type="datetime1">
              <a:rPr lang="en-US" smtClean="0"/>
              <a:pPr/>
              <a:t>5/14/26</a:t>
            </a:fld>
            <a:endParaRPr lang="en-US"/>
          </a:p>
        </p:txBody>
      </p:sp>
      <p:sp>
        <p:nvSpPr>
          <p:cNvPr id="6" name="Footer Placeholder 5">
            <a:extLst>
              <a:ext uri="{FF2B5EF4-FFF2-40B4-BE49-F238E27FC236}">
                <a16:creationId xmlns:a16="http://schemas.microsoft.com/office/drawing/2014/main" id="{A64B8C68-5C05-4F96-9FF2-B531F83A5392}"/>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7" name="Slide Number Placeholder 6">
            <a:extLst>
              <a:ext uri="{FF2B5EF4-FFF2-40B4-BE49-F238E27FC236}">
                <a16:creationId xmlns:a16="http://schemas.microsoft.com/office/drawing/2014/main" id="{A6B81369-2E97-4C0B-9762-D765E28372D1}"/>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2344813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A4C8A-667C-40C7-9A6D-BA3F977C5FDD}"/>
              </a:ext>
            </a:extLst>
          </p:cNvPr>
          <p:cNvSpPr>
            <a:spLocks noGrp="1"/>
          </p:cNvSpPr>
          <p:nvPr>
            <p:ph type="title" hasCustomPrompt="1"/>
          </p:nvPr>
        </p:nvSpPr>
        <p:spPr>
          <a:xfrm>
            <a:off x="539262" y="914401"/>
            <a:ext cx="10972800" cy="535531"/>
          </a:xfrm>
          <a:prstGeom prst="rect">
            <a:avLst/>
          </a:prstGeom>
        </p:spPr>
        <p:txBody>
          <a:bodyPr>
            <a:noAutofit/>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Two-column layout</a:t>
            </a:r>
          </a:p>
        </p:txBody>
      </p:sp>
      <p:sp>
        <p:nvSpPr>
          <p:cNvPr id="3" name="Content Placeholder 2">
            <a:extLst>
              <a:ext uri="{FF2B5EF4-FFF2-40B4-BE49-F238E27FC236}">
                <a16:creationId xmlns:a16="http://schemas.microsoft.com/office/drawing/2014/main" id="{9B10331E-4F8F-4DEC-91C1-F631560E6601}"/>
              </a:ext>
            </a:extLst>
          </p:cNvPr>
          <p:cNvSpPr>
            <a:spLocks noGrp="1"/>
          </p:cNvSpPr>
          <p:nvPr>
            <p:ph sz="half" idx="1" hasCustomPrompt="1"/>
          </p:nvPr>
        </p:nvSpPr>
        <p:spPr>
          <a:xfrm>
            <a:off x="609600" y="1714500"/>
            <a:ext cx="5248274" cy="2317558"/>
          </a:xfrm>
        </p:spPr>
        <p:txBody>
          <a:bodyPr/>
          <a:lstStyle>
            <a:lvl1pPr marL="0" indent="0">
              <a:spcAft>
                <a:spcPts val="1800"/>
              </a:spcAft>
              <a:buNone/>
              <a:defRPr sz="2400" b="0" i="0">
                <a:latin typeface="Amazon Ember Display" panose="020F0603020204020204" pitchFamily="34" charset="0"/>
              </a:defRPr>
            </a:lvl1pPr>
            <a:lvl2pPr marL="285750" indent="0">
              <a:spcAft>
                <a:spcPts val="1800"/>
              </a:spcAft>
              <a:buNone/>
              <a:defRPr sz="2000" b="0" i="0">
                <a:latin typeface="Amazon Ember Display" panose="020F0603020204020204" pitchFamily="34" charset="0"/>
              </a:defRPr>
            </a:lvl2pPr>
            <a:lvl3pPr marL="628650" indent="0">
              <a:spcAft>
                <a:spcPts val="1800"/>
              </a:spcAft>
              <a:buNone/>
              <a:defRPr sz="1800" b="0" i="0">
                <a:latin typeface="Amazon Ember Display" panose="020F0603020204020204" pitchFamily="34" charset="0"/>
              </a:defRPr>
            </a:lvl3pPr>
            <a:lvl4pPr marL="914400" indent="0">
              <a:spcAft>
                <a:spcPts val="1800"/>
              </a:spcAft>
              <a:buNone/>
              <a:defRPr sz="1600" b="0" i="0">
                <a:latin typeface="Amazon Ember Display" panose="020F0603020204020204" pitchFamily="34" charset="0"/>
              </a:defRPr>
            </a:lvl4pPr>
            <a:lvl5pPr marL="1143000" indent="0">
              <a:spcAft>
                <a:spcPts val="1800"/>
              </a:spcAft>
              <a:buNone/>
              <a:defRPr sz="1600" b="0" i="0">
                <a:latin typeface="Amazon Ember Display" panose="020F0603020204020204" pitchFamily="34" charset="0"/>
              </a:defRPr>
            </a:lvl5pPr>
          </a:lstStyle>
          <a:p>
            <a:pPr lvl="0"/>
            <a:r>
              <a:rPr lang="en-US"/>
              <a:t>Enter text or click icon to add media</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F72257F-5E84-444A-B9C4-CCB856025EB2}"/>
              </a:ext>
            </a:extLst>
          </p:cNvPr>
          <p:cNvSpPr>
            <a:spLocks noGrp="1"/>
          </p:cNvSpPr>
          <p:nvPr>
            <p:ph sz="half" idx="2" hasCustomPrompt="1"/>
          </p:nvPr>
        </p:nvSpPr>
        <p:spPr>
          <a:xfrm>
            <a:off x="6334125" y="1714499"/>
            <a:ext cx="5248276" cy="2317558"/>
          </a:xfrm>
        </p:spPr>
        <p:txBody>
          <a:bodyPr/>
          <a:lstStyle>
            <a:lvl1pPr marL="0" indent="0">
              <a:spcAft>
                <a:spcPts val="1800"/>
              </a:spcAft>
              <a:buNone/>
              <a:defRPr sz="2400" b="0" i="0">
                <a:latin typeface="Amazon Ember Display" panose="020F0603020204020204" pitchFamily="34" charset="0"/>
              </a:defRPr>
            </a:lvl1pPr>
            <a:lvl2pPr marL="285750" indent="0">
              <a:spcAft>
                <a:spcPts val="1800"/>
              </a:spcAft>
              <a:buNone/>
              <a:defRPr sz="2000" b="0" i="0">
                <a:latin typeface="Amazon Ember Display" panose="020F0603020204020204" pitchFamily="34" charset="0"/>
              </a:defRPr>
            </a:lvl2pPr>
            <a:lvl3pPr marL="628650" indent="0">
              <a:spcAft>
                <a:spcPts val="1800"/>
              </a:spcAft>
              <a:buNone/>
              <a:defRPr sz="1800" b="0" i="0">
                <a:latin typeface="Amazon Ember Display" panose="020F0603020204020204" pitchFamily="34" charset="0"/>
              </a:defRPr>
            </a:lvl3pPr>
            <a:lvl4pPr marL="914400" indent="0">
              <a:spcAft>
                <a:spcPts val="1800"/>
              </a:spcAft>
              <a:buNone/>
              <a:defRPr sz="1600" b="0" i="0">
                <a:latin typeface="Amazon Ember Display" panose="020F0603020204020204" pitchFamily="34" charset="0"/>
              </a:defRPr>
            </a:lvl4pPr>
            <a:lvl5pPr marL="1143000" indent="0">
              <a:spcAft>
                <a:spcPts val="1800"/>
              </a:spcAft>
              <a:buNone/>
              <a:defRPr sz="1600" b="0" i="0">
                <a:latin typeface="Amazon Ember Display" panose="020F0603020204020204" pitchFamily="34" charset="0"/>
              </a:defRPr>
            </a:lvl5pPr>
          </a:lstStyle>
          <a:p>
            <a:pPr lvl="0"/>
            <a:r>
              <a:rPr lang="en-US"/>
              <a:t>Enter text or click icon to add media</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B8530C4-DC55-4C62-84CC-692229E78516}"/>
              </a:ext>
            </a:extLst>
          </p:cNvPr>
          <p:cNvSpPr>
            <a:spLocks noGrp="1"/>
          </p:cNvSpPr>
          <p:nvPr>
            <p:ph type="dt" sz="half" idx="10"/>
          </p:nvPr>
        </p:nvSpPr>
        <p:spPr/>
        <p:txBody>
          <a:bodyPr/>
          <a:lstStyle>
            <a:lvl1pPr>
              <a:defRPr b="0" i="0">
                <a:latin typeface="Amazon Ember Display" panose="020F0603020204020204" pitchFamily="34" charset="0"/>
              </a:defRPr>
            </a:lvl1pPr>
          </a:lstStyle>
          <a:p>
            <a:fld id="{C6CBC29B-2875-A847-90DD-93F5B9D216F5}" type="datetime1">
              <a:rPr lang="en-US" smtClean="0"/>
              <a:pPr/>
              <a:t>5/14/26</a:t>
            </a:fld>
            <a:endParaRPr lang="en-US"/>
          </a:p>
        </p:txBody>
      </p:sp>
      <p:sp>
        <p:nvSpPr>
          <p:cNvPr id="6" name="Footer Placeholder 5">
            <a:extLst>
              <a:ext uri="{FF2B5EF4-FFF2-40B4-BE49-F238E27FC236}">
                <a16:creationId xmlns:a16="http://schemas.microsoft.com/office/drawing/2014/main" id="{A64B8C68-5C05-4F96-9FF2-B531F83A5392}"/>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7" name="Slide Number Placeholder 6">
            <a:extLst>
              <a:ext uri="{FF2B5EF4-FFF2-40B4-BE49-F238E27FC236}">
                <a16:creationId xmlns:a16="http://schemas.microsoft.com/office/drawing/2014/main" id="{A6B81369-2E97-4C0B-9762-D765E28372D1}"/>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4096409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D5D51-461F-4BF3-B83C-3319F4FEFF79}"/>
              </a:ext>
            </a:extLst>
          </p:cNvPr>
          <p:cNvSpPr>
            <a:spLocks noGrp="1"/>
          </p:cNvSpPr>
          <p:nvPr>
            <p:ph type="title" hasCustomPrompt="1"/>
          </p:nvPr>
        </p:nvSpPr>
        <p:spPr>
          <a:xfrm>
            <a:off x="539262" y="917577"/>
            <a:ext cx="10972800" cy="535531"/>
          </a:xfrm>
          <a:prstGeom prst="rect">
            <a:avLst/>
          </a:prstGeom>
        </p:spPr>
        <p:txBody>
          <a:bodyPr>
            <a:noAutofit/>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Two-column layout with subheadings</a:t>
            </a:r>
          </a:p>
        </p:txBody>
      </p:sp>
      <p:sp>
        <p:nvSpPr>
          <p:cNvPr id="3" name="Text Placeholder 2">
            <a:extLst>
              <a:ext uri="{FF2B5EF4-FFF2-40B4-BE49-F238E27FC236}">
                <a16:creationId xmlns:a16="http://schemas.microsoft.com/office/drawing/2014/main" id="{BC1CA65A-3F20-4CCD-AE7B-297E975BC0E8}"/>
              </a:ext>
            </a:extLst>
          </p:cNvPr>
          <p:cNvSpPr>
            <a:spLocks noGrp="1"/>
          </p:cNvSpPr>
          <p:nvPr>
            <p:ph type="body" idx="1" hasCustomPrompt="1"/>
          </p:nvPr>
        </p:nvSpPr>
        <p:spPr>
          <a:xfrm>
            <a:off x="609599" y="1743647"/>
            <a:ext cx="5248656" cy="369332"/>
          </a:xfrm>
        </p:spPr>
        <p:txBody>
          <a:bodyPr anchor="t"/>
          <a:lstStyle>
            <a:lvl1pPr marL="0" indent="0">
              <a:buNone/>
              <a:defRPr sz="2000" b="0" i="0">
                <a:solidFill>
                  <a:schemeClr val="accent1"/>
                </a:solidFill>
                <a:latin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4" name="Content Placeholder 3">
            <a:extLst>
              <a:ext uri="{FF2B5EF4-FFF2-40B4-BE49-F238E27FC236}">
                <a16:creationId xmlns:a16="http://schemas.microsoft.com/office/drawing/2014/main" id="{1DBED614-1324-4FC8-94DC-2BB58446A188}"/>
              </a:ext>
            </a:extLst>
          </p:cNvPr>
          <p:cNvSpPr>
            <a:spLocks noGrp="1"/>
          </p:cNvSpPr>
          <p:nvPr>
            <p:ph sz="half" idx="2" hasCustomPrompt="1"/>
          </p:nvPr>
        </p:nvSpPr>
        <p:spPr>
          <a:xfrm>
            <a:off x="609598" y="2141554"/>
            <a:ext cx="5248656" cy="1064907"/>
          </a:xfrm>
        </p:spPr>
        <p:txBody>
          <a:bodyPr/>
          <a:lstStyle>
            <a:lvl1pPr marL="0" indent="0">
              <a:buNone/>
              <a:defRPr sz="1800" b="0" i="0">
                <a:latin typeface="Amazon Ember Display" panose="020F0603020204020204" pitchFamily="34" charset="0"/>
              </a:defRPr>
            </a:lvl1pPr>
            <a:lvl2pPr marL="285750" indent="0">
              <a:buNone/>
              <a:defRPr sz="1600" b="0" i="0">
                <a:latin typeface="Amazon Ember Display" panose="020F0603020204020204" pitchFamily="34" charset="0"/>
              </a:defRPr>
            </a:lvl2pPr>
            <a:lvl3pPr marL="628650" indent="0">
              <a:buNone/>
              <a:defRPr sz="1400" b="0" i="0">
                <a:latin typeface="Amazon Ember Display" panose="020F0603020204020204" pitchFamily="34" charset="0"/>
              </a:defRPr>
            </a:lvl3pPr>
            <a:lvl4pPr marL="858838" indent="0">
              <a:buNone/>
              <a:defRPr sz="1200"/>
            </a:lvl4pPr>
            <a:lvl5pPr marL="1030288" indent="0">
              <a:buNone/>
              <a:defRPr sz="1200"/>
            </a:lvl5pPr>
          </a:lstStyle>
          <a:p>
            <a:pPr lvl="0"/>
            <a:r>
              <a:rPr lang="en-US"/>
              <a:t>Enter text or click icon to add media</a:t>
            </a:r>
          </a:p>
          <a:p>
            <a:pPr lvl="1"/>
            <a:r>
              <a:rPr lang="en-US"/>
              <a:t>Second level</a:t>
            </a:r>
          </a:p>
          <a:p>
            <a:pPr lvl="2"/>
            <a:r>
              <a:rPr lang="en-US"/>
              <a:t>Third level</a:t>
            </a:r>
          </a:p>
        </p:txBody>
      </p:sp>
      <p:sp>
        <p:nvSpPr>
          <p:cNvPr id="5" name="Text Placeholder 4">
            <a:extLst>
              <a:ext uri="{FF2B5EF4-FFF2-40B4-BE49-F238E27FC236}">
                <a16:creationId xmlns:a16="http://schemas.microsoft.com/office/drawing/2014/main" id="{7BCE1A54-1330-4A91-B63D-5CFA63F9FFDF}"/>
              </a:ext>
            </a:extLst>
          </p:cNvPr>
          <p:cNvSpPr>
            <a:spLocks noGrp="1"/>
          </p:cNvSpPr>
          <p:nvPr>
            <p:ph type="body" sz="quarter" idx="3" hasCustomPrompt="1"/>
          </p:nvPr>
        </p:nvSpPr>
        <p:spPr>
          <a:xfrm>
            <a:off x="6334125" y="1743647"/>
            <a:ext cx="5248656" cy="369332"/>
          </a:xfrm>
        </p:spPr>
        <p:txBody>
          <a:bodyPr anchor="t"/>
          <a:lstStyle>
            <a:lvl1pPr marL="0" indent="0">
              <a:buNone/>
              <a:defRPr sz="2000" b="0" i="0">
                <a:solidFill>
                  <a:schemeClr val="accent1"/>
                </a:solidFill>
                <a:latin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6" name="Content Placeholder 5">
            <a:extLst>
              <a:ext uri="{FF2B5EF4-FFF2-40B4-BE49-F238E27FC236}">
                <a16:creationId xmlns:a16="http://schemas.microsoft.com/office/drawing/2014/main" id="{8249DC76-96C3-408F-9627-4D642BE1BDD7}"/>
              </a:ext>
            </a:extLst>
          </p:cNvPr>
          <p:cNvSpPr>
            <a:spLocks noGrp="1"/>
          </p:cNvSpPr>
          <p:nvPr>
            <p:ph sz="quarter" idx="4" hasCustomPrompt="1"/>
          </p:nvPr>
        </p:nvSpPr>
        <p:spPr>
          <a:xfrm>
            <a:off x="6334125" y="2141554"/>
            <a:ext cx="5248656" cy="1064907"/>
          </a:xfrm>
        </p:spPr>
        <p:txBody>
          <a:bodyPr/>
          <a:lstStyle>
            <a:lvl1pPr marL="0" indent="0">
              <a:buNone/>
              <a:defRPr sz="1800" b="0" i="0">
                <a:latin typeface="Amazon Ember Display" panose="020F0603020204020204" pitchFamily="34" charset="0"/>
              </a:defRPr>
            </a:lvl1pPr>
            <a:lvl2pPr marL="285750" indent="0">
              <a:buNone/>
              <a:defRPr sz="1600" b="0" i="0">
                <a:latin typeface="Amazon Ember Display" panose="020F0603020204020204" pitchFamily="34" charset="0"/>
              </a:defRPr>
            </a:lvl2pPr>
            <a:lvl3pPr marL="628650" indent="0">
              <a:buNone/>
              <a:defRPr sz="1400" b="0" i="0">
                <a:latin typeface="Amazon Ember Display" panose="020F0603020204020204" pitchFamily="34" charset="0"/>
              </a:defRPr>
            </a:lvl3pPr>
            <a:lvl4pPr marL="858838" indent="0">
              <a:buNone/>
              <a:defRPr sz="1200"/>
            </a:lvl4pPr>
            <a:lvl5pPr marL="1030288" indent="0">
              <a:buNone/>
              <a:defRPr sz="1200"/>
            </a:lvl5pPr>
          </a:lstStyle>
          <a:p>
            <a:pPr lvl="0"/>
            <a:r>
              <a:rPr lang="en-US"/>
              <a:t>Enter text or click icon to add media</a:t>
            </a:r>
          </a:p>
          <a:p>
            <a:pPr lvl="1"/>
            <a:r>
              <a:rPr lang="en-US"/>
              <a:t>Second level</a:t>
            </a:r>
          </a:p>
          <a:p>
            <a:pPr lvl="2"/>
            <a:r>
              <a:rPr lang="en-US"/>
              <a:t>Third level</a:t>
            </a:r>
          </a:p>
        </p:txBody>
      </p:sp>
      <p:sp>
        <p:nvSpPr>
          <p:cNvPr id="7" name="Date Placeholder 6">
            <a:extLst>
              <a:ext uri="{FF2B5EF4-FFF2-40B4-BE49-F238E27FC236}">
                <a16:creationId xmlns:a16="http://schemas.microsoft.com/office/drawing/2014/main" id="{996D1DC3-FE4E-4BC2-8CA3-4ED12B138031}"/>
              </a:ext>
            </a:extLst>
          </p:cNvPr>
          <p:cNvSpPr>
            <a:spLocks noGrp="1"/>
          </p:cNvSpPr>
          <p:nvPr>
            <p:ph type="dt" sz="half" idx="10"/>
          </p:nvPr>
        </p:nvSpPr>
        <p:spPr/>
        <p:txBody>
          <a:bodyPr/>
          <a:lstStyle>
            <a:lvl1pPr>
              <a:defRPr b="0" i="0">
                <a:latin typeface="Amazon Ember Display" panose="020F0603020204020204" pitchFamily="34" charset="0"/>
              </a:defRPr>
            </a:lvl1pPr>
          </a:lstStyle>
          <a:p>
            <a:fld id="{D467C09E-9944-944E-A974-7D6AA4E02B83}" type="datetime1">
              <a:rPr lang="en-US" smtClean="0"/>
              <a:pPr/>
              <a:t>5/14/26</a:t>
            </a:fld>
            <a:endParaRPr lang="en-US"/>
          </a:p>
        </p:txBody>
      </p:sp>
      <p:sp>
        <p:nvSpPr>
          <p:cNvPr id="8" name="Footer Placeholder 7">
            <a:extLst>
              <a:ext uri="{FF2B5EF4-FFF2-40B4-BE49-F238E27FC236}">
                <a16:creationId xmlns:a16="http://schemas.microsoft.com/office/drawing/2014/main" id="{E24AE993-84F9-4B17-BB98-5AAAFAF3EAE6}"/>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9" name="Slide Number Placeholder 8">
            <a:extLst>
              <a:ext uri="{FF2B5EF4-FFF2-40B4-BE49-F238E27FC236}">
                <a16:creationId xmlns:a16="http://schemas.microsoft.com/office/drawing/2014/main" id="{DE2CB0EC-BB93-4417-89BD-8704180EA225}"/>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2310409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344"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Three column with sub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D5D51-461F-4BF3-B83C-3319F4FEFF79}"/>
              </a:ext>
            </a:extLst>
          </p:cNvPr>
          <p:cNvSpPr>
            <a:spLocks noGrp="1"/>
          </p:cNvSpPr>
          <p:nvPr>
            <p:ph type="title" hasCustomPrompt="1"/>
          </p:nvPr>
        </p:nvSpPr>
        <p:spPr>
          <a:xfrm>
            <a:off x="539262" y="917577"/>
            <a:ext cx="10972800" cy="535531"/>
          </a:xfrm>
          <a:prstGeom prst="rect">
            <a:avLst/>
          </a:prstGeom>
        </p:spPr>
        <p:txBody>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Three-column layout with subheadings</a:t>
            </a:r>
          </a:p>
        </p:txBody>
      </p:sp>
      <p:sp>
        <p:nvSpPr>
          <p:cNvPr id="3" name="Text Placeholder 2">
            <a:extLst>
              <a:ext uri="{FF2B5EF4-FFF2-40B4-BE49-F238E27FC236}">
                <a16:creationId xmlns:a16="http://schemas.microsoft.com/office/drawing/2014/main" id="{BC1CA65A-3F20-4CCD-AE7B-297E975BC0E8}"/>
              </a:ext>
            </a:extLst>
          </p:cNvPr>
          <p:cNvSpPr>
            <a:spLocks noGrp="1"/>
          </p:cNvSpPr>
          <p:nvPr>
            <p:ph type="body" idx="1" hasCustomPrompt="1"/>
          </p:nvPr>
        </p:nvSpPr>
        <p:spPr>
          <a:xfrm>
            <a:off x="609599" y="1743647"/>
            <a:ext cx="3483864" cy="369332"/>
          </a:xfrm>
        </p:spPr>
        <p:txBody>
          <a:bodyPr anchor="t"/>
          <a:lstStyle>
            <a:lvl1pPr marL="0" indent="0">
              <a:buNone/>
              <a:defRPr sz="2000" b="0" i="0">
                <a:solidFill>
                  <a:schemeClr val="accent1"/>
                </a:solidFill>
                <a:latin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4" name="Content Placeholder 3">
            <a:extLst>
              <a:ext uri="{FF2B5EF4-FFF2-40B4-BE49-F238E27FC236}">
                <a16:creationId xmlns:a16="http://schemas.microsoft.com/office/drawing/2014/main" id="{1DBED614-1324-4FC8-94DC-2BB58446A188}"/>
              </a:ext>
            </a:extLst>
          </p:cNvPr>
          <p:cNvSpPr>
            <a:spLocks noGrp="1"/>
          </p:cNvSpPr>
          <p:nvPr>
            <p:ph sz="half" idx="2" hasCustomPrompt="1"/>
          </p:nvPr>
        </p:nvSpPr>
        <p:spPr>
          <a:xfrm>
            <a:off x="609598" y="2141554"/>
            <a:ext cx="3483864" cy="1314206"/>
          </a:xfrm>
        </p:spPr>
        <p:txBody>
          <a:bodyPr/>
          <a:lstStyle>
            <a:lvl1pPr marL="0" indent="0">
              <a:buNone/>
              <a:defRPr sz="1800" b="0" i="0">
                <a:latin typeface="Amazon Ember Display" panose="020F0603020204020204" pitchFamily="34" charset="0"/>
              </a:defRPr>
            </a:lvl1pPr>
            <a:lvl2pPr marL="285750" indent="0">
              <a:buNone/>
              <a:defRPr sz="1600" b="0" i="0">
                <a:latin typeface="Amazon Ember Display" panose="020F0603020204020204" pitchFamily="34" charset="0"/>
              </a:defRPr>
            </a:lvl2pPr>
            <a:lvl3pPr marL="628650" indent="0">
              <a:buNone/>
              <a:defRPr sz="1400" b="0" i="0">
                <a:latin typeface="Amazon Ember Display" panose="020F0603020204020204" pitchFamily="34" charset="0"/>
              </a:defRPr>
            </a:lvl3pPr>
            <a:lvl4pPr marL="858838" indent="0">
              <a:buNone/>
              <a:defRPr sz="1200"/>
            </a:lvl4pPr>
            <a:lvl5pPr marL="1030288" indent="0">
              <a:buNone/>
              <a:defRPr sz="1200"/>
            </a:lvl5pPr>
          </a:lstStyle>
          <a:p>
            <a:pPr lvl="0"/>
            <a:r>
              <a:rPr lang="en-US"/>
              <a:t>Enter text or click icon to add media</a:t>
            </a:r>
          </a:p>
          <a:p>
            <a:pPr lvl="1"/>
            <a:r>
              <a:rPr lang="en-US"/>
              <a:t>Second level</a:t>
            </a:r>
          </a:p>
          <a:p>
            <a:pPr lvl="2"/>
            <a:r>
              <a:rPr lang="en-US"/>
              <a:t>Third level</a:t>
            </a:r>
          </a:p>
        </p:txBody>
      </p:sp>
      <p:sp>
        <p:nvSpPr>
          <p:cNvPr id="5" name="Text Placeholder 4">
            <a:extLst>
              <a:ext uri="{FF2B5EF4-FFF2-40B4-BE49-F238E27FC236}">
                <a16:creationId xmlns:a16="http://schemas.microsoft.com/office/drawing/2014/main" id="{7BCE1A54-1330-4A91-B63D-5CFA63F9FFDF}"/>
              </a:ext>
            </a:extLst>
          </p:cNvPr>
          <p:cNvSpPr>
            <a:spLocks noGrp="1"/>
          </p:cNvSpPr>
          <p:nvPr>
            <p:ph type="body" sz="quarter" idx="3" hasCustomPrompt="1"/>
          </p:nvPr>
        </p:nvSpPr>
        <p:spPr>
          <a:xfrm>
            <a:off x="4354068" y="1743647"/>
            <a:ext cx="3483864" cy="369332"/>
          </a:xfrm>
        </p:spPr>
        <p:txBody>
          <a:bodyPr anchor="t"/>
          <a:lstStyle>
            <a:lvl1pPr marL="0" indent="0">
              <a:buNone/>
              <a:defRPr sz="2000" b="0" i="0">
                <a:solidFill>
                  <a:schemeClr val="accent1"/>
                </a:solidFill>
                <a:latin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6" name="Content Placeholder 5">
            <a:extLst>
              <a:ext uri="{FF2B5EF4-FFF2-40B4-BE49-F238E27FC236}">
                <a16:creationId xmlns:a16="http://schemas.microsoft.com/office/drawing/2014/main" id="{8249DC76-96C3-408F-9627-4D642BE1BDD7}"/>
              </a:ext>
            </a:extLst>
          </p:cNvPr>
          <p:cNvSpPr>
            <a:spLocks noGrp="1"/>
          </p:cNvSpPr>
          <p:nvPr>
            <p:ph sz="quarter" idx="4" hasCustomPrompt="1"/>
          </p:nvPr>
        </p:nvSpPr>
        <p:spPr>
          <a:xfrm>
            <a:off x="4354067" y="2141554"/>
            <a:ext cx="3483864" cy="1314206"/>
          </a:xfrm>
        </p:spPr>
        <p:txBody>
          <a:bodyPr/>
          <a:lstStyle>
            <a:lvl1pPr marL="0" indent="0">
              <a:buNone/>
              <a:defRPr sz="1800" b="0" i="0">
                <a:latin typeface="Amazon Ember Display" panose="020F0603020204020204" pitchFamily="34" charset="0"/>
              </a:defRPr>
            </a:lvl1pPr>
            <a:lvl2pPr marL="285750" indent="0">
              <a:buNone/>
              <a:defRPr sz="1600" b="0" i="0">
                <a:latin typeface="Amazon Ember Display" panose="020F0603020204020204" pitchFamily="34" charset="0"/>
              </a:defRPr>
            </a:lvl2pPr>
            <a:lvl3pPr marL="628650" indent="0">
              <a:buNone/>
              <a:defRPr sz="1400" b="0" i="0">
                <a:latin typeface="Amazon Ember Display" panose="020F0603020204020204" pitchFamily="34" charset="0"/>
              </a:defRPr>
            </a:lvl3pPr>
            <a:lvl4pPr marL="858838" indent="0">
              <a:buNone/>
              <a:defRPr sz="1200"/>
            </a:lvl4pPr>
            <a:lvl5pPr marL="1030288" indent="0">
              <a:buNone/>
              <a:defRPr sz="1200"/>
            </a:lvl5pPr>
          </a:lstStyle>
          <a:p>
            <a:pPr lvl="0"/>
            <a:r>
              <a:rPr lang="en-US"/>
              <a:t>Enter text or click icon to add media</a:t>
            </a:r>
          </a:p>
          <a:p>
            <a:pPr lvl="1"/>
            <a:r>
              <a:rPr lang="en-US"/>
              <a:t>Second level</a:t>
            </a:r>
          </a:p>
          <a:p>
            <a:pPr lvl="2"/>
            <a:r>
              <a:rPr lang="en-US"/>
              <a:t>Third level</a:t>
            </a:r>
          </a:p>
        </p:txBody>
      </p:sp>
      <p:sp>
        <p:nvSpPr>
          <p:cNvPr id="7" name="Text Placeholder 4">
            <a:extLst>
              <a:ext uri="{FF2B5EF4-FFF2-40B4-BE49-F238E27FC236}">
                <a16:creationId xmlns:a16="http://schemas.microsoft.com/office/drawing/2014/main" id="{EB7A6272-EB3F-49FE-8293-213DA74B26E7}"/>
              </a:ext>
            </a:extLst>
          </p:cNvPr>
          <p:cNvSpPr>
            <a:spLocks noGrp="1"/>
          </p:cNvSpPr>
          <p:nvPr>
            <p:ph type="body" sz="quarter" idx="10" hasCustomPrompt="1"/>
          </p:nvPr>
        </p:nvSpPr>
        <p:spPr>
          <a:xfrm>
            <a:off x="8098536" y="1743647"/>
            <a:ext cx="3483864" cy="369332"/>
          </a:xfrm>
        </p:spPr>
        <p:txBody>
          <a:bodyPr anchor="t"/>
          <a:lstStyle>
            <a:lvl1pPr marL="0" indent="0">
              <a:buNone/>
              <a:defRPr sz="2000" b="0" i="0">
                <a:solidFill>
                  <a:schemeClr val="accent1"/>
                </a:solidFill>
                <a:latin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8" name="Content Placeholder 5">
            <a:extLst>
              <a:ext uri="{FF2B5EF4-FFF2-40B4-BE49-F238E27FC236}">
                <a16:creationId xmlns:a16="http://schemas.microsoft.com/office/drawing/2014/main" id="{A4C7D216-B044-4089-8FA7-0E2598881E88}"/>
              </a:ext>
            </a:extLst>
          </p:cNvPr>
          <p:cNvSpPr>
            <a:spLocks noGrp="1"/>
          </p:cNvSpPr>
          <p:nvPr>
            <p:ph sz="quarter" idx="11" hasCustomPrompt="1"/>
          </p:nvPr>
        </p:nvSpPr>
        <p:spPr>
          <a:xfrm>
            <a:off x="8098536" y="2141554"/>
            <a:ext cx="3483864" cy="1314206"/>
          </a:xfrm>
        </p:spPr>
        <p:txBody>
          <a:bodyPr/>
          <a:lstStyle>
            <a:lvl1pPr marL="0" indent="0">
              <a:buNone/>
              <a:defRPr sz="1800" b="0" i="0">
                <a:latin typeface="Amazon Ember Display" panose="020F0603020204020204" pitchFamily="34" charset="0"/>
              </a:defRPr>
            </a:lvl1pPr>
            <a:lvl2pPr marL="285750" indent="0">
              <a:buNone/>
              <a:defRPr sz="1600" b="0" i="0">
                <a:latin typeface="Amazon Ember Display" panose="020F0603020204020204" pitchFamily="34" charset="0"/>
              </a:defRPr>
            </a:lvl2pPr>
            <a:lvl3pPr marL="628650" indent="0">
              <a:buNone/>
              <a:defRPr sz="1400" b="0" i="0">
                <a:latin typeface="Amazon Ember Display" panose="020F0603020204020204" pitchFamily="34" charset="0"/>
              </a:defRPr>
            </a:lvl3pPr>
            <a:lvl4pPr marL="858838" indent="0">
              <a:buNone/>
              <a:defRPr sz="1200"/>
            </a:lvl4pPr>
            <a:lvl5pPr marL="1030288" indent="0">
              <a:buNone/>
              <a:defRPr sz="1200"/>
            </a:lvl5pPr>
          </a:lstStyle>
          <a:p>
            <a:pPr lvl="0"/>
            <a:r>
              <a:rPr lang="en-US"/>
              <a:t>Enter text or click icon to add media</a:t>
            </a:r>
          </a:p>
          <a:p>
            <a:pPr lvl="1"/>
            <a:r>
              <a:rPr lang="en-US"/>
              <a:t>Second level</a:t>
            </a:r>
          </a:p>
          <a:p>
            <a:pPr lvl="2"/>
            <a:r>
              <a:rPr lang="en-US"/>
              <a:t>Third level</a:t>
            </a:r>
          </a:p>
        </p:txBody>
      </p:sp>
      <p:sp>
        <p:nvSpPr>
          <p:cNvPr id="9" name="Date Placeholder 8">
            <a:extLst>
              <a:ext uri="{FF2B5EF4-FFF2-40B4-BE49-F238E27FC236}">
                <a16:creationId xmlns:a16="http://schemas.microsoft.com/office/drawing/2014/main" id="{4B58E081-E30E-4521-AEC0-F25E96B2F80B}"/>
              </a:ext>
            </a:extLst>
          </p:cNvPr>
          <p:cNvSpPr>
            <a:spLocks noGrp="1"/>
          </p:cNvSpPr>
          <p:nvPr>
            <p:ph type="dt" sz="half" idx="12"/>
          </p:nvPr>
        </p:nvSpPr>
        <p:spPr/>
        <p:txBody>
          <a:bodyPr/>
          <a:lstStyle>
            <a:lvl1pPr>
              <a:defRPr b="0" i="0">
                <a:latin typeface="Amazon Ember Display" panose="020F0603020204020204" pitchFamily="34" charset="0"/>
              </a:defRPr>
            </a:lvl1pPr>
          </a:lstStyle>
          <a:p>
            <a:fld id="{6F02E835-1245-C748-8E9F-651FE6B45587}" type="datetime1">
              <a:rPr lang="en-US" smtClean="0"/>
              <a:pPr/>
              <a:t>5/14/26</a:t>
            </a:fld>
            <a:endParaRPr lang="en-US"/>
          </a:p>
        </p:txBody>
      </p:sp>
      <p:sp>
        <p:nvSpPr>
          <p:cNvPr id="10" name="Footer Placeholder 9">
            <a:extLst>
              <a:ext uri="{FF2B5EF4-FFF2-40B4-BE49-F238E27FC236}">
                <a16:creationId xmlns:a16="http://schemas.microsoft.com/office/drawing/2014/main" id="{8E5D495B-454B-46AE-A85D-594A0B9FDDCC}"/>
              </a:ext>
            </a:extLst>
          </p:cNvPr>
          <p:cNvSpPr>
            <a:spLocks noGrp="1"/>
          </p:cNvSpPr>
          <p:nvPr>
            <p:ph type="ftr" sz="quarter" idx="13"/>
          </p:nvPr>
        </p:nvSpPr>
        <p:spPr/>
        <p:txBody>
          <a:bodyPr/>
          <a:lstStyle>
            <a:lvl1pPr>
              <a:defRPr b="0" i="0">
                <a:latin typeface="Amazon Ember Display" panose="020F0603020204020204" pitchFamily="34" charset="0"/>
              </a:defRPr>
            </a:lvl1pPr>
          </a:lstStyle>
          <a:p>
            <a:endParaRPr lang="en-US"/>
          </a:p>
        </p:txBody>
      </p:sp>
      <p:sp>
        <p:nvSpPr>
          <p:cNvPr id="11" name="Slide Number Placeholder 10">
            <a:extLst>
              <a:ext uri="{FF2B5EF4-FFF2-40B4-BE49-F238E27FC236}">
                <a16:creationId xmlns:a16="http://schemas.microsoft.com/office/drawing/2014/main" id="{7F05D547-F845-48C9-979D-DD2269BB9C80}"/>
              </a:ext>
            </a:extLst>
          </p:cNvPr>
          <p:cNvSpPr>
            <a:spLocks noGrp="1"/>
          </p:cNvSpPr>
          <p:nvPr>
            <p:ph type="sldNum" sz="quarter" idx="14"/>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704503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344">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hree column with sub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D5D51-461F-4BF3-B83C-3319F4FEFF79}"/>
              </a:ext>
            </a:extLst>
          </p:cNvPr>
          <p:cNvSpPr>
            <a:spLocks noGrp="1"/>
          </p:cNvSpPr>
          <p:nvPr>
            <p:ph type="title" hasCustomPrompt="1"/>
          </p:nvPr>
        </p:nvSpPr>
        <p:spPr>
          <a:xfrm>
            <a:off x="539262" y="917577"/>
            <a:ext cx="10972800" cy="535531"/>
          </a:xfrm>
          <a:prstGeom prst="rect">
            <a:avLst/>
          </a:prstGeom>
        </p:spPr>
        <p:txBody>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Three-column layout with subheadings and images</a:t>
            </a:r>
          </a:p>
        </p:txBody>
      </p:sp>
      <p:sp>
        <p:nvSpPr>
          <p:cNvPr id="3" name="Text Placeholder 2">
            <a:extLst>
              <a:ext uri="{FF2B5EF4-FFF2-40B4-BE49-F238E27FC236}">
                <a16:creationId xmlns:a16="http://schemas.microsoft.com/office/drawing/2014/main" id="{BC1CA65A-3F20-4CCD-AE7B-297E975BC0E8}"/>
              </a:ext>
            </a:extLst>
          </p:cNvPr>
          <p:cNvSpPr>
            <a:spLocks noGrp="1"/>
          </p:cNvSpPr>
          <p:nvPr>
            <p:ph type="body" idx="1" hasCustomPrompt="1"/>
          </p:nvPr>
        </p:nvSpPr>
        <p:spPr>
          <a:xfrm>
            <a:off x="609599" y="3286697"/>
            <a:ext cx="3483864" cy="369332"/>
          </a:xfrm>
        </p:spPr>
        <p:txBody>
          <a:bodyPr anchor="t"/>
          <a:lstStyle>
            <a:lvl1pPr marL="0" indent="0">
              <a:buNone/>
              <a:defRPr sz="2000" b="0" i="0">
                <a:solidFill>
                  <a:schemeClr val="accent1"/>
                </a:solidFill>
                <a:latin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4" name="Content Placeholder 3">
            <a:extLst>
              <a:ext uri="{FF2B5EF4-FFF2-40B4-BE49-F238E27FC236}">
                <a16:creationId xmlns:a16="http://schemas.microsoft.com/office/drawing/2014/main" id="{1DBED614-1324-4FC8-94DC-2BB58446A188}"/>
              </a:ext>
            </a:extLst>
          </p:cNvPr>
          <p:cNvSpPr>
            <a:spLocks noGrp="1"/>
          </p:cNvSpPr>
          <p:nvPr>
            <p:ph sz="half" idx="2" hasCustomPrompt="1"/>
          </p:nvPr>
        </p:nvSpPr>
        <p:spPr>
          <a:xfrm>
            <a:off x="609598" y="3656030"/>
            <a:ext cx="3483864" cy="1064907"/>
          </a:xfrm>
        </p:spPr>
        <p:txBody>
          <a:bodyPr/>
          <a:lstStyle>
            <a:lvl1pPr marL="0" indent="0">
              <a:buNone/>
              <a:defRPr sz="1800" b="0" i="0">
                <a:latin typeface="Amazon Ember Display" panose="020F0603020204020204" pitchFamily="34" charset="0"/>
              </a:defRPr>
            </a:lvl1pPr>
            <a:lvl2pPr marL="285750" indent="0">
              <a:buNone/>
              <a:defRPr sz="1600" b="0" i="0">
                <a:latin typeface="Amazon Ember Display" panose="020F0603020204020204" pitchFamily="34" charset="0"/>
              </a:defRPr>
            </a:lvl2pPr>
            <a:lvl3pPr marL="628650" indent="0">
              <a:buNone/>
              <a:defRPr sz="1400" b="0" i="0">
                <a:latin typeface="Amazon Ember Display" panose="020F0603020204020204" pitchFamily="34" charset="0"/>
              </a:defRPr>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5" name="Text Placeholder 4">
            <a:extLst>
              <a:ext uri="{FF2B5EF4-FFF2-40B4-BE49-F238E27FC236}">
                <a16:creationId xmlns:a16="http://schemas.microsoft.com/office/drawing/2014/main" id="{7BCE1A54-1330-4A91-B63D-5CFA63F9FFDF}"/>
              </a:ext>
            </a:extLst>
          </p:cNvPr>
          <p:cNvSpPr>
            <a:spLocks noGrp="1"/>
          </p:cNvSpPr>
          <p:nvPr>
            <p:ph type="body" sz="quarter" idx="3" hasCustomPrompt="1"/>
          </p:nvPr>
        </p:nvSpPr>
        <p:spPr>
          <a:xfrm>
            <a:off x="4354068" y="3286697"/>
            <a:ext cx="3483864" cy="369332"/>
          </a:xfrm>
        </p:spPr>
        <p:txBody>
          <a:bodyPr anchor="t"/>
          <a:lstStyle>
            <a:lvl1pPr marL="0" indent="0">
              <a:buNone/>
              <a:defRPr sz="2000" b="0" i="0">
                <a:solidFill>
                  <a:schemeClr val="accent1"/>
                </a:solidFill>
                <a:latin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6" name="Content Placeholder 5">
            <a:extLst>
              <a:ext uri="{FF2B5EF4-FFF2-40B4-BE49-F238E27FC236}">
                <a16:creationId xmlns:a16="http://schemas.microsoft.com/office/drawing/2014/main" id="{8249DC76-96C3-408F-9627-4D642BE1BDD7}"/>
              </a:ext>
            </a:extLst>
          </p:cNvPr>
          <p:cNvSpPr>
            <a:spLocks noGrp="1"/>
          </p:cNvSpPr>
          <p:nvPr>
            <p:ph sz="quarter" idx="4" hasCustomPrompt="1"/>
          </p:nvPr>
        </p:nvSpPr>
        <p:spPr>
          <a:xfrm>
            <a:off x="4354067" y="3656030"/>
            <a:ext cx="3483864" cy="1064907"/>
          </a:xfrm>
        </p:spPr>
        <p:txBody>
          <a:bodyPr/>
          <a:lstStyle>
            <a:lvl1pPr marL="0" indent="0">
              <a:buNone/>
              <a:defRPr sz="1800" b="0" i="0">
                <a:latin typeface="Amazon Ember Display" panose="020F0603020204020204" pitchFamily="34" charset="0"/>
              </a:defRPr>
            </a:lvl1pPr>
            <a:lvl2pPr marL="285750" indent="0">
              <a:buNone/>
              <a:defRPr sz="1600" b="0" i="0">
                <a:latin typeface="Amazon Ember Display" panose="020F0603020204020204" pitchFamily="34" charset="0"/>
              </a:defRPr>
            </a:lvl2pPr>
            <a:lvl3pPr marL="628650" indent="0">
              <a:buNone/>
              <a:defRPr sz="1400" b="0" i="0">
                <a:latin typeface="Amazon Ember Display" panose="020F0603020204020204" pitchFamily="34" charset="0"/>
              </a:defRPr>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7" name="Text Placeholder 4">
            <a:extLst>
              <a:ext uri="{FF2B5EF4-FFF2-40B4-BE49-F238E27FC236}">
                <a16:creationId xmlns:a16="http://schemas.microsoft.com/office/drawing/2014/main" id="{EB7A6272-EB3F-49FE-8293-213DA74B26E7}"/>
              </a:ext>
            </a:extLst>
          </p:cNvPr>
          <p:cNvSpPr>
            <a:spLocks noGrp="1"/>
          </p:cNvSpPr>
          <p:nvPr>
            <p:ph type="body" sz="quarter" idx="10" hasCustomPrompt="1"/>
          </p:nvPr>
        </p:nvSpPr>
        <p:spPr>
          <a:xfrm>
            <a:off x="8098536" y="3286697"/>
            <a:ext cx="3483864" cy="369332"/>
          </a:xfrm>
        </p:spPr>
        <p:txBody>
          <a:bodyPr anchor="t"/>
          <a:lstStyle>
            <a:lvl1pPr marL="0" indent="0">
              <a:buNone/>
              <a:defRPr sz="2000" b="0" i="0">
                <a:solidFill>
                  <a:schemeClr val="accent1"/>
                </a:solidFill>
                <a:latin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8" name="Content Placeholder 5">
            <a:extLst>
              <a:ext uri="{FF2B5EF4-FFF2-40B4-BE49-F238E27FC236}">
                <a16:creationId xmlns:a16="http://schemas.microsoft.com/office/drawing/2014/main" id="{A4C7D216-B044-4089-8FA7-0E2598881E88}"/>
              </a:ext>
            </a:extLst>
          </p:cNvPr>
          <p:cNvSpPr>
            <a:spLocks noGrp="1"/>
          </p:cNvSpPr>
          <p:nvPr>
            <p:ph sz="quarter" idx="11" hasCustomPrompt="1"/>
          </p:nvPr>
        </p:nvSpPr>
        <p:spPr>
          <a:xfrm>
            <a:off x="8098536" y="3656030"/>
            <a:ext cx="3483864" cy="1064907"/>
          </a:xfrm>
        </p:spPr>
        <p:txBody>
          <a:bodyPr/>
          <a:lstStyle>
            <a:lvl1pPr marL="0" indent="0">
              <a:buNone/>
              <a:defRPr sz="1800" b="0" i="0">
                <a:latin typeface="Amazon Ember Display" panose="020F0603020204020204" pitchFamily="34" charset="0"/>
              </a:defRPr>
            </a:lvl1pPr>
            <a:lvl2pPr marL="285750" indent="0">
              <a:buNone/>
              <a:defRPr sz="1600" b="0" i="0">
                <a:latin typeface="Amazon Ember Display" panose="020F0603020204020204" pitchFamily="34" charset="0"/>
              </a:defRPr>
            </a:lvl2pPr>
            <a:lvl3pPr marL="628650" indent="0">
              <a:buNone/>
              <a:defRPr sz="1400" b="0" i="0">
                <a:latin typeface="Amazon Ember Display" panose="020F0603020204020204" pitchFamily="34" charset="0"/>
              </a:defRPr>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9" name="Date Placeholder 8">
            <a:extLst>
              <a:ext uri="{FF2B5EF4-FFF2-40B4-BE49-F238E27FC236}">
                <a16:creationId xmlns:a16="http://schemas.microsoft.com/office/drawing/2014/main" id="{FFCFB8E8-C9F0-4143-9378-EA7F6C76665B}"/>
              </a:ext>
            </a:extLst>
          </p:cNvPr>
          <p:cNvSpPr>
            <a:spLocks noGrp="1"/>
          </p:cNvSpPr>
          <p:nvPr>
            <p:ph type="dt" sz="half" idx="12"/>
          </p:nvPr>
        </p:nvSpPr>
        <p:spPr/>
        <p:txBody>
          <a:bodyPr/>
          <a:lstStyle>
            <a:lvl1pPr>
              <a:defRPr b="0" i="0">
                <a:latin typeface="Amazon Ember Display" panose="020F0603020204020204" pitchFamily="34" charset="0"/>
              </a:defRPr>
            </a:lvl1pPr>
          </a:lstStyle>
          <a:p>
            <a:fld id="{F96E8718-D810-5D42-BBA7-DBDBA7B074E9}" type="datetime1">
              <a:rPr lang="en-US" smtClean="0"/>
              <a:pPr/>
              <a:t>5/14/26</a:t>
            </a:fld>
            <a:endParaRPr lang="en-US"/>
          </a:p>
        </p:txBody>
      </p:sp>
      <p:sp>
        <p:nvSpPr>
          <p:cNvPr id="10" name="Footer Placeholder 9">
            <a:extLst>
              <a:ext uri="{FF2B5EF4-FFF2-40B4-BE49-F238E27FC236}">
                <a16:creationId xmlns:a16="http://schemas.microsoft.com/office/drawing/2014/main" id="{D7D1B458-DF75-45ED-B8CC-69A72676AB03}"/>
              </a:ext>
            </a:extLst>
          </p:cNvPr>
          <p:cNvSpPr>
            <a:spLocks noGrp="1"/>
          </p:cNvSpPr>
          <p:nvPr>
            <p:ph type="ftr" sz="quarter" idx="13"/>
          </p:nvPr>
        </p:nvSpPr>
        <p:spPr/>
        <p:txBody>
          <a:bodyPr/>
          <a:lstStyle>
            <a:lvl1pPr>
              <a:defRPr b="0" i="0">
                <a:latin typeface="Amazon Ember Display" panose="020F0603020204020204" pitchFamily="34" charset="0"/>
              </a:defRPr>
            </a:lvl1pPr>
          </a:lstStyle>
          <a:p>
            <a:endParaRPr lang="en-US"/>
          </a:p>
        </p:txBody>
      </p:sp>
      <p:sp>
        <p:nvSpPr>
          <p:cNvPr id="11" name="Slide Number Placeholder 10">
            <a:extLst>
              <a:ext uri="{FF2B5EF4-FFF2-40B4-BE49-F238E27FC236}">
                <a16:creationId xmlns:a16="http://schemas.microsoft.com/office/drawing/2014/main" id="{7BB1AFFF-5B96-4371-BCA2-F0CE04ECF7FC}"/>
              </a:ext>
            </a:extLst>
          </p:cNvPr>
          <p:cNvSpPr>
            <a:spLocks noGrp="1"/>
          </p:cNvSpPr>
          <p:nvPr>
            <p:ph type="sldNum" sz="quarter" idx="14"/>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
        <p:nvSpPr>
          <p:cNvPr id="13" name="Picture Placeholder 12">
            <a:extLst>
              <a:ext uri="{FF2B5EF4-FFF2-40B4-BE49-F238E27FC236}">
                <a16:creationId xmlns:a16="http://schemas.microsoft.com/office/drawing/2014/main" id="{E1FED918-02AD-4AE8-80A2-5FBE2CA7CD40}"/>
              </a:ext>
            </a:extLst>
          </p:cNvPr>
          <p:cNvSpPr>
            <a:spLocks noGrp="1"/>
          </p:cNvSpPr>
          <p:nvPr>
            <p:ph type="pic" sz="quarter" idx="15" hasCustomPrompt="1"/>
          </p:nvPr>
        </p:nvSpPr>
        <p:spPr>
          <a:xfrm>
            <a:off x="1500631" y="1553369"/>
            <a:ext cx="1701800" cy="1481931"/>
          </a:xfrm>
        </p:spPr>
        <p:txBody>
          <a:bodyPr>
            <a:noAutofit/>
          </a:bodyPr>
          <a:lstStyle>
            <a:lvl1pPr marL="0" indent="0">
              <a:buNone/>
              <a:defRPr sz="1800" b="0" i="0">
                <a:latin typeface="Amazon Ember Display" panose="020F0603020204020204" pitchFamily="34" charset="0"/>
              </a:defRPr>
            </a:lvl1pPr>
          </a:lstStyle>
          <a:p>
            <a:r>
              <a:rPr lang="en-US"/>
              <a:t>Click icon to add image</a:t>
            </a:r>
          </a:p>
        </p:txBody>
      </p:sp>
      <p:sp>
        <p:nvSpPr>
          <p:cNvPr id="14" name="Picture Placeholder 12">
            <a:extLst>
              <a:ext uri="{FF2B5EF4-FFF2-40B4-BE49-F238E27FC236}">
                <a16:creationId xmlns:a16="http://schemas.microsoft.com/office/drawing/2014/main" id="{6A07340D-F35E-44B1-83E7-553D9B9F4A1B}"/>
              </a:ext>
            </a:extLst>
          </p:cNvPr>
          <p:cNvSpPr>
            <a:spLocks noGrp="1"/>
          </p:cNvSpPr>
          <p:nvPr>
            <p:ph type="pic" sz="quarter" idx="16" hasCustomPrompt="1"/>
          </p:nvPr>
        </p:nvSpPr>
        <p:spPr>
          <a:xfrm>
            <a:off x="5245099" y="1553369"/>
            <a:ext cx="1701800" cy="1481931"/>
          </a:xfrm>
        </p:spPr>
        <p:txBody>
          <a:bodyPr>
            <a:noAutofit/>
          </a:bodyPr>
          <a:lstStyle>
            <a:lvl1pPr marL="0" indent="0">
              <a:buNone/>
              <a:defRPr sz="1800" b="0" i="0">
                <a:latin typeface="Amazon Ember Display" panose="020F0603020204020204" pitchFamily="34" charset="0"/>
              </a:defRPr>
            </a:lvl1pPr>
          </a:lstStyle>
          <a:p>
            <a:r>
              <a:rPr lang="en-US"/>
              <a:t>Click icon to add image</a:t>
            </a:r>
          </a:p>
        </p:txBody>
      </p:sp>
      <p:sp>
        <p:nvSpPr>
          <p:cNvPr id="15" name="Picture Placeholder 12">
            <a:extLst>
              <a:ext uri="{FF2B5EF4-FFF2-40B4-BE49-F238E27FC236}">
                <a16:creationId xmlns:a16="http://schemas.microsoft.com/office/drawing/2014/main" id="{0E39C743-124E-4ED1-8147-16B673DA194A}"/>
              </a:ext>
            </a:extLst>
          </p:cNvPr>
          <p:cNvSpPr>
            <a:spLocks noGrp="1"/>
          </p:cNvSpPr>
          <p:nvPr>
            <p:ph type="pic" sz="quarter" idx="17" hasCustomPrompt="1"/>
          </p:nvPr>
        </p:nvSpPr>
        <p:spPr>
          <a:xfrm>
            <a:off x="8989568" y="1553369"/>
            <a:ext cx="1701800" cy="1481931"/>
          </a:xfrm>
        </p:spPr>
        <p:txBody>
          <a:bodyPr>
            <a:noAutofit/>
          </a:bodyPr>
          <a:lstStyle>
            <a:lvl1pPr marL="0" indent="0">
              <a:buNone/>
              <a:defRPr sz="1800" b="0" i="0">
                <a:latin typeface="Amazon Ember Display" panose="020F0603020204020204" pitchFamily="34" charset="0"/>
              </a:defRPr>
            </a:lvl1pPr>
          </a:lstStyle>
          <a:p>
            <a:r>
              <a:rPr lang="en-US"/>
              <a:t>Click icon to add image</a:t>
            </a:r>
          </a:p>
        </p:txBody>
      </p:sp>
    </p:spTree>
    <p:extLst>
      <p:ext uri="{BB962C8B-B14F-4D97-AF65-F5344CB8AC3E}">
        <p14:creationId xmlns:p14="http://schemas.microsoft.com/office/powerpoint/2010/main" val="1546422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064"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Four column with sub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D5D51-461F-4BF3-B83C-3319F4FEFF79}"/>
              </a:ext>
            </a:extLst>
          </p:cNvPr>
          <p:cNvSpPr>
            <a:spLocks noGrp="1"/>
          </p:cNvSpPr>
          <p:nvPr>
            <p:ph type="title" hasCustomPrompt="1"/>
          </p:nvPr>
        </p:nvSpPr>
        <p:spPr>
          <a:xfrm>
            <a:off x="539262" y="917577"/>
            <a:ext cx="10972800" cy="535531"/>
          </a:xfrm>
          <a:prstGeom prst="rect">
            <a:avLst/>
          </a:prstGeom>
        </p:spPr>
        <p:txBody>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Four-column layout with subheadings</a:t>
            </a:r>
          </a:p>
        </p:txBody>
      </p:sp>
      <p:sp>
        <p:nvSpPr>
          <p:cNvPr id="3" name="Text Placeholder 2">
            <a:extLst>
              <a:ext uri="{FF2B5EF4-FFF2-40B4-BE49-F238E27FC236}">
                <a16:creationId xmlns:a16="http://schemas.microsoft.com/office/drawing/2014/main" id="{BC1CA65A-3F20-4CCD-AE7B-297E975BC0E8}"/>
              </a:ext>
            </a:extLst>
          </p:cNvPr>
          <p:cNvSpPr>
            <a:spLocks noGrp="1"/>
          </p:cNvSpPr>
          <p:nvPr>
            <p:ph type="body" idx="1" hasCustomPrompt="1"/>
          </p:nvPr>
        </p:nvSpPr>
        <p:spPr>
          <a:xfrm>
            <a:off x="609599" y="1743647"/>
            <a:ext cx="2377440" cy="369332"/>
          </a:xfrm>
        </p:spPr>
        <p:txBody>
          <a:bodyPr anchor="t"/>
          <a:lstStyle>
            <a:lvl1pPr marL="0" indent="0">
              <a:buNone/>
              <a:defRPr sz="2000" b="0" i="0">
                <a:solidFill>
                  <a:schemeClr val="accent1"/>
                </a:solidFill>
                <a:latin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4" name="Content Placeholder 3">
            <a:extLst>
              <a:ext uri="{FF2B5EF4-FFF2-40B4-BE49-F238E27FC236}">
                <a16:creationId xmlns:a16="http://schemas.microsoft.com/office/drawing/2014/main" id="{1DBED614-1324-4FC8-94DC-2BB58446A188}"/>
              </a:ext>
            </a:extLst>
          </p:cNvPr>
          <p:cNvSpPr>
            <a:spLocks noGrp="1"/>
          </p:cNvSpPr>
          <p:nvPr>
            <p:ph sz="half" idx="2" hasCustomPrompt="1"/>
          </p:nvPr>
        </p:nvSpPr>
        <p:spPr>
          <a:xfrm>
            <a:off x="609598" y="2141554"/>
            <a:ext cx="2377440" cy="1064907"/>
          </a:xfrm>
        </p:spPr>
        <p:txBody>
          <a:bodyPr/>
          <a:lstStyle>
            <a:lvl1pPr marL="0" indent="0">
              <a:buNone/>
              <a:defRPr sz="1800" b="0" i="0">
                <a:latin typeface="Amazon Ember Display" panose="020F0603020204020204" pitchFamily="34" charset="0"/>
              </a:defRPr>
            </a:lvl1pPr>
            <a:lvl2pPr marL="285750" indent="0">
              <a:buNone/>
              <a:defRPr sz="1600" b="0" i="0">
                <a:latin typeface="Amazon Ember Display" panose="020F0603020204020204" pitchFamily="34" charset="0"/>
              </a:defRPr>
            </a:lvl2pPr>
            <a:lvl3pPr marL="628650" indent="0">
              <a:buNone/>
              <a:defRPr sz="1400" b="0" i="0">
                <a:latin typeface="Amazon Ember Display" panose="020F0603020204020204" pitchFamily="34" charset="0"/>
              </a:defRPr>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5" name="Text Placeholder 4">
            <a:extLst>
              <a:ext uri="{FF2B5EF4-FFF2-40B4-BE49-F238E27FC236}">
                <a16:creationId xmlns:a16="http://schemas.microsoft.com/office/drawing/2014/main" id="{7BCE1A54-1330-4A91-B63D-5CFA63F9FFDF}"/>
              </a:ext>
            </a:extLst>
          </p:cNvPr>
          <p:cNvSpPr>
            <a:spLocks noGrp="1"/>
          </p:cNvSpPr>
          <p:nvPr>
            <p:ph type="body" sz="quarter" idx="3" hasCustomPrompt="1"/>
          </p:nvPr>
        </p:nvSpPr>
        <p:spPr>
          <a:xfrm>
            <a:off x="3474719" y="1743647"/>
            <a:ext cx="2377440" cy="369332"/>
          </a:xfrm>
        </p:spPr>
        <p:txBody>
          <a:bodyPr anchor="t"/>
          <a:lstStyle>
            <a:lvl1pPr marL="0" indent="0">
              <a:buNone/>
              <a:defRPr sz="2000" b="0" i="0">
                <a:solidFill>
                  <a:schemeClr val="accent1"/>
                </a:solidFill>
                <a:latin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6" name="Content Placeholder 5">
            <a:extLst>
              <a:ext uri="{FF2B5EF4-FFF2-40B4-BE49-F238E27FC236}">
                <a16:creationId xmlns:a16="http://schemas.microsoft.com/office/drawing/2014/main" id="{8249DC76-96C3-408F-9627-4D642BE1BDD7}"/>
              </a:ext>
            </a:extLst>
          </p:cNvPr>
          <p:cNvSpPr>
            <a:spLocks noGrp="1"/>
          </p:cNvSpPr>
          <p:nvPr>
            <p:ph sz="quarter" idx="4" hasCustomPrompt="1"/>
          </p:nvPr>
        </p:nvSpPr>
        <p:spPr>
          <a:xfrm>
            <a:off x="3474719" y="2141554"/>
            <a:ext cx="2377440" cy="1064907"/>
          </a:xfrm>
        </p:spPr>
        <p:txBody>
          <a:bodyPr/>
          <a:lstStyle>
            <a:lvl1pPr marL="0" indent="0">
              <a:buNone/>
              <a:defRPr sz="1800" b="0" i="0">
                <a:latin typeface="Amazon Ember Display" panose="020F0603020204020204" pitchFamily="34" charset="0"/>
              </a:defRPr>
            </a:lvl1pPr>
            <a:lvl2pPr marL="285750" indent="0">
              <a:buNone/>
              <a:defRPr sz="1600" b="0" i="0">
                <a:latin typeface="Amazon Ember Display" panose="020F0603020204020204" pitchFamily="34" charset="0"/>
              </a:defRPr>
            </a:lvl2pPr>
            <a:lvl3pPr marL="628650" indent="0">
              <a:buNone/>
              <a:defRPr sz="1400" b="0" i="0">
                <a:latin typeface="Amazon Ember Display" panose="020F0603020204020204" pitchFamily="34" charset="0"/>
              </a:defRPr>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7" name="Text Placeholder 4">
            <a:extLst>
              <a:ext uri="{FF2B5EF4-FFF2-40B4-BE49-F238E27FC236}">
                <a16:creationId xmlns:a16="http://schemas.microsoft.com/office/drawing/2014/main" id="{EB7A6272-EB3F-49FE-8293-213DA74B26E7}"/>
              </a:ext>
            </a:extLst>
          </p:cNvPr>
          <p:cNvSpPr>
            <a:spLocks noGrp="1"/>
          </p:cNvSpPr>
          <p:nvPr>
            <p:ph type="body" sz="quarter" idx="10" hasCustomPrompt="1"/>
          </p:nvPr>
        </p:nvSpPr>
        <p:spPr>
          <a:xfrm>
            <a:off x="6339839" y="1743647"/>
            <a:ext cx="2377440" cy="369332"/>
          </a:xfrm>
        </p:spPr>
        <p:txBody>
          <a:bodyPr anchor="t"/>
          <a:lstStyle>
            <a:lvl1pPr marL="0" indent="0">
              <a:buNone/>
              <a:defRPr sz="2000" b="0" i="0">
                <a:solidFill>
                  <a:schemeClr val="accent1"/>
                </a:solidFill>
                <a:latin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8" name="Content Placeholder 5">
            <a:extLst>
              <a:ext uri="{FF2B5EF4-FFF2-40B4-BE49-F238E27FC236}">
                <a16:creationId xmlns:a16="http://schemas.microsoft.com/office/drawing/2014/main" id="{A4C7D216-B044-4089-8FA7-0E2598881E88}"/>
              </a:ext>
            </a:extLst>
          </p:cNvPr>
          <p:cNvSpPr>
            <a:spLocks noGrp="1"/>
          </p:cNvSpPr>
          <p:nvPr>
            <p:ph sz="quarter" idx="11" hasCustomPrompt="1"/>
          </p:nvPr>
        </p:nvSpPr>
        <p:spPr>
          <a:xfrm>
            <a:off x="6339840" y="2141554"/>
            <a:ext cx="2377440" cy="1064907"/>
          </a:xfrm>
        </p:spPr>
        <p:txBody>
          <a:bodyPr/>
          <a:lstStyle>
            <a:lvl1pPr marL="0" indent="0">
              <a:buNone/>
              <a:defRPr sz="1800" b="0" i="0">
                <a:latin typeface="Amazon Ember Display" panose="020F0603020204020204" pitchFamily="34" charset="0"/>
              </a:defRPr>
            </a:lvl1pPr>
            <a:lvl2pPr marL="285750" indent="0">
              <a:buNone/>
              <a:defRPr sz="1600" b="0" i="0">
                <a:latin typeface="Amazon Ember Display" panose="020F0603020204020204" pitchFamily="34" charset="0"/>
              </a:defRPr>
            </a:lvl2pPr>
            <a:lvl3pPr marL="628650" indent="0">
              <a:buNone/>
              <a:defRPr sz="1400" b="0" i="0">
                <a:latin typeface="Amazon Ember Display" panose="020F0603020204020204" pitchFamily="34" charset="0"/>
              </a:defRPr>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9" name="Text Placeholder 4">
            <a:extLst>
              <a:ext uri="{FF2B5EF4-FFF2-40B4-BE49-F238E27FC236}">
                <a16:creationId xmlns:a16="http://schemas.microsoft.com/office/drawing/2014/main" id="{4A70CBA4-9A7C-4AA6-80BD-DA7E39D565C8}"/>
              </a:ext>
            </a:extLst>
          </p:cNvPr>
          <p:cNvSpPr>
            <a:spLocks noGrp="1"/>
          </p:cNvSpPr>
          <p:nvPr>
            <p:ph type="body" sz="quarter" idx="12" hasCustomPrompt="1"/>
          </p:nvPr>
        </p:nvSpPr>
        <p:spPr>
          <a:xfrm>
            <a:off x="9204960" y="1743647"/>
            <a:ext cx="2377440" cy="369332"/>
          </a:xfrm>
        </p:spPr>
        <p:txBody>
          <a:bodyPr anchor="t"/>
          <a:lstStyle>
            <a:lvl1pPr marL="0" indent="0">
              <a:buNone/>
              <a:defRPr sz="2000" b="0" i="0">
                <a:solidFill>
                  <a:schemeClr val="accent1"/>
                </a:solidFill>
                <a:latin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10" name="Content Placeholder 5">
            <a:extLst>
              <a:ext uri="{FF2B5EF4-FFF2-40B4-BE49-F238E27FC236}">
                <a16:creationId xmlns:a16="http://schemas.microsoft.com/office/drawing/2014/main" id="{188FFD55-A15C-40BB-919A-289EBCA6F226}"/>
              </a:ext>
            </a:extLst>
          </p:cNvPr>
          <p:cNvSpPr>
            <a:spLocks noGrp="1"/>
          </p:cNvSpPr>
          <p:nvPr>
            <p:ph sz="quarter" idx="13" hasCustomPrompt="1"/>
          </p:nvPr>
        </p:nvSpPr>
        <p:spPr>
          <a:xfrm>
            <a:off x="9204960" y="2141554"/>
            <a:ext cx="2377440" cy="1064907"/>
          </a:xfrm>
        </p:spPr>
        <p:txBody>
          <a:bodyPr/>
          <a:lstStyle>
            <a:lvl1pPr marL="0" indent="0">
              <a:buNone/>
              <a:defRPr sz="1800" b="0" i="0">
                <a:latin typeface="Amazon Ember Display" panose="020F0603020204020204" pitchFamily="34" charset="0"/>
              </a:defRPr>
            </a:lvl1pPr>
            <a:lvl2pPr marL="285750" indent="0">
              <a:buNone/>
              <a:defRPr sz="1600" b="0" i="0">
                <a:latin typeface="Amazon Ember Display" panose="020F0603020204020204" pitchFamily="34" charset="0"/>
              </a:defRPr>
            </a:lvl2pPr>
            <a:lvl3pPr marL="628650" indent="0">
              <a:buNone/>
              <a:defRPr sz="1400" b="0" i="0">
                <a:latin typeface="Amazon Ember Display" panose="020F0603020204020204" pitchFamily="34" charset="0"/>
              </a:defRPr>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11" name="Date Placeholder 10">
            <a:extLst>
              <a:ext uri="{FF2B5EF4-FFF2-40B4-BE49-F238E27FC236}">
                <a16:creationId xmlns:a16="http://schemas.microsoft.com/office/drawing/2014/main" id="{ADEB3A35-9813-4635-AE9D-3B9F6CA53160}"/>
              </a:ext>
            </a:extLst>
          </p:cNvPr>
          <p:cNvSpPr>
            <a:spLocks noGrp="1"/>
          </p:cNvSpPr>
          <p:nvPr>
            <p:ph type="dt" sz="half" idx="14"/>
          </p:nvPr>
        </p:nvSpPr>
        <p:spPr/>
        <p:txBody>
          <a:bodyPr/>
          <a:lstStyle>
            <a:lvl1pPr>
              <a:defRPr b="0" i="0">
                <a:latin typeface="Amazon Ember Display" panose="020F0603020204020204" pitchFamily="34" charset="0"/>
              </a:defRPr>
            </a:lvl1pPr>
          </a:lstStyle>
          <a:p>
            <a:fld id="{2B958DF5-F549-8B46-95E0-C2CB36033BB5}" type="datetime1">
              <a:rPr lang="en-US" smtClean="0"/>
              <a:pPr/>
              <a:t>5/14/26</a:t>
            </a:fld>
            <a:endParaRPr lang="en-US"/>
          </a:p>
        </p:txBody>
      </p:sp>
      <p:sp>
        <p:nvSpPr>
          <p:cNvPr id="12" name="Footer Placeholder 11">
            <a:extLst>
              <a:ext uri="{FF2B5EF4-FFF2-40B4-BE49-F238E27FC236}">
                <a16:creationId xmlns:a16="http://schemas.microsoft.com/office/drawing/2014/main" id="{2617FC00-CD62-4B48-80A6-4E68401E9601}"/>
              </a:ext>
            </a:extLst>
          </p:cNvPr>
          <p:cNvSpPr>
            <a:spLocks noGrp="1"/>
          </p:cNvSpPr>
          <p:nvPr>
            <p:ph type="ftr" sz="quarter" idx="15"/>
          </p:nvPr>
        </p:nvSpPr>
        <p:spPr/>
        <p:txBody>
          <a:bodyPr/>
          <a:lstStyle>
            <a:lvl1pPr>
              <a:defRPr b="0" i="0">
                <a:latin typeface="Amazon Ember Display" panose="020F0603020204020204" pitchFamily="34" charset="0"/>
              </a:defRPr>
            </a:lvl1pPr>
          </a:lstStyle>
          <a:p>
            <a:endParaRPr lang="en-US"/>
          </a:p>
        </p:txBody>
      </p:sp>
      <p:sp>
        <p:nvSpPr>
          <p:cNvPr id="13" name="Slide Number Placeholder 12">
            <a:extLst>
              <a:ext uri="{FF2B5EF4-FFF2-40B4-BE49-F238E27FC236}">
                <a16:creationId xmlns:a16="http://schemas.microsoft.com/office/drawing/2014/main" id="{1F0D3C1B-0D24-4BCA-810C-31D050008A6D}"/>
              </a:ext>
            </a:extLst>
          </p:cNvPr>
          <p:cNvSpPr>
            <a:spLocks noGrp="1"/>
          </p:cNvSpPr>
          <p:nvPr>
            <p:ph type="sldNum" sz="quarter" idx="16"/>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3703665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344">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C643E-9D53-435F-9BF5-216545CC17ED}"/>
              </a:ext>
            </a:extLst>
          </p:cNvPr>
          <p:cNvSpPr>
            <a:spLocks noGrp="1"/>
          </p:cNvSpPr>
          <p:nvPr>
            <p:ph type="title" hasCustomPrompt="1"/>
          </p:nvPr>
        </p:nvSpPr>
        <p:spPr>
          <a:xfrm>
            <a:off x="539262" y="917577"/>
            <a:ext cx="10972800" cy="535531"/>
          </a:xfrm>
          <a:prstGeom prst="rect">
            <a:avLst/>
          </a:prstGeom>
        </p:spPr>
        <p:txBody>
          <a:bodyPr anchor="t" anchorCtr="0">
            <a:noAutofit/>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Picture with caption layout</a:t>
            </a:r>
          </a:p>
        </p:txBody>
      </p:sp>
      <p:sp>
        <p:nvSpPr>
          <p:cNvPr id="3" name="Picture Placeholder 2">
            <a:extLst>
              <a:ext uri="{FF2B5EF4-FFF2-40B4-BE49-F238E27FC236}">
                <a16:creationId xmlns:a16="http://schemas.microsoft.com/office/drawing/2014/main" id="{170FD460-44A4-4368-BEE3-4B57384F2DAD}"/>
              </a:ext>
            </a:extLst>
          </p:cNvPr>
          <p:cNvSpPr>
            <a:spLocks noGrp="1"/>
          </p:cNvSpPr>
          <p:nvPr>
            <p:ph type="pic" idx="1"/>
          </p:nvPr>
        </p:nvSpPr>
        <p:spPr>
          <a:xfrm>
            <a:off x="6210300" y="1714501"/>
            <a:ext cx="5372100" cy="4495798"/>
          </a:xfrm>
        </p:spPr>
        <p:txBody>
          <a:bodyPr>
            <a:noAutofit/>
          </a:bodyPr>
          <a:lstStyle>
            <a:lvl1pPr marL="0" indent="0">
              <a:buNone/>
              <a:defRPr sz="2400" b="0" i="0">
                <a:latin typeface="Amazon Ember Display" panose="020F0603020204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6F8F45C-51B3-4A66-AF8A-1A15D1257108}"/>
              </a:ext>
            </a:extLst>
          </p:cNvPr>
          <p:cNvSpPr>
            <a:spLocks noGrp="1"/>
          </p:cNvSpPr>
          <p:nvPr>
            <p:ph type="body" sz="half" idx="2" hasCustomPrompt="1"/>
          </p:nvPr>
        </p:nvSpPr>
        <p:spPr>
          <a:xfrm>
            <a:off x="609598" y="1714501"/>
            <a:ext cx="5372101" cy="313932"/>
          </a:xfrm>
        </p:spPr>
        <p:txBody>
          <a:bodyPr/>
          <a:lstStyle>
            <a:lvl1pPr marL="0" indent="0">
              <a:buNone/>
              <a:defRPr sz="1600" b="0" i="0">
                <a:latin typeface="Amazon Ember Display" panose="020F0603020204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Enter descriptive text here</a:t>
            </a:r>
          </a:p>
        </p:txBody>
      </p:sp>
      <p:sp>
        <p:nvSpPr>
          <p:cNvPr id="5" name="Date Placeholder 4">
            <a:extLst>
              <a:ext uri="{FF2B5EF4-FFF2-40B4-BE49-F238E27FC236}">
                <a16:creationId xmlns:a16="http://schemas.microsoft.com/office/drawing/2014/main" id="{9CAB3B1C-D783-464F-B951-6F802A18E624}"/>
              </a:ext>
            </a:extLst>
          </p:cNvPr>
          <p:cNvSpPr>
            <a:spLocks noGrp="1"/>
          </p:cNvSpPr>
          <p:nvPr>
            <p:ph type="dt" sz="half" idx="10"/>
          </p:nvPr>
        </p:nvSpPr>
        <p:spPr/>
        <p:txBody>
          <a:bodyPr/>
          <a:lstStyle>
            <a:lvl1pPr>
              <a:defRPr b="0" i="0">
                <a:latin typeface="Amazon Ember Display" panose="020F0603020204020204" pitchFamily="34" charset="0"/>
              </a:defRPr>
            </a:lvl1pPr>
          </a:lstStyle>
          <a:p>
            <a:fld id="{96301397-8FE7-FB4B-82EE-58C288712F6D}" type="datetime1">
              <a:rPr lang="en-US" smtClean="0"/>
              <a:pPr/>
              <a:t>5/14/26</a:t>
            </a:fld>
            <a:endParaRPr lang="en-US"/>
          </a:p>
        </p:txBody>
      </p:sp>
      <p:sp>
        <p:nvSpPr>
          <p:cNvPr id="6" name="Footer Placeholder 5">
            <a:extLst>
              <a:ext uri="{FF2B5EF4-FFF2-40B4-BE49-F238E27FC236}">
                <a16:creationId xmlns:a16="http://schemas.microsoft.com/office/drawing/2014/main" id="{ECB0C078-A6D5-4C61-A732-EC72F4B2E54F}"/>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7" name="Slide Number Placeholder 6">
            <a:extLst>
              <a:ext uri="{FF2B5EF4-FFF2-40B4-BE49-F238E27FC236}">
                <a16:creationId xmlns:a16="http://schemas.microsoft.com/office/drawing/2014/main" id="{6BFCB9B7-F1A6-4E7E-9A44-4A1BF91C8917}"/>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1829620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Full Screen Photo">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45DE8161-89FB-4C0E-91DC-BB077E8FD54C}"/>
              </a:ext>
            </a:extLst>
          </p:cNvPr>
          <p:cNvSpPr>
            <a:spLocks noGrp="1"/>
          </p:cNvSpPr>
          <p:nvPr>
            <p:ph type="pic" sz="quarter" idx="10"/>
          </p:nvPr>
        </p:nvSpPr>
        <p:spPr>
          <a:xfrm>
            <a:off x="0" y="1"/>
            <a:ext cx="12192000" cy="6857998"/>
          </a:xfrm>
          <a:solidFill>
            <a:schemeClr val="bg2"/>
          </a:solidFill>
        </p:spPr>
        <p:txBody>
          <a:bodyPr anchor="ctr">
            <a:noAutofit/>
          </a:bodyPr>
          <a:lstStyle>
            <a:lvl1pPr marL="0" indent="0" algn="ctr">
              <a:buNone/>
              <a:defRPr b="0" i="0">
                <a:latin typeface="Amazon Ember Display" panose="020F0603020204020204" pitchFamily="34" charset="0"/>
              </a:defRPr>
            </a:lvl1pPr>
          </a:lstStyle>
          <a:p>
            <a:r>
              <a:rPr lang="en-US"/>
              <a:t>Click icon to add picture</a:t>
            </a:r>
          </a:p>
        </p:txBody>
      </p:sp>
    </p:spTree>
    <p:extLst>
      <p:ext uri="{BB962C8B-B14F-4D97-AF65-F5344CB8AC3E}">
        <p14:creationId xmlns:p14="http://schemas.microsoft.com/office/powerpoint/2010/main" val="1069760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ustomer logo wall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B31D2-1E8A-4798-BD13-0606620FD062}"/>
              </a:ext>
            </a:extLst>
          </p:cNvPr>
          <p:cNvSpPr>
            <a:spLocks noGrp="1"/>
          </p:cNvSpPr>
          <p:nvPr>
            <p:ph type="title" hasCustomPrompt="1"/>
          </p:nvPr>
        </p:nvSpPr>
        <p:spPr>
          <a:xfrm>
            <a:off x="539262" y="914401"/>
            <a:ext cx="10972800" cy="535531"/>
          </a:xfrm>
          <a:prstGeom prst="rect">
            <a:avLst/>
          </a:prstGeom>
        </p:spPr>
        <p:txBody>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Customer logo wall layout</a:t>
            </a:r>
          </a:p>
        </p:txBody>
      </p:sp>
      <p:sp>
        <p:nvSpPr>
          <p:cNvPr id="3" name="Date Placeholder 2">
            <a:extLst>
              <a:ext uri="{FF2B5EF4-FFF2-40B4-BE49-F238E27FC236}">
                <a16:creationId xmlns:a16="http://schemas.microsoft.com/office/drawing/2014/main" id="{D4046C62-58BE-4875-9CF1-988E9FBC80B5}"/>
              </a:ext>
            </a:extLst>
          </p:cNvPr>
          <p:cNvSpPr>
            <a:spLocks noGrp="1"/>
          </p:cNvSpPr>
          <p:nvPr>
            <p:ph type="dt" sz="half" idx="10"/>
          </p:nvPr>
        </p:nvSpPr>
        <p:spPr/>
        <p:txBody>
          <a:bodyPr/>
          <a:lstStyle>
            <a:lvl1pPr>
              <a:defRPr b="0" i="0">
                <a:latin typeface="Amazon Ember Display" panose="020F0603020204020204" pitchFamily="34" charset="0"/>
              </a:defRPr>
            </a:lvl1pPr>
          </a:lstStyle>
          <a:p>
            <a:fld id="{C3A8789C-A0D1-A74F-A15D-501FE221905E}" type="datetime1">
              <a:rPr lang="en-US" smtClean="0"/>
              <a:pPr/>
              <a:t>5/14/26</a:t>
            </a:fld>
            <a:endParaRPr lang="en-US"/>
          </a:p>
        </p:txBody>
      </p:sp>
      <p:sp>
        <p:nvSpPr>
          <p:cNvPr id="4" name="Footer Placeholder 3">
            <a:extLst>
              <a:ext uri="{FF2B5EF4-FFF2-40B4-BE49-F238E27FC236}">
                <a16:creationId xmlns:a16="http://schemas.microsoft.com/office/drawing/2014/main" id="{C09F8648-DA5C-4249-B315-5FCC6764F2E8}"/>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5" name="Slide Number Placeholder 4">
            <a:extLst>
              <a:ext uri="{FF2B5EF4-FFF2-40B4-BE49-F238E27FC236}">
                <a16:creationId xmlns:a16="http://schemas.microsoft.com/office/drawing/2014/main" id="{7AB4976B-D5E7-498C-99B5-7AA17CD10183}"/>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
        <p:nvSpPr>
          <p:cNvPr id="8" name="Content Placeholder 7">
            <a:extLst>
              <a:ext uri="{FF2B5EF4-FFF2-40B4-BE49-F238E27FC236}">
                <a16:creationId xmlns:a16="http://schemas.microsoft.com/office/drawing/2014/main" id="{67C4FF75-DBF1-4846-9B49-7424CC9B81D0}"/>
              </a:ext>
            </a:extLst>
          </p:cNvPr>
          <p:cNvSpPr>
            <a:spLocks noGrp="1"/>
          </p:cNvSpPr>
          <p:nvPr>
            <p:ph sz="quarter" idx="13" hasCustomPrompt="1"/>
          </p:nvPr>
        </p:nvSpPr>
        <p:spPr>
          <a:xfrm>
            <a:off x="790841" y="2194560"/>
            <a:ext cx="1828800" cy="1097280"/>
          </a:xfrm>
        </p:spPr>
        <p:txBody>
          <a:bodyPr>
            <a:noAutofit/>
          </a:bodyPr>
          <a:lstStyle>
            <a:lvl1pPr marL="0" indent="0">
              <a:buNone/>
              <a:defRPr sz="1100" b="0" i="0">
                <a:solidFill>
                  <a:schemeClr val="tx2"/>
                </a:solidFill>
                <a:latin typeface="Amazon Ember Display" panose="020F0603020204020204" pitchFamily="34" charset="0"/>
              </a:defRPr>
            </a:lvl1pPr>
            <a:lvl2pPr marL="285750" indent="0">
              <a:buNone/>
              <a:defRPr/>
            </a:lvl2pPr>
            <a:lvl3pPr marL="628650" indent="0">
              <a:buNone/>
              <a:defRPr/>
            </a:lvl3pPr>
            <a:lvl4pPr marL="858838" indent="0">
              <a:buNone/>
              <a:defRPr/>
            </a:lvl4pPr>
            <a:lvl5pPr marL="1030288" indent="0">
              <a:buNone/>
              <a:defRPr/>
            </a:lvl5pPr>
          </a:lstStyle>
          <a:p>
            <a:pPr lvl="0"/>
            <a:r>
              <a:rPr lang="en-US"/>
              <a:t>Click photo icon to add logo</a:t>
            </a:r>
          </a:p>
        </p:txBody>
      </p:sp>
      <p:sp>
        <p:nvSpPr>
          <p:cNvPr id="9" name="Content Placeholder 7">
            <a:extLst>
              <a:ext uri="{FF2B5EF4-FFF2-40B4-BE49-F238E27FC236}">
                <a16:creationId xmlns:a16="http://schemas.microsoft.com/office/drawing/2014/main" id="{AA3F6BBD-CD6D-4350-B54B-BE6A362B5E0C}"/>
              </a:ext>
            </a:extLst>
          </p:cNvPr>
          <p:cNvSpPr>
            <a:spLocks noGrp="1"/>
          </p:cNvSpPr>
          <p:nvPr>
            <p:ph sz="quarter" idx="14" hasCustomPrompt="1"/>
          </p:nvPr>
        </p:nvSpPr>
        <p:spPr>
          <a:xfrm>
            <a:off x="9572359" y="2194560"/>
            <a:ext cx="1828800" cy="1097280"/>
          </a:xfrm>
        </p:spPr>
        <p:txBody>
          <a:bodyPr>
            <a:noAutofit/>
          </a:bodyPr>
          <a:lstStyle>
            <a:lvl1pPr marL="0" indent="0">
              <a:buNone/>
              <a:defRPr sz="1100" b="0" i="0">
                <a:solidFill>
                  <a:schemeClr val="tx2"/>
                </a:solidFill>
                <a:latin typeface="Amazon Ember Display" panose="020F0603020204020204" pitchFamily="34" charset="0"/>
              </a:defRPr>
            </a:lvl1pPr>
            <a:lvl2pPr marL="285750" indent="0">
              <a:buNone/>
              <a:defRPr/>
            </a:lvl2pPr>
            <a:lvl3pPr marL="628650" indent="0">
              <a:buNone/>
              <a:defRPr/>
            </a:lvl3pPr>
            <a:lvl4pPr marL="858838" indent="0">
              <a:buNone/>
              <a:defRPr/>
            </a:lvl4pPr>
            <a:lvl5pPr marL="1030288" indent="0">
              <a:buNone/>
              <a:defRPr/>
            </a:lvl5pPr>
          </a:lstStyle>
          <a:p>
            <a:pPr lvl="0"/>
            <a:r>
              <a:rPr lang="en-US"/>
              <a:t>Click photo icon to add logo</a:t>
            </a:r>
          </a:p>
        </p:txBody>
      </p:sp>
      <p:sp>
        <p:nvSpPr>
          <p:cNvPr id="10" name="Content Placeholder 7">
            <a:extLst>
              <a:ext uri="{FF2B5EF4-FFF2-40B4-BE49-F238E27FC236}">
                <a16:creationId xmlns:a16="http://schemas.microsoft.com/office/drawing/2014/main" id="{F03249D0-599C-470C-AF38-A23174D881DA}"/>
              </a:ext>
            </a:extLst>
          </p:cNvPr>
          <p:cNvSpPr>
            <a:spLocks noGrp="1"/>
          </p:cNvSpPr>
          <p:nvPr>
            <p:ph sz="quarter" idx="15" hasCustomPrompt="1"/>
          </p:nvPr>
        </p:nvSpPr>
        <p:spPr>
          <a:xfrm>
            <a:off x="3718014" y="2194560"/>
            <a:ext cx="1828800" cy="1097280"/>
          </a:xfrm>
        </p:spPr>
        <p:txBody>
          <a:bodyPr>
            <a:noAutofit/>
          </a:bodyPr>
          <a:lstStyle>
            <a:lvl1pPr marL="0" indent="0">
              <a:buNone/>
              <a:defRPr sz="1100" b="0" i="0">
                <a:solidFill>
                  <a:schemeClr val="tx2"/>
                </a:solidFill>
                <a:latin typeface="Amazon Ember Display" panose="020F0603020204020204" pitchFamily="34" charset="0"/>
              </a:defRPr>
            </a:lvl1pPr>
            <a:lvl2pPr marL="285750" indent="0">
              <a:buNone/>
              <a:defRPr/>
            </a:lvl2pPr>
            <a:lvl3pPr marL="628650" indent="0">
              <a:buNone/>
              <a:defRPr/>
            </a:lvl3pPr>
            <a:lvl4pPr marL="858838" indent="0">
              <a:buNone/>
              <a:defRPr/>
            </a:lvl4pPr>
            <a:lvl5pPr marL="1030288" indent="0">
              <a:buNone/>
              <a:defRPr/>
            </a:lvl5pPr>
          </a:lstStyle>
          <a:p>
            <a:pPr lvl="0"/>
            <a:r>
              <a:rPr lang="en-US"/>
              <a:t>Click photo icon to add logo</a:t>
            </a:r>
          </a:p>
        </p:txBody>
      </p:sp>
      <p:sp>
        <p:nvSpPr>
          <p:cNvPr id="11" name="Content Placeholder 7">
            <a:extLst>
              <a:ext uri="{FF2B5EF4-FFF2-40B4-BE49-F238E27FC236}">
                <a16:creationId xmlns:a16="http://schemas.microsoft.com/office/drawing/2014/main" id="{494B0474-3C2B-4A1F-847C-77DB62476761}"/>
              </a:ext>
            </a:extLst>
          </p:cNvPr>
          <p:cNvSpPr>
            <a:spLocks noGrp="1"/>
          </p:cNvSpPr>
          <p:nvPr>
            <p:ph sz="quarter" idx="16" hasCustomPrompt="1"/>
          </p:nvPr>
        </p:nvSpPr>
        <p:spPr>
          <a:xfrm>
            <a:off x="6645187" y="2194560"/>
            <a:ext cx="1828800" cy="1097280"/>
          </a:xfrm>
        </p:spPr>
        <p:txBody>
          <a:bodyPr>
            <a:noAutofit/>
          </a:bodyPr>
          <a:lstStyle>
            <a:lvl1pPr marL="0" indent="0">
              <a:buNone/>
              <a:defRPr sz="1100" b="0" i="0">
                <a:solidFill>
                  <a:schemeClr val="tx2"/>
                </a:solidFill>
                <a:latin typeface="Amazon Ember Display" panose="020F0603020204020204" pitchFamily="34" charset="0"/>
              </a:defRPr>
            </a:lvl1pPr>
            <a:lvl2pPr marL="285750" indent="0">
              <a:buNone/>
              <a:defRPr/>
            </a:lvl2pPr>
            <a:lvl3pPr marL="628650" indent="0">
              <a:buNone/>
              <a:defRPr/>
            </a:lvl3pPr>
            <a:lvl4pPr marL="858838" indent="0">
              <a:buNone/>
              <a:defRPr/>
            </a:lvl4pPr>
            <a:lvl5pPr marL="1030288" indent="0">
              <a:buNone/>
              <a:defRPr/>
            </a:lvl5pPr>
          </a:lstStyle>
          <a:p>
            <a:pPr lvl="0"/>
            <a:r>
              <a:rPr lang="en-US"/>
              <a:t>Click photo icon to add logo</a:t>
            </a:r>
          </a:p>
        </p:txBody>
      </p:sp>
      <p:sp>
        <p:nvSpPr>
          <p:cNvPr id="12" name="Content Placeholder 7">
            <a:extLst>
              <a:ext uri="{FF2B5EF4-FFF2-40B4-BE49-F238E27FC236}">
                <a16:creationId xmlns:a16="http://schemas.microsoft.com/office/drawing/2014/main" id="{6B3D3A2C-F2FE-4E58-9179-32ACA63A87E0}"/>
              </a:ext>
            </a:extLst>
          </p:cNvPr>
          <p:cNvSpPr>
            <a:spLocks noGrp="1"/>
          </p:cNvSpPr>
          <p:nvPr>
            <p:ph sz="quarter" idx="17" hasCustomPrompt="1"/>
          </p:nvPr>
        </p:nvSpPr>
        <p:spPr>
          <a:xfrm>
            <a:off x="790841" y="4059936"/>
            <a:ext cx="1828800" cy="1097280"/>
          </a:xfrm>
        </p:spPr>
        <p:txBody>
          <a:bodyPr>
            <a:noAutofit/>
          </a:bodyPr>
          <a:lstStyle>
            <a:lvl1pPr marL="0" indent="0">
              <a:buNone/>
              <a:defRPr sz="1100" b="0" i="0">
                <a:solidFill>
                  <a:schemeClr val="tx2"/>
                </a:solidFill>
                <a:latin typeface="Amazon Ember Display" panose="020F0603020204020204" pitchFamily="34" charset="0"/>
              </a:defRPr>
            </a:lvl1pPr>
            <a:lvl2pPr marL="285750" indent="0">
              <a:buNone/>
              <a:defRPr/>
            </a:lvl2pPr>
            <a:lvl3pPr marL="628650" indent="0">
              <a:buNone/>
              <a:defRPr/>
            </a:lvl3pPr>
            <a:lvl4pPr marL="858838" indent="0">
              <a:buNone/>
              <a:defRPr/>
            </a:lvl4pPr>
            <a:lvl5pPr marL="1030288" indent="0">
              <a:buNone/>
              <a:defRPr/>
            </a:lvl5pPr>
          </a:lstStyle>
          <a:p>
            <a:pPr lvl="0"/>
            <a:r>
              <a:rPr lang="en-US"/>
              <a:t>Click photo icon to add logo</a:t>
            </a:r>
          </a:p>
        </p:txBody>
      </p:sp>
      <p:sp>
        <p:nvSpPr>
          <p:cNvPr id="13" name="Content Placeholder 7">
            <a:extLst>
              <a:ext uri="{FF2B5EF4-FFF2-40B4-BE49-F238E27FC236}">
                <a16:creationId xmlns:a16="http://schemas.microsoft.com/office/drawing/2014/main" id="{D9DA6D6E-7CB2-43EC-A618-77FD5AC68695}"/>
              </a:ext>
            </a:extLst>
          </p:cNvPr>
          <p:cNvSpPr>
            <a:spLocks noGrp="1"/>
          </p:cNvSpPr>
          <p:nvPr>
            <p:ph sz="quarter" idx="18" hasCustomPrompt="1"/>
          </p:nvPr>
        </p:nvSpPr>
        <p:spPr>
          <a:xfrm>
            <a:off x="9572359" y="4059936"/>
            <a:ext cx="1828800" cy="1097280"/>
          </a:xfrm>
        </p:spPr>
        <p:txBody>
          <a:bodyPr>
            <a:noAutofit/>
          </a:bodyPr>
          <a:lstStyle>
            <a:lvl1pPr marL="0" indent="0">
              <a:buNone/>
              <a:defRPr sz="1100" b="0" i="0">
                <a:solidFill>
                  <a:schemeClr val="tx2"/>
                </a:solidFill>
                <a:latin typeface="Amazon Ember Display" panose="020F0603020204020204" pitchFamily="34" charset="0"/>
              </a:defRPr>
            </a:lvl1pPr>
            <a:lvl2pPr marL="285750" indent="0">
              <a:buNone/>
              <a:defRPr/>
            </a:lvl2pPr>
            <a:lvl3pPr marL="628650" indent="0">
              <a:buNone/>
              <a:defRPr/>
            </a:lvl3pPr>
            <a:lvl4pPr marL="858838" indent="0">
              <a:buNone/>
              <a:defRPr/>
            </a:lvl4pPr>
            <a:lvl5pPr marL="1030288" indent="0">
              <a:buNone/>
              <a:defRPr/>
            </a:lvl5pPr>
          </a:lstStyle>
          <a:p>
            <a:pPr lvl="0"/>
            <a:r>
              <a:rPr lang="en-US"/>
              <a:t>Click photo icon to add logo</a:t>
            </a:r>
          </a:p>
        </p:txBody>
      </p:sp>
      <p:sp>
        <p:nvSpPr>
          <p:cNvPr id="14" name="Content Placeholder 7">
            <a:extLst>
              <a:ext uri="{FF2B5EF4-FFF2-40B4-BE49-F238E27FC236}">
                <a16:creationId xmlns:a16="http://schemas.microsoft.com/office/drawing/2014/main" id="{DD3BB708-38D6-4216-8681-62B5B1293221}"/>
              </a:ext>
            </a:extLst>
          </p:cNvPr>
          <p:cNvSpPr>
            <a:spLocks noGrp="1"/>
          </p:cNvSpPr>
          <p:nvPr>
            <p:ph sz="quarter" idx="19" hasCustomPrompt="1"/>
          </p:nvPr>
        </p:nvSpPr>
        <p:spPr>
          <a:xfrm>
            <a:off x="3718014" y="4059936"/>
            <a:ext cx="1828800" cy="1097280"/>
          </a:xfrm>
        </p:spPr>
        <p:txBody>
          <a:bodyPr>
            <a:noAutofit/>
          </a:bodyPr>
          <a:lstStyle>
            <a:lvl1pPr marL="0" indent="0">
              <a:buNone/>
              <a:defRPr sz="1100" b="0" i="0">
                <a:solidFill>
                  <a:schemeClr val="tx2"/>
                </a:solidFill>
                <a:latin typeface="Amazon Ember Display" panose="020F0603020204020204" pitchFamily="34" charset="0"/>
              </a:defRPr>
            </a:lvl1pPr>
            <a:lvl2pPr marL="285750" indent="0">
              <a:buNone/>
              <a:defRPr/>
            </a:lvl2pPr>
            <a:lvl3pPr marL="628650" indent="0">
              <a:buNone/>
              <a:defRPr/>
            </a:lvl3pPr>
            <a:lvl4pPr marL="858838" indent="0">
              <a:buNone/>
              <a:defRPr/>
            </a:lvl4pPr>
            <a:lvl5pPr marL="1030288" indent="0">
              <a:buNone/>
              <a:defRPr/>
            </a:lvl5pPr>
          </a:lstStyle>
          <a:p>
            <a:pPr lvl="0"/>
            <a:r>
              <a:rPr lang="en-US"/>
              <a:t>Click photo icon to add logo</a:t>
            </a:r>
          </a:p>
        </p:txBody>
      </p:sp>
      <p:sp>
        <p:nvSpPr>
          <p:cNvPr id="15" name="Content Placeholder 7">
            <a:extLst>
              <a:ext uri="{FF2B5EF4-FFF2-40B4-BE49-F238E27FC236}">
                <a16:creationId xmlns:a16="http://schemas.microsoft.com/office/drawing/2014/main" id="{D95B1CF7-30AD-446D-BB48-437779BB20A2}"/>
              </a:ext>
            </a:extLst>
          </p:cNvPr>
          <p:cNvSpPr>
            <a:spLocks noGrp="1"/>
          </p:cNvSpPr>
          <p:nvPr>
            <p:ph sz="quarter" idx="20" hasCustomPrompt="1"/>
          </p:nvPr>
        </p:nvSpPr>
        <p:spPr>
          <a:xfrm>
            <a:off x="6645187" y="4059936"/>
            <a:ext cx="1828800" cy="1097280"/>
          </a:xfrm>
        </p:spPr>
        <p:txBody>
          <a:bodyPr>
            <a:noAutofit/>
          </a:bodyPr>
          <a:lstStyle>
            <a:lvl1pPr marL="0" indent="0">
              <a:buNone/>
              <a:defRPr sz="1100" b="0" i="0">
                <a:solidFill>
                  <a:schemeClr val="tx2"/>
                </a:solidFill>
                <a:latin typeface="Amazon Ember Display" panose="020F0603020204020204" pitchFamily="34" charset="0"/>
              </a:defRPr>
            </a:lvl1pPr>
            <a:lvl2pPr marL="285750" indent="0">
              <a:buNone/>
              <a:defRPr/>
            </a:lvl2pPr>
            <a:lvl3pPr marL="628650" indent="0">
              <a:buNone/>
              <a:defRPr/>
            </a:lvl3pPr>
            <a:lvl4pPr marL="858838" indent="0">
              <a:buNone/>
              <a:defRPr/>
            </a:lvl4pPr>
            <a:lvl5pPr marL="1030288" indent="0">
              <a:buNone/>
              <a:defRPr/>
            </a:lvl5pPr>
          </a:lstStyle>
          <a:p>
            <a:pPr lvl="0"/>
            <a:r>
              <a:rPr lang="en-US"/>
              <a:t>Click photo icon to add logo</a:t>
            </a:r>
          </a:p>
        </p:txBody>
      </p:sp>
    </p:spTree>
    <p:extLst>
      <p:ext uri="{BB962C8B-B14F-4D97-AF65-F5344CB8AC3E}">
        <p14:creationId xmlns:p14="http://schemas.microsoft.com/office/powerpoint/2010/main" val="96285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Two Content with Bulle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A4C8A-667C-40C7-9A6D-BA3F977C5FDD}"/>
              </a:ext>
            </a:extLst>
          </p:cNvPr>
          <p:cNvSpPr>
            <a:spLocks noGrp="1"/>
          </p:cNvSpPr>
          <p:nvPr>
            <p:ph type="title" hasCustomPrompt="1"/>
          </p:nvPr>
        </p:nvSpPr>
        <p:spPr>
          <a:xfrm>
            <a:off x="539262" y="914401"/>
            <a:ext cx="10972800" cy="535531"/>
          </a:xfrm>
          <a:prstGeom prst="rect">
            <a:avLst/>
          </a:prstGeom>
        </p:spPr>
        <p:txBody>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Two-column with bullets layout</a:t>
            </a:r>
          </a:p>
        </p:txBody>
      </p:sp>
      <p:sp>
        <p:nvSpPr>
          <p:cNvPr id="3" name="Content Placeholder 2">
            <a:extLst>
              <a:ext uri="{FF2B5EF4-FFF2-40B4-BE49-F238E27FC236}">
                <a16:creationId xmlns:a16="http://schemas.microsoft.com/office/drawing/2014/main" id="{9B10331E-4F8F-4DEC-91C1-F631560E6601}"/>
              </a:ext>
            </a:extLst>
          </p:cNvPr>
          <p:cNvSpPr>
            <a:spLocks noGrp="1"/>
          </p:cNvSpPr>
          <p:nvPr>
            <p:ph sz="half" idx="1" hasCustomPrompt="1"/>
          </p:nvPr>
        </p:nvSpPr>
        <p:spPr>
          <a:xfrm>
            <a:off x="609600" y="1714500"/>
            <a:ext cx="5248274" cy="2342180"/>
          </a:xfrm>
        </p:spPr>
        <p:txBody>
          <a:bodyPr/>
          <a:lstStyle>
            <a:lvl1pPr marL="342900" indent="-342900">
              <a:buFont typeface="Arial" panose="020B0604020202020204" pitchFamily="34" charset="0"/>
              <a:buChar char="•"/>
              <a:defRPr sz="2400" b="0" i="0">
                <a:latin typeface="Amazon Ember Display" panose="020F0603020204020204" pitchFamily="34" charset="0"/>
              </a:defRPr>
            </a:lvl1pPr>
            <a:lvl2pPr marL="628650" indent="-342900">
              <a:buFont typeface="Arial" panose="020B0604020202020204" pitchFamily="34" charset="0"/>
              <a:buChar char="•"/>
              <a:defRPr sz="2000" b="0" i="0">
                <a:latin typeface="Amazon Ember Display" panose="020F0603020204020204" pitchFamily="34" charset="0"/>
              </a:defRPr>
            </a:lvl2pPr>
            <a:lvl3pPr marL="914400" indent="-285750">
              <a:buFont typeface="Arial" panose="020B0604020202020204" pitchFamily="34" charset="0"/>
              <a:buChar char="•"/>
              <a:defRPr sz="1800" b="0" i="0">
                <a:latin typeface="Amazon Ember Display" panose="020F0603020204020204" pitchFamily="34" charset="0"/>
              </a:defRPr>
            </a:lvl3pPr>
            <a:lvl4pPr marL="1144588" indent="-285750">
              <a:buFont typeface="Arial" panose="020B0604020202020204" pitchFamily="34" charset="0"/>
              <a:buChar char="•"/>
              <a:defRPr sz="1600" b="0" i="0">
                <a:latin typeface="Amazon Ember Display" panose="020F0603020204020204" pitchFamily="34" charset="0"/>
              </a:defRPr>
            </a:lvl4pPr>
            <a:lvl5pPr marL="1316038" indent="-285750">
              <a:buFont typeface="Arial" panose="020B0604020202020204" pitchFamily="34" charset="0"/>
              <a:buChar char="•"/>
              <a:defRPr sz="1600" b="0" i="0">
                <a:latin typeface="Amazon Ember Display" panose="020F0603020204020204" pitchFamily="34" charset="0"/>
              </a:defRPr>
            </a:lvl5pPr>
          </a:lstStyle>
          <a:p>
            <a:pPr lvl="0"/>
            <a:r>
              <a:rPr lang="en-US"/>
              <a:t>Enter text or click icon to add media</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F72257F-5E84-444A-B9C4-CCB856025EB2}"/>
              </a:ext>
            </a:extLst>
          </p:cNvPr>
          <p:cNvSpPr>
            <a:spLocks noGrp="1"/>
          </p:cNvSpPr>
          <p:nvPr>
            <p:ph sz="half" idx="2" hasCustomPrompt="1"/>
          </p:nvPr>
        </p:nvSpPr>
        <p:spPr>
          <a:xfrm>
            <a:off x="6334125" y="1714500"/>
            <a:ext cx="5248276" cy="2342180"/>
          </a:xfrm>
        </p:spPr>
        <p:txBody>
          <a:bodyPr/>
          <a:lstStyle>
            <a:lvl1pPr marL="342900" indent="-342900">
              <a:buFont typeface="Arial" panose="020B0604020202020204" pitchFamily="34" charset="0"/>
              <a:buChar char="•"/>
              <a:defRPr sz="2400" b="0" i="0">
                <a:latin typeface="Amazon Ember Display" panose="020F0603020204020204" pitchFamily="34" charset="0"/>
              </a:defRPr>
            </a:lvl1pPr>
            <a:lvl2pPr marL="628650" indent="-342900">
              <a:buFont typeface="Arial" panose="020B0604020202020204" pitchFamily="34" charset="0"/>
              <a:buChar char="•"/>
              <a:defRPr sz="2000" b="0" i="0">
                <a:latin typeface="Amazon Ember Display" panose="020F0603020204020204" pitchFamily="34" charset="0"/>
              </a:defRPr>
            </a:lvl2pPr>
            <a:lvl3pPr marL="914400" indent="-285750">
              <a:buFont typeface="Arial" panose="020B0604020202020204" pitchFamily="34" charset="0"/>
              <a:buChar char="•"/>
              <a:defRPr sz="1800" b="0" i="0">
                <a:latin typeface="Amazon Ember Display" panose="020F0603020204020204" pitchFamily="34" charset="0"/>
              </a:defRPr>
            </a:lvl3pPr>
            <a:lvl4pPr marL="1144588" indent="-285750">
              <a:buFont typeface="Arial" panose="020B0604020202020204" pitchFamily="34" charset="0"/>
              <a:buChar char="•"/>
              <a:defRPr sz="1600" b="0" i="0">
                <a:latin typeface="Amazon Ember Display" panose="020F0603020204020204" pitchFamily="34" charset="0"/>
              </a:defRPr>
            </a:lvl4pPr>
            <a:lvl5pPr marL="1316038" indent="-285750">
              <a:buFont typeface="Arial" panose="020B0604020202020204" pitchFamily="34" charset="0"/>
              <a:buChar char="•"/>
              <a:defRPr sz="1600" b="0" i="0">
                <a:latin typeface="Amazon Ember Display" panose="020F0603020204020204" pitchFamily="34" charset="0"/>
              </a:defRPr>
            </a:lvl5pPr>
          </a:lstStyle>
          <a:p>
            <a:pPr lvl="0"/>
            <a:r>
              <a:rPr lang="en-US"/>
              <a:t>Enter text or click icon to add media</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3285F99-D5A6-480F-A674-A76B9194560B}"/>
              </a:ext>
            </a:extLst>
          </p:cNvPr>
          <p:cNvSpPr>
            <a:spLocks noGrp="1"/>
          </p:cNvSpPr>
          <p:nvPr>
            <p:ph type="dt" sz="half" idx="10"/>
          </p:nvPr>
        </p:nvSpPr>
        <p:spPr/>
        <p:txBody>
          <a:bodyPr/>
          <a:lstStyle>
            <a:lvl1pPr>
              <a:defRPr b="0" i="0">
                <a:latin typeface="Amazon Ember Display" panose="020F0603020204020204" pitchFamily="34" charset="0"/>
              </a:defRPr>
            </a:lvl1pPr>
          </a:lstStyle>
          <a:p>
            <a:fld id="{9C031CC3-E800-D94E-ACE2-59E99B1146F6}" type="datetime1">
              <a:rPr lang="en-US" smtClean="0"/>
              <a:pPr/>
              <a:t>5/14/26</a:t>
            </a:fld>
            <a:endParaRPr lang="en-US"/>
          </a:p>
        </p:txBody>
      </p:sp>
      <p:sp>
        <p:nvSpPr>
          <p:cNvPr id="6" name="Footer Placeholder 5">
            <a:extLst>
              <a:ext uri="{FF2B5EF4-FFF2-40B4-BE49-F238E27FC236}">
                <a16:creationId xmlns:a16="http://schemas.microsoft.com/office/drawing/2014/main" id="{A46AC62E-3DD2-43DB-9AAA-009DDB88F8DD}"/>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7" name="Slide Number Placeholder 6">
            <a:extLst>
              <a:ext uri="{FF2B5EF4-FFF2-40B4-BE49-F238E27FC236}">
                <a16:creationId xmlns:a16="http://schemas.microsoft.com/office/drawing/2014/main" id="{0BB9EF5C-832F-4F15-B95C-60157E7BD831}"/>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617623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wo Content with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A4C8A-667C-40C7-9A6D-BA3F977C5FDD}"/>
              </a:ext>
            </a:extLst>
          </p:cNvPr>
          <p:cNvSpPr>
            <a:spLocks noGrp="1"/>
          </p:cNvSpPr>
          <p:nvPr>
            <p:ph type="title" hasCustomPrompt="1"/>
          </p:nvPr>
        </p:nvSpPr>
        <p:spPr>
          <a:xfrm>
            <a:off x="539262" y="914401"/>
            <a:ext cx="10972800" cy="535531"/>
          </a:xfrm>
          <a:prstGeom prst="rect">
            <a:avLst/>
          </a:prstGeom>
        </p:spPr>
        <p:txBody>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Two-column with subtitle layout</a:t>
            </a:r>
          </a:p>
        </p:txBody>
      </p:sp>
      <p:sp>
        <p:nvSpPr>
          <p:cNvPr id="3" name="Content Placeholder 2">
            <a:extLst>
              <a:ext uri="{FF2B5EF4-FFF2-40B4-BE49-F238E27FC236}">
                <a16:creationId xmlns:a16="http://schemas.microsoft.com/office/drawing/2014/main" id="{9B10331E-4F8F-4DEC-91C1-F631560E6601}"/>
              </a:ext>
            </a:extLst>
          </p:cNvPr>
          <p:cNvSpPr>
            <a:spLocks noGrp="1"/>
          </p:cNvSpPr>
          <p:nvPr>
            <p:ph sz="half" idx="1" hasCustomPrompt="1"/>
          </p:nvPr>
        </p:nvSpPr>
        <p:spPr>
          <a:xfrm>
            <a:off x="609600" y="2133600"/>
            <a:ext cx="5248274" cy="2317558"/>
          </a:xfrm>
        </p:spPr>
        <p:txBody>
          <a:bodyPr/>
          <a:lstStyle>
            <a:lvl1pPr marL="0" indent="0">
              <a:spcAft>
                <a:spcPts val="1800"/>
              </a:spcAft>
              <a:buNone/>
              <a:defRPr sz="2400" b="0" i="0">
                <a:latin typeface="Amazon Ember Display" panose="020F0603020204020204" pitchFamily="34" charset="0"/>
              </a:defRPr>
            </a:lvl1pPr>
            <a:lvl2pPr marL="285750" indent="0">
              <a:spcAft>
                <a:spcPts val="1800"/>
              </a:spcAft>
              <a:buNone/>
              <a:defRPr sz="2000" b="0" i="0">
                <a:latin typeface="Amazon Ember Display" panose="020F0603020204020204" pitchFamily="34" charset="0"/>
              </a:defRPr>
            </a:lvl2pPr>
            <a:lvl3pPr marL="628650" indent="0">
              <a:spcAft>
                <a:spcPts val="1800"/>
              </a:spcAft>
              <a:buNone/>
              <a:defRPr sz="1800" b="0" i="0">
                <a:latin typeface="Amazon Ember Display" panose="020F0603020204020204" pitchFamily="34" charset="0"/>
              </a:defRPr>
            </a:lvl3pPr>
            <a:lvl4pPr marL="914400" indent="0">
              <a:spcAft>
                <a:spcPts val="1800"/>
              </a:spcAft>
              <a:buNone/>
              <a:defRPr sz="1600" b="0" i="0">
                <a:latin typeface="Amazon Ember Display" panose="020F0603020204020204" pitchFamily="34" charset="0"/>
              </a:defRPr>
            </a:lvl4pPr>
            <a:lvl5pPr marL="1143000" indent="0">
              <a:spcAft>
                <a:spcPts val="1800"/>
              </a:spcAft>
              <a:buNone/>
              <a:defRPr sz="1600" b="0" i="0">
                <a:latin typeface="Amazon Ember Display" panose="020F0603020204020204" pitchFamily="34" charset="0"/>
              </a:defRPr>
            </a:lvl5pPr>
          </a:lstStyle>
          <a:p>
            <a:pPr lvl="0"/>
            <a:r>
              <a:rPr lang="en-US"/>
              <a:t>Enter text or click icon to add media</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F72257F-5E84-444A-B9C4-CCB856025EB2}"/>
              </a:ext>
            </a:extLst>
          </p:cNvPr>
          <p:cNvSpPr>
            <a:spLocks noGrp="1"/>
          </p:cNvSpPr>
          <p:nvPr>
            <p:ph sz="half" idx="2" hasCustomPrompt="1"/>
          </p:nvPr>
        </p:nvSpPr>
        <p:spPr>
          <a:xfrm>
            <a:off x="6334125" y="2133598"/>
            <a:ext cx="5248276" cy="2317558"/>
          </a:xfrm>
        </p:spPr>
        <p:txBody>
          <a:bodyPr/>
          <a:lstStyle>
            <a:lvl1pPr marL="0" indent="0">
              <a:spcAft>
                <a:spcPts val="1800"/>
              </a:spcAft>
              <a:buNone/>
              <a:defRPr sz="2400" b="0" i="0">
                <a:latin typeface="Amazon Ember Display" panose="020F0603020204020204" pitchFamily="34" charset="0"/>
              </a:defRPr>
            </a:lvl1pPr>
            <a:lvl2pPr marL="285750" indent="0">
              <a:spcAft>
                <a:spcPts val="1800"/>
              </a:spcAft>
              <a:buNone/>
              <a:defRPr sz="2000" b="0" i="0">
                <a:latin typeface="Amazon Ember Display" panose="020F0603020204020204" pitchFamily="34" charset="0"/>
              </a:defRPr>
            </a:lvl2pPr>
            <a:lvl3pPr marL="628650" indent="0">
              <a:spcAft>
                <a:spcPts val="1800"/>
              </a:spcAft>
              <a:buNone/>
              <a:defRPr sz="1800" b="0" i="0">
                <a:latin typeface="Amazon Ember Display" panose="020F0603020204020204" pitchFamily="34" charset="0"/>
              </a:defRPr>
            </a:lvl3pPr>
            <a:lvl4pPr marL="914400" indent="0">
              <a:spcAft>
                <a:spcPts val="1800"/>
              </a:spcAft>
              <a:buNone/>
              <a:defRPr sz="1600" b="0" i="0">
                <a:latin typeface="Amazon Ember Display" panose="020F0603020204020204" pitchFamily="34" charset="0"/>
              </a:defRPr>
            </a:lvl4pPr>
            <a:lvl5pPr marL="1143000" indent="0">
              <a:spcAft>
                <a:spcPts val="1800"/>
              </a:spcAft>
              <a:buNone/>
              <a:defRPr sz="1600" b="0" i="0">
                <a:latin typeface="Amazon Ember Display" panose="020F0603020204020204" pitchFamily="34" charset="0"/>
              </a:defRPr>
            </a:lvl5pPr>
          </a:lstStyle>
          <a:p>
            <a:pPr lvl="0"/>
            <a:r>
              <a:rPr lang="en-US"/>
              <a:t>Enter text or click icon to add media</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29D7037-6014-41C7-AAA4-041F7B6E5108}"/>
              </a:ext>
            </a:extLst>
          </p:cNvPr>
          <p:cNvSpPr>
            <a:spLocks noGrp="1"/>
          </p:cNvSpPr>
          <p:nvPr>
            <p:ph type="body" sz="quarter" idx="10" hasCustomPrompt="1"/>
          </p:nvPr>
        </p:nvSpPr>
        <p:spPr>
          <a:xfrm>
            <a:off x="619125" y="1455968"/>
            <a:ext cx="10972800" cy="341632"/>
          </a:xfrm>
        </p:spPr>
        <p:txBody>
          <a:bodyPr/>
          <a:lstStyle>
            <a:lvl1pPr marL="0" indent="0">
              <a:buNone/>
              <a:defRPr lang="en-US" sz="1800" b="0" i="0" kern="1200" cap="none" spc="0" baseline="0" dirty="0">
                <a:solidFill>
                  <a:schemeClr val="tx2"/>
                </a:solidFill>
                <a:latin typeface="Amazon Ember Display" panose="020F0603020204020204" pitchFamily="34" charset="0"/>
                <a:ea typeface="+mn-ea"/>
                <a:cs typeface="+mn-cs"/>
              </a:defRPr>
            </a:lvl1pPr>
          </a:lstStyle>
          <a:p>
            <a:pPr marL="0" lvl="0" indent="0" algn="l" defTabSz="914400" rtl="0" eaLnBrk="1" latinLnBrk="0" hangingPunct="1">
              <a:lnSpc>
                <a:spcPct val="90000"/>
              </a:lnSpc>
              <a:spcBef>
                <a:spcPts val="0"/>
              </a:spcBef>
              <a:spcAft>
                <a:spcPts val="1200"/>
              </a:spcAft>
              <a:buSzPct val="90000"/>
              <a:buFont typeface="Arial" panose="020B0604020202020204" pitchFamily="34" charset="0"/>
              <a:buNone/>
            </a:pPr>
            <a:r>
              <a:rPr lang="en-US"/>
              <a:t>Enter subtitle</a:t>
            </a:r>
          </a:p>
        </p:txBody>
      </p:sp>
      <p:sp>
        <p:nvSpPr>
          <p:cNvPr id="6" name="Date Placeholder 5">
            <a:extLst>
              <a:ext uri="{FF2B5EF4-FFF2-40B4-BE49-F238E27FC236}">
                <a16:creationId xmlns:a16="http://schemas.microsoft.com/office/drawing/2014/main" id="{B7882DCB-3FBB-4107-96D9-358054987DA9}"/>
              </a:ext>
            </a:extLst>
          </p:cNvPr>
          <p:cNvSpPr>
            <a:spLocks noGrp="1"/>
          </p:cNvSpPr>
          <p:nvPr>
            <p:ph type="dt" sz="half" idx="11"/>
          </p:nvPr>
        </p:nvSpPr>
        <p:spPr/>
        <p:txBody>
          <a:bodyPr/>
          <a:lstStyle>
            <a:lvl1pPr>
              <a:defRPr b="0" i="0">
                <a:latin typeface="Amazon Ember Display" panose="020F0603020204020204" pitchFamily="34" charset="0"/>
              </a:defRPr>
            </a:lvl1pPr>
          </a:lstStyle>
          <a:p>
            <a:fld id="{344B5C68-7AAF-714C-BA5C-79EE2A2BF521}" type="datetime1">
              <a:rPr lang="en-US" smtClean="0"/>
              <a:pPr/>
              <a:t>5/14/26</a:t>
            </a:fld>
            <a:endParaRPr lang="en-US"/>
          </a:p>
        </p:txBody>
      </p:sp>
      <p:sp>
        <p:nvSpPr>
          <p:cNvPr id="7" name="Footer Placeholder 6">
            <a:extLst>
              <a:ext uri="{FF2B5EF4-FFF2-40B4-BE49-F238E27FC236}">
                <a16:creationId xmlns:a16="http://schemas.microsoft.com/office/drawing/2014/main" id="{DE50B923-C7E4-4160-8DCE-6199F6C430EF}"/>
              </a:ext>
            </a:extLst>
          </p:cNvPr>
          <p:cNvSpPr>
            <a:spLocks noGrp="1"/>
          </p:cNvSpPr>
          <p:nvPr>
            <p:ph type="ftr" sz="quarter" idx="12"/>
          </p:nvPr>
        </p:nvSpPr>
        <p:spPr/>
        <p:txBody>
          <a:bodyPr/>
          <a:lstStyle>
            <a:lvl1pPr>
              <a:defRPr b="0" i="0">
                <a:latin typeface="Amazon Ember Display" panose="020F0603020204020204" pitchFamily="34" charset="0"/>
              </a:defRPr>
            </a:lvl1pPr>
          </a:lstStyle>
          <a:p>
            <a:endParaRPr lang="en-US"/>
          </a:p>
        </p:txBody>
      </p:sp>
      <p:sp>
        <p:nvSpPr>
          <p:cNvPr id="8" name="Slide Number Placeholder 7">
            <a:extLst>
              <a:ext uri="{FF2B5EF4-FFF2-40B4-BE49-F238E27FC236}">
                <a16:creationId xmlns:a16="http://schemas.microsoft.com/office/drawing/2014/main" id="{C6778C9A-1C98-4EC3-A992-895A3DF0E693}"/>
              </a:ext>
            </a:extLst>
          </p:cNvPr>
          <p:cNvSpPr>
            <a:spLocks noGrp="1"/>
          </p:cNvSpPr>
          <p:nvPr>
            <p:ph type="sldNum" sz="quarter" idx="13"/>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2985490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guide id="2" orient="horz" pos="840" userDrawn="1">
          <p15:clr>
            <a:srgbClr val="9FCC3B"/>
          </p15:clr>
        </p15:guide>
        <p15:guide id="3" orient="horz" pos="1128" userDrawn="1">
          <p15:clr>
            <a:srgbClr val="9FCC3B"/>
          </p15:clr>
        </p15:guide>
        <p15:guide id="4" orient="horz" pos="1344"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wo Content, Subtitle, and Bulle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A4C8A-667C-40C7-9A6D-BA3F977C5FDD}"/>
              </a:ext>
            </a:extLst>
          </p:cNvPr>
          <p:cNvSpPr>
            <a:spLocks noGrp="1"/>
          </p:cNvSpPr>
          <p:nvPr>
            <p:ph type="title" hasCustomPrompt="1"/>
          </p:nvPr>
        </p:nvSpPr>
        <p:spPr>
          <a:xfrm>
            <a:off x="539262" y="914401"/>
            <a:ext cx="10972800" cy="535531"/>
          </a:xfrm>
          <a:prstGeom prst="rect">
            <a:avLst/>
          </a:prstGeom>
        </p:spPr>
        <p:txBody>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Two-column, subtitle, bullets layout</a:t>
            </a:r>
          </a:p>
        </p:txBody>
      </p:sp>
      <p:sp>
        <p:nvSpPr>
          <p:cNvPr id="3" name="Content Placeholder 2">
            <a:extLst>
              <a:ext uri="{FF2B5EF4-FFF2-40B4-BE49-F238E27FC236}">
                <a16:creationId xmlns:a16="http://schemas.microsoft.com/office/drawing/2014/main" id="{9B10331E-4F8F-4DEC-91C1-F631560E6601}"/>
              </a:ext>
            </a:extLst>
          </p:cNvPr>
          <p:cNvSpPr>
            <a:spLocks noGrp="1"/>
          </p:cNvSpPr>
          <p:nvPr>
            <p:ph sz="half" idx="1" hasCustomPrompt="1"/>
          </p:nvPr>
        </p:nvSpPr>
        <p:spPr>
          <a:xfrm>
            <a:off x="609600" y="2133601"/>
            <a:ext cx="5248274" cy="2342180"/>
          </a:xfrm>
        </p:spPr>
        <p:txBody>
          <a:bodyPr/>
          <a:lstStyle>
            <a:lvl1pPr marL="342900" indent="-342900">
              <a:buFont typeface="Arial" panose="020B0604020202020204" pitchFamily="34" charset="0"/>
              <a:buChar char="•"/>
              <a:defRPr sz="2400" b="0" i="0">
                <a:latin typeface="Amazon Ember Display" panose="020F0603020204020204" pitchFamily="34" charset="0"/>
              </a:defRPr>
            </a:lvl1pPr>
            <a:lvl2pPr marL="628650" indent="-342900">
              <a:buFont typeface="Arial" panose="020B0604020202020204" pitchFamily="34" charset="0"/>
              <a:buChar char="•"/>
              <a:defRPr sz="2000" b="0" i="0">
                <a:latin typeface="Amazon Ember Display" panose="020F0603020204020204" pitchFamily="34" charset="0"/>
              </a:defRPr>
            </a:lvl2pPr>
            <a:lvl3pPr marL="914400" indent="-285750">
              <a:buFont typeface="Arial" panose="020B0604020202020204" pitchFamily="34" charset="0"/>
              <a:buChar char="•"/>
              <a:defRPr sz="1800" b="0" i="0">
                <a:latin typeface="Amazon Ember Display" panose="020F0603020204020204" pitchFamily="34" charset="0"/>
              </a:defRPr>
            </a:lvl3pPr>
            <a:lvl4pPr marL="1144588" indent="-285750">
              <a:buFont typeface="Arial" panose="020B0604020202020204" pitchFamily="34" charset="0"/>
              <a:buChar char="•"/>
              <a:defRPr sz="1600" b="0" i="0">
                <a:latin typeface="Amazon Ember Display" panose="020F0603020204020204" pitchFamily="34" charset="0"/>
              </a:defRPr>
            </a:lvl4pPr>
            <a:lvl5pPr marL="1316038" indent="-285750">
              <a:buFont typeface="Arial" panose="020B0604020202020204" pitchFamily="34" charset="0"/>
              <a:buChar char="•"/>
              <a:defRPr sz="1600" b="0" i="0">
                <a:latin typeface="Amazon Ember Display" panose="020F0603020204020204" pitchFamily="34" charset="0"/>
              </a:defRPr>
            </a:lvl5pPr>
          </a:lstStyle>
          <a:p>
            <a:pPr lvl="0"/>
            <a:r>
              <a:rPr lang="en-US"/>
              <a:t>Enter text or click icon to add media</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F72257F-5E84-444A-B9C4-CCB856025EB2}"/>
              </a:ext>
            </a:extLst>
          </p:cNvPr>
          <p:cNvSpPr>
            <a:spLocks noGrp="1"/>
          </p:cNvSpPr>
          <p:nvPr>
            <p:ph sz="half" idx="2" hasCustomPrompt="1"/>
          </p:nvPr>
        </p:nvSpPr>
        <p:spPr>
          <a:xfrm>
            <a:off x="6334125" y="2133600"/>
            <a:ext cx="5248276" cy="2342180"/>
          </a:xfrm>
        </p:spPr>
        <p:txBody>
          <a:bodyPr/>
          <a:lstStyle>
            <a:lvl1pPr marL="342900" indent="-342900">
              <a:buFont typeface="Arial" panose="020B0604020202020204" pitchFamily="34" charset="0"/>
              <a:buChar char="•"/>
              <a:defRPr sz="2400" b="0" i="0">
                <a:latin typeface="Amazon Ember Display" panose="020F0603020204020204" pitchFamily="34" charset="0"/>
              </a:defRPr>
            </a:lvl1pPr>
            <a:lvl2pPr marL="628650" indent="-342900">
              <a:buFont typeface="Arial" panose="020B0604020202020204" pitchFamily="34" charset="0"/>
              <a:buChar char="•"/>
              <a:defRPr sz="2000" b="0" i="0">
                <a:latin typeface="Amazon Ember Display" panose="020F0603020204020204" pitchFamily="34" charset="0"/>
              </a:defRPr>
            </a:lvl2pPr>
            <a:lvl3pPr marL="914400" indent="-285750">
              <a:buFont typeface="Arial" panose="020B0604020202020204" pitchFamily="34" charset="0"/>
              <a:buChar char="•"/>
              <a:defRPr sz="1800" b="0" i="0">
                <a:latin typeface="Amazon Ember Display" panose="020F0603020204020204" pitchFamily="34" charset="0"/>
              </a:defRPr>
            </a:lvl3pPr>
            <a:lvl4pPr marL="1144588" indent="-285750">
              <a:buFont typeface="Arial" panose="020B0604020202020204" pitchFamily="34" charset="0"/>
              <a:buChar char="•"/>
              <a:defRPr sz="1600" b="0" i="0">
                <a:latin typeface="Amazon Ember Display" panose="020F0603020204020204" pitchFamily="34" charset="0"/>
              </a:defRPr>
            </a:lvl4pPr>
            <a:lvl5pPr marL="1316038" indent="-285750">
              <a:buFont typeface="Arial" panose="020B0604020202020204" pitchFamily="34" charset="0"/>
              <a:buChar char="•"/>
              <a:defRPr sz="1600" b="0" i="0">
                <a:latin typeface="Amazon Ember Display" panose="020F0603020204020204" pitchFamily="34" charset="0"/>
              </a:defRPr>
            </a:lvl5pPr>
          </a:lstStyle>
          <a:p>
            <a:pPr lvl="0"/>
            <a:r>
              <a:rPr lang="en-US"/>
              <a:t>Enter text or click icon to add media</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48919E-8A8C-4C90-854E-20FDD2FCCD9E}"/>
              </a:ext>
            </a:extLst>
          </p:cNvPr>
          <p:cNvSpPr>
            <a:spLocks noGrp="1"/>
          </p:cNvSpPr>
          <p:nvPr>
            <p:ph type="body" sz="quarter" idx="10" hasCustomPrompt="1"/>
          </p:nvPr>
        </p:nvSpPr>
        <p:spPr>
          <a:xfrm>
            <a:off x="619125" y="1455968"/>
            <a:ext cx="10972800" cy="341632"/>
          </a:xfrm>
        </p:spPr>
        <p:txBody>
          <a:bodyPr/>
          <a:lstStyle>
            <a:lvl1pPr marL="0" indent="0">
              <a:buNone/>
              <a:defRPr lang="en-US" sz="1800" b="0" i="0" kern="1200" cap="none" spc="0" baseline="0" dirty="0">
                <a:solidFill>
                  <a:schemeClr val="tx2"/>
                </a:solidFill>
                <a:latin typeface="Amazon Ember Display" panose="020F0603020204020204" pitchFamily="34" charset="0"/>
                <a:ea typeface="+mn-ea"/>
                <a:cs typeface="+mn-cs"/>
              </a:defRPr>
            </a:lvl1pPr>
          </a:lstStyle>
          <a:p>
            <a:pPr marL="0" lvl="0" indent="0" algn="l" defTabSz="914400" rtl="0" eaLnBrk="1" latinLnBrk="0" hangingPunct="1">
              <a:lnSpc>
                <a:spcPct val="90000"/>
              </a:lnSpc>
              <a:spcBef>
                <a:spcPts val="0"/>
              </a:spcBef>
              <a:spcAft>
                <a:spcPts val="1200"/>
              </a:spcAft>
              <a:buSzPct val="90000"/>
              <a:buFont typeface="Arial" panose="020B0604020202020204" pitchFamily="34" charset="0"/>
              <a:buNone/>
            </a:pPr>
            <a:r>
              <a:rPr lang="en-US"/>
              <a:t>Enter subtitle</a:t>
            </a:r>
          </a:p>
        </p:txBody>
      </p:sp>
      <p:sp>
        <p:nvSpPr>
          <p:cNvPr id="6" name="Date Placeholder 5">
            <a:extLst>
              <a:ext uri="{FF2B5EF4-FFF2-40B4-BE49-F238E27FC236}">
                <a16:creationId xmlns:a16="http://schemas.microsoft.com/office/drawing/2014/main" id="{CFEA9DE9-1720-43CB-BEB4-4A471EA86C1F}"/>
              </a:ext>
            </a:extLst>
          </p:cNvPr>
          <p:cNvSpPr>
            <a:spLocks noGrp="1"/>
          </p:cNvSpPr>
          <p:nvPr>
            <p:ph type="dt" sz="half" idx="11"/>
          </p:nvPr>
        </p:nvSpPr>
        <p:spPr/>
        <p:txBody>
          <a:bodyPr/>
          <a:lstStyle>
            <a:lvl1pPr>
              <a:defRPr b="0" i="0">
                <a:latin typeface="Amazon Ember Display" panose="020F0603020204020204" pitchFamily="34" charset="0"/>
              </a:defRPr>
            </a:lvl1pPr>
          </a:lstStyle>
          <a:p>
            <a:fld id="{122D055C-F955-814B-8E36-6633B2B2BF72}" type="datetime1">
              <a:rPr lang="en-US" smtClean="0"/>
              <a:pPr/>
              <a:t>5/14/26</a:t>
            </a:fld>
            <a:endParaRPr lang="en-US"/>
          </a:p>
        </p:txBody>
      </p:sp>
      <p:sp>
        <p:nvSpPr>
          <p:cNvPr id="7" name="Footer Placeholder 6">
            <a:extLst>
              <a:ext uri="{FF2B5EF4-FFF2-40B4-BE49-F238E27FC236}">
                <a16:creationId xmlns:a16="http://schemas.microsoft.com/office/drawing/2014/main" id="{C644196F-CE34-473D-A802-821F7968F214}"/>
              </a:ext>
            </a:extLst>
          </p:cNvPr>
          <p:cNvSpPr>
            <a:spLocks noGrp="1"/>
          </p:cNvSpPr>
          <p:nvPr>
            <p:ph type="ftr" sz="quarter" idx="12"/>
          </p:nvPr>
        </p:nvSpPr>
        <p:spPr/>
        <p:txBody>
          <a:bodyPr/>
          <a:lstStyle>
            <a:lvl1pPr>
              <a:defRPr b="0" i="0">
                <a:latin typeface="Amazon Ember Display" panose="020F0603020204020204" pitchFamily="34" charset="0"/>
              </a:defRPr>
            </a:lvl1pPr>
          </a:lstStyle>
          <a:p>
            <a:endParaRPr lang="en-US"/>
          </a:p>
        </p:txBody>
      </p:sp>
      <p:sp>
        <p:nvSpPr>
          <p:cNvPr id="8" name="Slide Number Placeholder 7">
            <a:extLst>
              <a:ext uri="{FF2B5EF4-FFF2-40B4-BE49-F238E27FC236}">
                <a16:creationId xmlns:a16="http://schemas.microsoft.com/office/drawing/2014/main" id="{AF4E16D6-76D0-4B95-931F-9F32F34A84E0}"/>
              </a:ext>
            </a:extLst>
          </p:cNvPr>
          <p:cNvSpPr>
            <a:spLocks noGrp="1"/>
          </p:cNvSpPr>
          <p:nvPr>
            <p:ph type="sldNum" sz="quarter" idx="13"/>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1921148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guide id="2" orient="horz" pos="840" userDrawn="1">
          <p15:clr>
            <a:srgbClr val="9FCC3B"/>
          </p15:clr>
        </p15:guide>
        <p15:guide id="3" orient="horz" pos="1128" userDrawn="1">
          <p15:clr>
            <a:srgbClr val="9FCC3B"/>
          </p15:clr>
        </p15:guide>
        <p15:guide id="4" orient="horz" pos="1344"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C826B4EB-F6CC-4C37-3CA9-1BCB13DA1DF9}"/>
              </a:ext>
            </a:extLst>
          </p:cNvPr>
          <p:cNvSpPr/>
          <p:nvPr userDrawn="1"/>
        </p:nvSpPr>
        <p:spPr>
          <a:xfrm>
            <a:off x="512956" y="512957"/>
            <a:ext cx="11159444" cy="5697344"/>
          </a:xfrm>
          <a:prstGeom prst="roundRect">
            <a:avLst>
              <a:gd name="adj" fmla="val 1733"/>
            </a:avLst>
          </a:prstGeom>
          <a:solidFill>
            <a:srgbClr val="EBFFC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b="0" i="0" err="1">
              <a:solidFill>
                <a:schemeClr val="tx1"/>
              </a:solidFill>
              <a:latin typeface="Amazon Ember Display" panose="020F0603020204020204" pitchFamily="34" charset="0"/>
            </a:endParaRPr>
          </a:p>
        </p:txBody>
      </p:sp>
      <p:sp>
        <p:nvSpPr>
          <p:cNvPr id="2" name="Title 1">
            <a:extLst>
              <a:ext uri="{FF2B5EF4-FFF2-40B4-BE49-F238E27FC236}">
                <a16:creationId xmlns:a16="http://schemas.microsoft.com/office/drawing/2014/main" id="{E1117ECE-DA96-4373-B8B2-4E847C5ACBA3}"/>
              </a:ext>
            </a:extLst>
          </p:cNvPr>
          <p:cNvSpPr>
            <a:spLocks noGrp="1"/>
          </p:cNvSpPr>
          <p:nvPr>
            <p:ph type="title" hasCustomPrompt="1"/>
          </p:nvPr>
        </p:nvSpPr>
        <p:spPr>
          <a:xfrm>
            <a:off x="1540082" y="1975199"/>
            <a:ext cx="8067261" cy="1920526"/>
          </a:xfrm>
          <a:prstGeom prst="rect">
            <a:avLst/>
          </a:prstGeom>
        </p:spPr>
        <p:txBody>
          <a:bodyPr lIns="91440" rIns="0" anchor="b" anchorCtr="0"/>
          <a:lstStyle>
            <a:lvl1pPr>
              <a:defRPr sz="44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Enter quote here. Reposition quote mark graphics to frame the quote.</a:t>
            </a:r>
          </a:p>
        </p:txBody>
      </p:sp>
      <p:sp>
        <p:nvSpPr>
          <p:cNvPr id="9" name="Text Placeholder 8">
            <a:extLst>
              <a:ext uri="{FF2B5EF4-FFF2-40B4-BE49-F238E27FC236}">
                <a16:creationId xmlns:a16="http://schemas.microsoft.com/office/drawing/2014/main" id="{2CC38951-92FB-41A4-A9D4-F3B7D3577EC9}"/>
              </a:ext>
            </a:extLst>
          </p:cNvPr>
          <p:cNvSpPr>
            <a:spLocks noGrp="1"/>
          </p:cNvSpPr>
          <p:nvPr>
            <p:ph type="body" sz="quarter" idx="15" hasCustomPrompt="1"/>
          </p:nvPr>
        </p:nvSpPr>
        <p:spPr>
          <a:xfrm>
            <a:off x="1540082" y="4127500"/>
            <a:ext cx="8067261" cy="369332"/>
          </a:xfrm>
        </p:spPr>
        <p:txBody>
          <a:bodyPr/>
          <a:lstStyle>
            <a:lvl1pPr marL="0" indent="0">
              <a:spcAft>
                <a:spcPts val="0"/>
              </a:spcAft>
              <a:buNone/>
              <a:defRPr sz="2000" b="0" i="0">
                <a:latin typeface="Amazon Ember Display" panose="020F0603020204020204" pitchFamily="34" charset="0"/>
              </a:defRPr>
            </a:lvl1pPr>
          </a:lstStyle>
          <a:p>
            <a:pPr lvl="0"/>
            <a:r>
              <a:rPr lang="en-US"/>
              <a:t>Quoted person’s name</a:t>
            </a:r>
          </a:p>
        </p:txBody>
      </p:sp>
      <p:sp>
        <p:nvSpPr>
          <p:cNvPr id="3" name="Date Placeholder 2">
            <a:extLst>
              <a:ext uri="{FF2B5EF4-FFF2-40B4-BE49-F238E27FC236}">
                <a16:creationId xmlns:a16="http://schemas.microsoft.com/office/drawing/2014/main" id="{B11DEF90-4BC7-4449-B8ED-B9BEFD74704A}"/>
              </a:ext>
            </a:extLst>
          </p:cNvPr>
          <p:cNvSpPr>
            <a:spLocks noGrp="1"/>
          </p:cNvSpPr>
          <p:nvPr>
            <p:ph type="dt" sz="half" idx="17"/>
          </p:nvPr>
        </p:nvSpPr>
        <p:spPr/>
        <p:txBody>
          <a:bodyPr/>
          <a:lstStyle>
            <a:lvl1pPr>
              <a:defRPr b="0" i="0">
                <a:latin typeface="Amazon Ember Display" panose="020F0603020204020204" pitchFamily="34" charset="0"/>
              </a:defRPr>
            </a:lvl1pPr>
          </a:lstStyle>
          <a:p>
            <a:fld id="{82BEA218-CD6F-B44E-B26C-C64BF244E0F0}" type="datetime1">
              <a:rPr lang="en-US" smtClean="0"/>
              <a:pPr/>
              <a:t>5/14/26</a:t>
            </a:fld>
            <a:endParaRPr lang="en-US"/>
          </a:p>
        </p:txBody>
      </p:sp>
      <p:sp>
        <p:nvSpPr>
          <p:cNvPr id="4" name="Footer Placeholder 3">
            <a:extLst>
              <a:ext uri="{FF2B5EF4-FFF2-40B4-BE49-F238E27FC236}">
                <a16:creationId xmlns:a16="http://schemas.microsoft.com/office/drawing/2014/main" id="{580F1DAA-08EC-40A3-9CC6-57B8099A6FAA}"/>
              </a:ext>
            </a:extLst>
          </p:cNvPr>
          <p:cNvSpPr>
            <a:spLocks noGrp="1"/>
          </p:cNvSpPr>
          <p:nvPr>
            <p:ph type="ftr" sz="quarter" idx="18"/>
          </p:nvPr>
        </p:nvSpPr>
        <p:spPr/>
        <p:txBody>
          <a:bodyPr/>
          <a:lstStyle>
            <a:lvl1pPr>
              <a:defRPr b="0" i="0">
                <a:latin typeface="Amazon Ember Display" panose="020F0603020204020204" pitchFamily="34" charset="0"/>
              </a:defRPr>
            </a:lvl1pPr>
          </a:lstStyle>
          <a:p>
            <a:endParaRPr lang="en-US"/>
          </a:p>
        </p:txBody>
      </p:sp>
      <p:sp>
        <p:nvSpPr>
          <p:cNvPr id="5" name="Slide Number Placeholder 4">
            <a:extLst>
              <a:ext uri="{FF2B5EF4-FFF2-40B4-BE49-F238E27FC236}">
                <a16:creationId xmlns:a16="http://schemas.microsoft.com/office/drawing/2014/main" id="{18D867C9-C0CC-45E6-BDB6-5AAA8DF8A9C3}"/>
              </a:ext>
            </a:extLst>
          </p:cNvPr>
          <p:cNvSpPr>
            <a:spLocks noGrp="1"/>
          </p:cNvSpPr>
          <p:nvPr>
            <p:ph type="sldNum" sz="quarter" idx="19"/>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
        <p:nvSpPr>
          <p:cNvPr id="8" name="Text Placeholder 10">
            <a:extLst>
              <a:ext uri="{FF2B5EF4-FFF2-40B4-BE49-F238E27FC236}">
                <a16:creationId xmlns:a16="http://schemas.microsoft.com/office/drawing/2014/main" id="{3442E0A2-8098-1B6F-94F7-A9E27EC775EE}"/>
              </a:ext>
            </a:extLst>
          </p:cNvPr>
          <p:cNvSpPr>
            <a:spLocks noGrp="1"/>
          </p:cNvSpPr>
          <p:nvPr>
            <p:ph type="body" sz="quarter" idx="16" hasCustomPrompt="1"/>
          </p:nvPr>
        </p:nvSpPr>
        <p:spPr>
          <a:xfrm>
            <a:off x="1540082" y="4496832"/>
            <a:ext cx="8067261" cy="313932"/>
          </a:xfrm>
        </p:spPr>
        <p:txBody>
          <a:bodyPr/>
          <a:lstStyle>
            <a:lvl1pPr marL="0" indent="0">
              <a:buNone/>
              <a:defRPr sz="1600" b="0" i="0">
                <a:latin typeface="Amazon Ember Display" panose="020F0603020204020204" pitchFamily="34" charset="0"/>
              </a:defRPr>
            </a:lvl1pPr>
          </a:lstStyle>
          <a:p>
            <a:pPr lvl="0"/>
            <a:r>
              <a:rPr lang="en-US"/>
              <a:t>Quoted person’s affiliation</a:t>
            </a:r>
          </a:p>
        </p:txBody>
      </p:sp>
      <p:pic>
        <p:nvPicPr>
          <p:cNvPr id="12" name="Picture 11">
            <a:extLst>
              <a:ext uri="{FF2B5EF4-FFF2-40B4-BE49-F238E27FC236}">
                <a16:creationId xmlns:a16="http://schemas.microsoft.com/office/drawing/2014/main" id="{B061DE8E-6B1F-49ED-9610-31027D9B77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65928" y="1942480"/>
            <a:ext cx="398998" cy="338710"/>
          </a:xfrm>
          <a:prstGeom prst="rect">
            <a:avLst/>
          </a:prstGeom>
        </p:spPr>
      </p:pic>
    </p:spTree>
    <p:extLst>
      <p:ext uri="{BB962C8B-B14F-4D97-AF65-F5344CB8AC3E}">
        <p14:creationId xmlns:p14="http://schemas.microsoft.com/office/powerpoint/2010/main" val="200873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48" userDrawn="1">
          <p15:clr>
            <a:srgbClr val="FBAE40"/>
          </p15:clr>
        </p15:guide>
        <p15:guide id="2" orient="horz" pos="2592"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Quote Gradient 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5B6475A-312A-4920-A448-D3119241BF5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1117ECE-DA96-4373-B8B2-4E847C5ACBA3}"/>
              </a:ext>
            </a:extLst>
          </p:cNvPr>
          <p:cNvSpPr>
            <a:spLocks noGrp="1"/>
          </p:cNvSpPr>
          <p:nvPr>
            <p:ph type="title" hasCustomPrompt="1"/>
          </p:nvPr>
        </p:nvSpPr>
        <p:spPr>
          <a:xfrm>
            <a:off x="1540082" y="1975199"/>
            <a:ext cx="8067261" cy="1920526"/>
          </a:xfrm>
          <a:prstGeom prst="rect">
            <a:avLst/>
          </a:prstGeom>
        </p:spPr>
        <p:txBody>
          <a:bodyPr lIns="91440" anchor="b" anchorCtr="0"/>
          <a:lstStyle>
            <a:lvl1pPr>
              <a:defRPr sz="44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Enter quote here. Reposition quote mark graphics to frame the quote.</a:t>
            </a:r>
          </a:p>
        </p:txBody>
      </p:sp>
      <p:sp>
        <p:nvSpPr>
          <p:cNvPr id="9" name="Text Placeholder 8">
            <a:extLst>
              <a:ext uri="{FF2B5EF4-FFF2-40B4-BE49-F238E27FC236}">
                <a16:creationId xmlns:a16="http://schemas.microsoft.com/office/drawing/2014/main" id="{2CC38951-92FB-41A4-A9D4-F3B7D3577EC9}"/>
              </a:ext>
            </a:extLst>
          </p:cNvPr>
          <p:cNvSpPr>
            <a:spLocks noGrp="1"/>
          </p:cNvSpPr>
          <p:nvPr>
            <p:ph type="body" sz="quarter" idx="15" hasCustomPrompt="1"/>
          </p:nvPr>
        </p:nvSpPr>
        <p:spPr>
          <a:xfrm>
            <a:off x="1540082" y="4127500"/>
            <a:ext cx="8067261" cy="369332"/>
          </a:xfrm>
        </p:spPr>
        <p:txBody>
          <a:bodyPr/>
          <a:lstStyle>
            <a:lvl1pPr marL="0" indent="0">
              <a:spcAft>
                <a:spcPts val="0"/>
              </a:spcAft>
              <a:buNone/>
              <a:defRPr sz="2000" b="0" i="0">
                <a:latin typeface="Amazon Ember Display" panose="020F0603020204020204" pitchFamily="34" charset="0"/>
              </a:defRPr>
            </a:lvl1pPr>
          </a:lstStyle>
          <a:p>
            <a:pPr lvl="0"/>
            <a:r>
              <a:rPr lang="en-US"/>
              <a:t>Quoted person’s name</a:t>
            </a:r>
          </a:p>
        </p:txBody>
      </p:sp>
      <p:sp>
        <p:nvSpPr>
          <p:cNvPr id="11" name="Text Placeholder 10">
            <a:extLst>
              <a:ext uri="{FF2B5EF4-FFF2-40B4-BE49-F238E27FC236}">
                <a16:creationId xmlns:a16="http://schemas.microsoft.com/office/drawing/2014/main" id="{3C436BC0-B224-4E6F-99AF-155A3657C058}"/>
              </a:ext>
            </a:extLst>
          </p:cNvPr>
          <p:cNvSpPr>
            <a:spLocks noGrp="1"/>
          </p:cNvSpPr>
          <p:nvPr>
            <p:ph type="body" sz="quarter" idx="16" hasCustomPrompt="1"/>
          </p:nvPr>
        </p:nvSpPr>
        <p:spPr>
          <a:xfrm>
            <a:off x="1540082" y="4496832"/>
            <a:ext cx="8067261" cy="313932"/>
          </a:xfrm>
        </p:spPr>
        <p:txBody>
          <a:bodyPr/>
          <a:lstStyle>
            <a:lvl1pPr marL="0" indent="0">
              <a:buNone/>
              <a:defRPr sz="1600" b="0" i="0">
                <a:latin typeface="Amazon Ember Display" panose="020F0603020204020204" pitchFamily="34" charset="0"/>
              </a:defRPr>
            </a:lvl1pPr>
          </a:lstStyle>
          <a:p>
            <a:pPr lvl="0"/>
            <a:r>
              <a:rPr lang="en-US"/>
              <a:t>Quoted person’s affiliation</a:t>
            </a:r>
          </a:p>
        </p:txBody>
      </p:sp>
      <p:sp>
        <p:nvSpPr>
          <p:cNvPr id="3" name="Date Placeholder 2">
            <a:extLst>
              <a:ext uri="{FF2B5EF4-FFF2-40B4-BE49-F238E27FC236}">
                <a16:creationId xmlns:a16="http://schemas.microsoft.com/office/drawing/2014/main" id="{B11DEF90-4BC7-4449-B8ED-B9BEFD74704A}"/>
              </a:ext>
            </a:extLst>
          </p:cNvPr>
          <p:cNvSpPr>
            <a:spLocks noGrp="1"/>
          </p:cNvSpPr>
          <p:nvPr>
            <p:ph type="dt" sz="half" idx="17"/>
          </p:nvPr>
        </p:nvSpPr>
        <p:spPr/>
        <p:txBody>
          <a:bodyPr/>
          <a:lstStyle>
            <a:lvl1pPr>
              <a:defRPr b="0" i="0">
                <a:latin typeface="Amazon Ember Display" panose="020F0603020204020204" pitchFamily="34" charset="0"/>
              </a:defRPr>
            </a:lvl1pPr>
          </a:lstStyle>
          <a:p>
            <a:fld id="{82BEA218-CD6F-B44E-B26C-C64BF244E0F0}" type="datetime1">
              <a:rPr lang="en-US" smtClean="0"/>
              <a:pPr/>
              <a:t>5/14/26</a:t>
            </a:fld>
            <a:endParaRPr lang="en-US"/>
          </a:p>
        </p:txBody>
      </p:sp>
      <p:sp>
        <p:nvSpPr>
          <p:cNvPr id="4" name="Footer Placeholder 3">
            <a:extLst>
              <a:ext uri="{FF2B5EF4-FFF2-40B4-BE49-F238E27FC236}">
                <a16:creationId xmlns:a16="http://schemas.microsoft.com/office/drawing/2014/main" id="{580F1DAA-08EC-40A3-9CC6-57B8099A6FAA}"/>
              </a:ext>
            </a:extLst>
          </p:cNvPr>
          <p:cNvSpPr>
            <a:spLocks noGrp="1"/>
          </p:cNvSpPr>
          <p:nvPr>
            <p:ph type="ftr" sz="quarter" idx="18"/>
          </p:nvPr>
        </p:nvSpPr>
        <p:spPr/>
        <p:txBody>
          <a:bodyPr/>
          <a:lstStyle>
            <a:lvl1pPr>
              <a:defRPr b="0" i="0">
                <a:latin typeface="Amazon Ember Display" panose="020F0603020204020204" pitchFamily="34" charset="0"/>
              </a:defRPr>
            </a:lvl1pPr>
          </a:lstStyle>
          <a:p>
            <a:endParaRPr lang="en-US"/>
          </a:p>
        </p:txBody>
      </p:sp>
      <p:sp>
        <p:nvSpPr>
          <p:cNvPr id="5" name="Slide Number Placeholder 4">
            <a:extLst>
              <a:ext uri="{FF2B5EF4-FFF2-40B4-BE49-F238E27FC236}">
                <a16:creationId xmlns:a16="http://schemas.microsoft.com/office/drawing/2014/main" id="{18D867C9-C0CC-45E6-BDB6-5AAA8DF8A9C3}"/>
              </a:ext>
            </a:extLst>
          </p:cNvPr>
          <p:cNvSpPr>
            <a:spLocks noGrp="1"/>
          </p:cNvSpPr>
          <p:nvPr>
            <p:ph type="sldNum" sz="quarter" idx="19"/>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
        <p:nvSpPr>
          <p:cNvPr id="12" name="TextBox 11">
            <a:extLst>
              <a:ext uri="{FF2B5EF4-FFF2-40B4-BE49-F238E27FC236}">
                <a16:creationId xmlns:a16="http://schemas.microsoft.com/office/drawing/2014/main" id="{6A9F35CF-0293-AD03-12BE-0AD2771A7530}"/>
              </a:ext>
            </a:extLst>
          </p:cNvPr>
          <p:cNvSpPr txBox="1"/>
          <p:nvPr userDrawn="1"/>
        </p:nvSpPr>
        <p:spPr>
          <a:xfrm>
            <a:off x="1141084"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2026, Amazon Web Services, Inc. or its affiliates. All rights reserved. Amazon Confidential and Trademark.</a:t>
            </a:r>
          </a:p>
        </p:txBody>
      </p:sp>
      <p:pic>
        <p:nvPicPr>
          <p:cNvPr id="13" name="Picture 12">
            <a:extLst>
              <a:ext uri="{FF2B5EF4-FFF2-40B4-BE49-F238E27FC236}">
                <a16:creationId xmlns:a16="http://schemas.microsoft.com/office/drawing/2014/main" id="{15E86E16-D3C5-9BCB-7BE2-1CA4299DCF6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9048"/>
          </a:xfrm>
          <a:prstGeom prst="rect">
            <a:avLst/>
          </a:prstGeom>
        </p:spPr>
      </p:pic>
      <p:pic>
        <p:nvPicPr>
          <p:cNvPr id="17" name="Picture 16">
            <a:extLst>
              <a:ext uri="{FF2B5EF4-FFF2-40B4-BE49-F238E27FC236}">
                <a16:creationId xmlns:a16="http://schemas.microsoft.com/office/drawing/2014/main" id="{B925287C-25B0-64C0-57CE-B3ACA784D0F0}"/>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065928" y="1942480"/>
            <a:ext cx="398998" cy="338710"/>
          </a:xfrm>
          <a:prstGeom prst="rect">
            <a:avLst/>
          </a:prstGeom>
        </p:spPr>
      </p:pic>
    </p:spTree>
    <p:extLst>
      <p:ext uri="{BB962C8B-B14F-4D97-AF65-F5344CB8AC3E}">
        <p14:creationId xmlns:p14="http://schemas.microsoft.com/office/powerpoint/2010/main" val="19607174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48" userDrawn="1">
          <p15:clr>
            <a:srgbClr val="FBAE40"/>
          </p15:clr>
        </p15:guide>
        <p15:guide id="2" orient="horz" pos="2592"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Quote Gradient 2">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BC6D9BD-DEEA-4A7B-C871-4536799F034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1117ECE-DA96-4373-B8B2-4E847C5ACBA3}"/>
              </a:ext>
            </a:extLst>
          </p:cNvPr>
          <p:cNvSpPr>
            <a:spLocks noGrp="1"/>
          </p:cNvSpPr>
          <p:nvPr>
            <p:ph type="title" hasCustomPrompt="1"/>
          </p:nvPr>
        </p:nvSpPr>
        <p:spPr>
          <a:xfrm>
            <a:off x="1540082" y="1975199"/>
            <a:ext cx="8067261" cy="1920526"/>
          </a:xfrm>
          <a:prstGeom prst="rect">
            <a:avLst/>
          </a:prstGeom>
        </p:spPr>
        <p:txBody>
          <a:bodyPr lIns="91440" anchor="b" anchorCtr="0"/>
          <a:lstStyle>
            <a:lvl1pPr>
              <a:defRPr sz="44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Enter quote here. Reposition quote mark graphics to frame the quote.</a:t>
            </a:r>
          </a:p>
        </p:txBody>
      </p:sp>
      <p:sp>
        <p:nvSpPr>
          <p:cNvPr id="9" name="Text Placeholder 8">
            <a:extLst>
              <a:ext uri="{FF2B5EF4-FFF2-40B4-BE49-F238E27FC236}">
                <a16:creationId xmlns:a16="http://schemas.microsoft.com/office/drawing/2014/main" id="{2CC38951-92FB-41A4-A9D4-F3B7D3577EC9}"/>
              </a:ext>
            </a:extLst>
          </p:cNvPr>
          <p:cNvSpPr>
            <a:spLocks noGrp="1"/>
          </p:cNvSpPr>
          <p:nvPr>
            <p:ph type="body" sz="quarter" idx="15" hasCustomPrompt="1"/>
          </p:nvPr>
        </p:nvSpPr>
        <p:spPr>
          <a:xfrm>
            <a:off x="1540082" y="4127500"/>
            <a:ext cx="8067261" cy="369332"/>
          </a:xfrm>
        </p:spPr>
        <p:txBody>
          <a:bodyPr/>
          <a:lstStyle>
            <a:lvl1pPr marL="0" indent="0">
              <a:spcAft>
                <a:spcPts val="0"/>
              </a:spcAft>
              <a:buNone/>
              <a:defRPr sz="2000" b="0" i="0">
                <a:latin typeface="Amazon Ember Display" panose="020F0603020204020204" pitchFamily="34" charset="0"/>
              </a:defRPr>
            </a:lvl1pPr>
          </a:lstStyle>
          <a:p>
            <a:pPr lvl="0"/>
            <a:r>
              <a:rPr lang="en-US"/>
              <a:t>Quoted person’s name</a:t>
            </a:r>
          </a:p>
        </p:txBody>
      </p:sp>
      <p:sp>
        <p:nvSpPr>
          <p:cNvPr id="11" name="Text Placeholder 10">
            <a:extLst>
              <a:ext uri="{FF2B5EF4-FFF2-40B4-BE49-F238E27FC236}">
                <a16:creationId xmlns:a16="http://schemas.microsoft.com/office/drawing/2014/main" id="{3C436BC0-B224-4E6F-99AF-155A3657C058}"/>
              </a:ext>
            </a:extLst>
          </p:cNvPr>
          <p:cNvSpPr>
            <a:spLocks noGrp="1"/>
          </p:cNvSpPr>
          <p:nvPr>
            <p:ph type="body" sz="quarter" idx="16" hasCustomPrompt="1"/>
          </p:nvPr>
        </p:nvSpPr>
        <p:spPr>
          <a:xfrm>
            <a:off x="1540082" y="4496832"/>
            <a:ext cx="8067261" cy="313932"/>
          </a:xfrm>
        </p:spPr>
        <p:txBody>
          <a:bodyPr/>
          <a:lstStyle>
            <a:lvl1pPr marL="0" indent="0">
              <a:buNone/>
              <a:defRPr sz="1600" b="0" i="0">
                <a:latin typeface="Amazon Ember Display" panose="020F0603020204020204" pitchFamily="34" charset="0"/>
              </a:defRPr>
            </a:lvl1pPr>
          </a:lstStyle>
          <a:p>
            <a:pPr lvl="0"/>
            <a:r>
              <a:rPr lang="en-US"/>
              <a:t>Quoted person’s affiliation</a:t>
            </a:r>
          </a:p>
        </p:txBody>
      </p:sp>
      <p:sp>
        <p:nvSpPr>
          <p:cNvPr id="3" name="Date Placeholder 2">
            <a:extLst>
              <a:ext uri="{FF2B5EF4-FFF2-40B4-BE49-F238E27FC236}">
                <a16:creationId xmlns:a16="http://schemas.microsoft.com/office/drawing/2014/main" id="{B11DEF90-4BC7-4449-B8ED-B9BEFD74704A}"/>
              </a:ext>
            </a:extLst>
          </p:cNvPr>
          <p:cNvSpPr>
            <a:spLocks noGrp="1"/>
          </p:cNvSpPr>
          <p:nvPr>
            <p:ph type="dt" sz="half" idx="17"/>
          </p:nvPr>
        </p:nvSpPr>
        <p:spPr/>
        <p:txBody>
          <a:bodyPr/>
          <a:lstStyle>
            <a:lvl1pPr>
              <a:defRPr b="0" i="0">
                <a:latin typeface="Amazon Ember Display" panose="020F0603020204020204" pitchFamily="34" charset="0"/>
              </a:defRPr>
            </a:lvl1pPr>
          </a:lstStyle>
          <a:p>
            <a:fld id="{82BEA218-CD6F-B44E-B26C-C64BF244E0F0}" type="datetime1">
              <a:rPr lang="en-US" smtClean="0"/>
              <a:pPr/>
              <a:t>5/14/26</a:t>
            </a:fld>
            <a:endParaRPr lang="en-US"/>
          </a:p>
        </p:txBody>
      </p:sp>
      <p:sp>
        <p:nvSpPr>
          <p:cNvPr id="4" name="Footer Placeholder 3">
            <a:extLst>
              <a:ext uri="{FF2B5EF4-FFF2-40B4-BE49-F238E27FC236}">
                <a16:creationId xmlns:a16="http://schemas.microsoft.com/office/drawing/2014/main" id="{580F1DAA-08EC-40A3-9CC6-57B8099A6FAA}"/>
              </a:ext>
            </a:extLst>
          </p:cNvPr>
          <p:cNvSpPr>
            <a:spLocks noGrp="1"/>
          </p:cNvSpPr>
          <p:nvPr>
            <p:ph type="ftr" sz="quarter" idx="18"/>
          </p:nvPr>
        </p:nvSpPr>
        <p:spPr/>
        <p:txBody>
          <a:bodyPr/>
          <a:lstStyle>
            <a:lvl1pPr>
              <a:defRPr b="0" i="0">
                <a:latin typeface="Amazon Ember Display" panose="020F0603020204020204" pitchFamily="34" charset="0"/>
              </a:defRPr>
            </a:lvl1pPr>
          </a:lstStyle>
          <a:p>
            <a:endParaRPr lang="en-US"/>
          </a:p>
        </p:txBody>
      </p:sp>
      <p:sp>
        <p:nvSpPr>
          <p:cNvPr id="5" name="Slide Number Placeholder 4">
            <a:extLst>
              <a:ext uri="{FF2B5EF4-FFF2-40B4-BE49-F238E27FC236}">
                <a16:creationId xmlns:a16="http://schemas.microsoft.com/office/drawing/2014/main" id="{18D867C9-C0CC-45E6-BDB6-5AAA8DF8A9C3}"/>
              </a:ext>
            </a:extLst>
          </p:cNvPr>
          <p:cNvSpPr>
            <a:spLocks noGrp="1"/>
          </p:cNvSpPr>
          <p:nvPr>
            <p:ph type="sldNum" sz="quarter" idx="19"/>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
        <p:nvSpPr>
          <p:cNvPr id="12" name="TextBox 11">
            <a:extLst>
              <a:ext uri="{FF2B5EF4-FFF2-40B4-BE49-F238E27FC236}">
                <a16:creationId xmlns:a16="http://schemas.microsoft.com/office/drawing/2014/main" id="{59FA2AE2-2071-6FBA-C0DF-DC91D9C45E81}"/>
              </a:ext>
            </a:extLst>
          </p:cNvPr>
          <p:cNvSpPr txBox="1"/>
          <p:nvPr userDrawn="1"/>
        </p:nvSpPr>
        <p:spPr>
          <a:xfrm>
            <a:off x="1141084"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2026, Amazon Web Services, Inc. or its affiliates. All rights reserved. Amazon Confidential and Trademark.</a:t>
            </a:r>
          </a:p>
        </p:txBody>
      </p:sp>
      <p:pic>
        <p:nvPicPr>
          <p:cNvPr id="13" name="Picture 12">
            <a:extLst>
              <a:ext uri="{FF2B5EF4-FFF2-40B4-BE49-F238E27FC236}">
                <a16:creationId xmlns:a16="http://schemas.microsoft.com/office/drawing/2014/main" id="{40CE3C06-636B-539A-57AF-295DAA75FFA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9048"/>
          </a:xfrm>
          <a:prstGeom prst="rect">
            <a:avLst/>
          </a:prstGeom>
        </p:spPr>
      </p:pic>
      <p:pic>
        <p:nvPicPr>
          <p:cNvPr id="16" name="Picture 15">
            <a:extLst>
              <a:ext uri="{FF2B5EF4-FFF2-40B4-BE49-F238E27FC236}">
                <a16:creationId xmlns:a16="http://schemas.microsoft.com/office/drawing/2014/main" id="{C6B17F81-88A9-5971-99D1-BBD6A8A8BDED}"/>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065928" y="1942480"/>
            <a:ext cx="398998" cy="338710"/>
          </a:xfrm>
          <a:prstGeom prst="rect">
            <a:avLst/>
          </a:prstGeom>
        </p:spPr>
      </p:pic>
    </p:spTree>
    <p:extLst>
      <p:ext uri="{BB962C8B-B14F-4D97-AF65-F5344CB8AC3E}">
        <p14:creationId xmlns:p14="http://schemas.microsoft.com/office/powerpoint/2010/main" val="2590380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48" userDrawn="1">
          <p15:clr>
            <a:srgbClr val="FBAE40"/>
          </p15:clr>
        </p15:guide>
        <p15:guide id="2" orient="horz" pos="2592"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Quote Gradient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D91062C-933C-ED0F-B73C-DC245E7FAF1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2821" y="0"/>
            <a:ext cx="12192000" cy="6858000"/>
          </a:xfrm>
          <a:prstGeom prst="rect">
            <a:avLst/>
          </a:prstGeom>
        </p:spPr>
      </p:pic>
      <p:sp>
        <p:nvSpPr>
          <p:cNvPr id="2" name="Title 1">
            <a:extLst>
              <a:ext uri="{FF2B5EF4-FFF2-40B4-BE49-F238E27FC236}">
                <a16:creationId xmlns:a16="http://schemas.microsoft.com/office/drawing/2014/main" id="{E1117ECE-DA96-4373-B8B2-4E847C5ACBA3}"/>
              </a:ext>
            </a:extLst>
          </p:cNvPr>
          <p:cNvSpPr>
            <a:spLocks noGrp="1"/>
          </p:cNvSpPr>
          <p:nvPr>
            <p:ph type="title" hasCustomPrompt="1"/>
          </p:nvPr>
        </p:nvSpPr>
        <p:spPr>
          <a:xfrm>
            <a:off x="1540082" y="1975199"/>
            <a:ext cx="8067261" cy="1920526"/>
          </a:xfrm>
          <a:prstGeom prst="rect">
            <a:avLst/>
          </a:prstGeom>
        </p:spPr>
        <p:txBody>
          <a:bodyPr lIns="91440" anchor="b" anchorCtr="0"/>
          <a:lstStyle>
            <a:lvl1pPr>
              <a:defRPr sz="44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Enter quote here. Reposition quote mark graphics to frame the quote.</a:t>
            </a:r>
          </a:p>
        </p:txBody>
      </p:sp>
      <p:sp>
        <p:nvSpPr>
          <p:cNvPr id="9" name="Text Placeholder 8">
            <a:extLst>
              <a:ext uri="{FF2B5EF4-FFF2-40B4-BE49-F238E27FC236}">
                <a16:creationId xmlns:a16="http://schemas.microsoft.com/office/drawing/2014/main" id="{2CC38951-92FB-41A4-A9D4-F3B7D3577EC9}"/>
              </a:ext>
            </a:extLst>
          </p:cNvPr>
          <p:cNvSpPr>
            <a:spLocks noGrp="1"/>
          </p:cNvSpPr>
          <p:nvPr>
            <p:ph type="body" sz="quarter" idx="15" hasCustomPrompt="1"/>
          </p:nvPr>
        </p:nvSpPr>
        <p:spPr>
          <a:xfrm>
            <a:off x="1540082" y="4127500"/>
            <a:ext cx="8067261" cy="369332"/>
          </a:xfrm>
        </p:spPr>
        <p:txBody>
          <a:bodyPr/>
          <a:lstStyle>
            <a:lvl1pPr marL="0" indent="0">
              <a:spcAft>
                <a:spcPts val="0"/>
              </a:spcAft>
              <a:buNone/>
              <a:defRPr sz="2000" b="0" i="0">
                <a:latin typeface="Amazon Ember Display" panose="020F0603020204020204" pitchFamily="34" charset="0"/>
              </a:defRPr>
            </a:lvl1pPr>
          </a:lstStyle>
          <a:p>
            <a:pPr lvl="0"/>
            <a:r>
              <a:rPr lang="en-US"/>
              <a:t>Quoted person’s name</a:t>
            </a:r>
          </a:p>
        </p:txBody>
      </p:sp>
      <p:sp>
        <p:nvSpPr>
          <p:cNvPr id="11" name="Text Placeholder 10">
            <a:extLst>
              <a:ext uri="{FF2B5EF4-FFF2-40B4-BE49-F238E27FC236}">
                <a16:creationId xmlns:a16="http://schemas.microsoft.com/office/drawing/2014/main" id="{3C436BC0-B224-4E6F-99AF-155A3657C058}"/>
              </a:ext>
            </a:extLst>
          </p:cNvPr>
          <p:cNvSpPr>
            <a:spLocks noGrp="1"/>
          </p:cNvSpPr>
          <p:nvPr>
            <p:ph type="body" sz="quarter" idx="16" hasCustomPrompt="1"/>
          </p:nvPr>
        </p:nvSpPr>
        <p:spPr>
          <a:xfrm>
            <a:off x="1540082" y="4496832"/>
            <a:ext cx="8067261" cy="313932"/>
          </a:xfrm>
        </p:spPr>
        <p:txBody>
          <a:bodyPr/>
          <a:lstStyle>
            <a:lvl1pPr marL="0" indent="0">
              <a:buNone/>
              <a:defRPr sz="1600" b="0" i="0">
                <a:latin typeface="Amazon Ember Display" panose="020F0603020204020204" pitchFamily="34" charset="0"/>
              </a:defRPr>
            </a:lvl1pPr>
          </a:lstStyle>
          <a:p>
            <a:pPr lvl="0"/>
            <a:r>
              <a:rPr lang="en-US"/>
              <a:t>Quoted person’s affiliation</a:t>
            </a:r>
          </a:p>
        </p:txBody>
      </p:sp>
      <p:sp>
        <p:nvSpPr>
          <p:cNvPr id="3" name="Date Placeholder 2">
            <a:extLst>
              <a:ext uri="{FF2B5EF4-FFF2-40B4-BE49-F238E27FC236}">
                <a16:creationId xmlns:a16="http://schemas.microsoft.com/office/drawing/2014/main" id="{B11DEF90-4BC7-4449-B8ED-B9BEFD74704A}"/>
              </a:ext>
            </a:extLst>
          </p:cNvPr>
          <p:cNvSpPr>
            <a:spLocks noGrp="1"/>
          </p:cNvSpPr>
          <p:nvPr>
            <p:ph type="dt" sz="half" idx="17"/>
          </p:nvPr>
        </p:nvSpPr>
        <p:spPr/>
        <p:txBody>
          <a:bodyPr/>
          <a:lstStyle>
            <a:lvl1pPr>
              <a:defRPr b="0" i="0">
                <a:latin typeface="Amazon Ember Display" panose="020F0603020204020204" pitchFamily="34" charset="0"/>
              </a:defRPr>
            </a:lvl1pPr>
          </a:lstStyle>
          <a:p>
            <a:fld id="{82BEA218-CD6F-B44E-B26C-C64BF244E0F0}" type="datetime1">
              <a:rPr lang="en-US" smtClean="0"/>
              <a:pPr/>
              <a:t>5/14/26</a:t>
            </a:fld>
            <a:endParaRPr lang="en-US"/>
          </a:p>
        </p:txBody>
      </p:sp>
      <p:sp>
        <p:nvSpPr>
          <p:cNvPr id="4" name="Footer Placeholder 3">
            <a:extLst>
              <a:ext uri="{FF2B5EF4-FFF2-40B4-BE49-F238E27FC236}">
                <a16:creationId xmlns:a16="http://schemas.microsoft.com/office/drawing/2014/main" id="{580F1DAA-08EC-40A3-9CC6-57B8099A6FAA}"/>
              </a:ext>
            </a:extLst>
          </p:cNvPr>
          <p:cNvSpPr>
            <a:spLocks noGrp="1"/>
          </p:cNvSpPr>
          <p:nvPr>
            <p:ph type="ftr" sz="quarter" idx="18"/>
          </p:nvPr>
        </p:nvSpPr>
        <p:spPr/>
        <p:txBody>
          <a:bodyPr/>
          <a:lstStyle>
            <a:lvl1pPr>
              <a:defRPr b="0" i="0">
                <a:latin typeface="Amazon Ember Display" panose="020F0603020204020204" pitchFamily="34" charset="0"/>
              </a:defRPr>
            </a:lvl1pPr>
          </a:lstStyle>
          <a:p>
            <a:endParaRPr lang="en-US"/>
          </a:p>
        </p:txBody>
      </p:sp>
      <p:sp>
        <p:nvSpPr>
          <p:cNvPr id="5" name="Slide Number Placeholder 4">
            <a:extLst>
              <a:ext uri="{FF2B5EF4-FFF2-40B4-BE49-F238E27FC236}">
                <a16:creationId xmlns:a16="http://schemas.microsoft.com/office/drawing/2014/main" id="{18D867C9-C0CC-45E6-BDB6-5AAA8DF8A9C3}"/>
              </a:ext>
            </a:extLst>
          </p:cNvPr>
          <p:cNvSpPr>
            <a:spLocks noGrp="1"/>
          </p:cNvSpPr>
          <p:nvPr>
            <p:ph type="sldNum" sz="quarter" idx="19"/>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
        <p:nvSpPr>
          <p:cNvPr id="12" name="TextBox 11">
            <a:extLst>
              <a:ext uri="{FF2B5EF4-FFF2-40B4-BE49-F238E27FC236}">
                <a16:creationId xmlns:a16="http://schemas.microsoft.com/office/drawing/2014/main" id="{2F74E9CC-3075-EE68-DD01-BF810D0A2E59}"/>
              </a:ext>
            </a:extLst>
          </p:cNvPr>
          <p:cNvSpPr txBox="1"/>
          <p:nvPr userDrawn="1"/>
        </p:nvSpPr>
        <p:spPr>
          <a:xfrm>
            <a:off x="1141084"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2026, Amazon Web Services, Inc. or its affiliates. All rights reserved. Amazon Confidential and Trademark.</a:t>
            </a:r>
          </a:p>
        </p:txBody>
      </p:sp>
      <p:pic>
        <p:nvPicPr>
          <p:cNvPr id="13" name="Picture 12">
            <a:extLst>
              <a:ext uri="{FF2B5EF4-FFF2-40B4-BE49-F238E27FC236}">
                <a16:creationId xmlns:a16="http://schemas.microsoft.com/office/drawing/2014/main" id="{10573292-B887-5760-95C0-AEDAC62EB34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9048"/>
          </a:xfrm>
          <a:prstGeom prst="rect">
            <a:avLst/>
          </a:prstGeom>
        </p:spPr>
      </p:pic>
      <p:pic>
        <p:nvPicPr>
          <p:cNvPr id="16" name="Picture 15">
            <a:extLst>
              <a:ext uri="{FF2B5EF4-FFF2-40B4-BE49-F238E27FC236}">
                <a16:creationId xmlns:a16="http://schemas.microsoft.com/office/drawing/2014/main" id="{5B2E29BE-BB61-D337-4DBC-22CE338B0315}"/>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065928" y="1942480"/>
            <a:ext cx="398998" cy="338710"/>
          </a:xfrm>
          <a:prstGeom prst="rect">
            <a:avLst/>
          </a:prstGeom>
        </p:spPr>
      </p:pic>
    </p:spTree>
    <p:extLst>
      <p:ext uri="{BB962C8B-B14F-4D97-AF65-F5344CB8AC3E}">
        <p14:creationId xmlns:p14="http://schemas.microsoft.com/office/powerpoint/2010/main" val="855413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48" userDrawn="1">
          <p15:clr>
            <a:srgbClr val="FBAE40"/>
          </p15:clr>
        </p15:guide>
        <p15:guide id="2" orient="horz" pos="2592"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ection Header Option 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6D26354-B9D3-DA3A-9E84-842EA468AB3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E915E6F-C631-449B-B22F-53FD20C9E896}"/>
              </a:ext>
            </a:extLst>
          </p:cNvPr>
          <p:cNvSpPr>
            <a:spLocks noGrp="1"/>
          </p:cNvSpPr>
          <p:nvPr>
            <p:ph type="title" hasCustomPrompt="1"/>
          </p:nvPr>
        </p:nvSpPr>
        <p:spPr>
          <a:xfrm>
            <a:off x="609600" y="2718036"/>
            <a:ext cx="7823200" cy="1421928"/>
          </a:xfrm>
          <a:prstGeom prst="rect">
            <a:avLst/>
          </a:prstGeom>
        </p:spPr>
        <p:txBody>
          <a:bodyPr anchor="ctr" anchorCtr="0"/>
          <a:lstStyle>
            <a:lvl1pPr>
              <a:defRPr sz="48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Section layout: Enter section name here</a:t>
            </a:r>
          </a:p>
        </p:txBody>
      </p:sp>
      <p:sp>
        <p:nvSpPr>
          <p:cNvPr id="6" name="Date Placeholder 5">
            <a:extLst>
              <a:ext uri="{FF2B5EF4-FFF2-40B4-BE49-F238E27FC236}">
                <a16:creationId xmlns:a16="http://schemas.microsoft.com/office/drawing/2014/main" id="{25053DED-8B0A-4549-8967-4B01D5F3B8AB}"/>
              </a:ext>
            </a:extLst>
          </p:cNvPr>
          <p:cNvSpPr>
            <a:spLocks noGrp="1"/>
          </p:cNvSpPr>
          <p:nvPr>
            <p:ph type="dt" sz="half" idx="10"/>
          </p:nvPr>
        </p:nvSpPr>
        <p:spPr/>
        <p:txBody>
          <a:bodyPr/>
          <a:lstStyle>
            <a:lvl1pPr>
              <a:defRPr b="0" i="0">
                <a:latin typeface="Amazon Ember Display" panose="020F0603020204020204" pitchFamily="34" charset="0"/>
              </a:defRPr>
            </a:lvl1pPr>
          </a:lstStyle>
          <a:p>
            <a:fld id="{504A1AE1-7907-F24D-8677-0B8F5F67234B}" type="datetime1">
              <a:rPr lang="en-US" smtClean="0"/>
              <a:pPr/>
              <a:t>5/14/26</a:t>
            </a:fld>
            <a:endParaRPr lang="en-US"/>
          </a:p>
        </p:txBody>
      </p:sp>
      <p:sp>
        <p:nvSpPr>
          <p:cNvPr id="7" name="Footer Placeholder 6">
            <a:extLst>
              <a:ext uri="{FF2B5EF4-FFF2-40B4-BE49-F238E27FC236}">
                <a16:creationId xmlns:a16="http://schemas.microsoft.com/office/drawing/2014/main" id="{3C84D5AC-C55E-442D-A261-2526AFE660A0}"/>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b="0" i="0">
                <a:solidFill>
                  <a:schemeClr val="tx2"/>
                </a:solidFill>
                <a:latin typeface="Amazon Ember Display" panose="020F0603020204020204" pitchFamily="34" charset="0"/>
              </a:defRPr>
            </a:lvl1pPr>
          </a:lstStyle>
          <a:p>
            <a:fld id="{EB4B8DE2-A4E8-46E4-8BBF-D75455EFF32C}" type="slidenum">
              <a:rPr lang="en-US" smtClean="0"/>
              <a:pPr/>
              <a:t>‹#›</a:t>
            </a:fld>
            <a:endParaRPr lang="en-US"/>
          </a:p>
        </p:txBody>
      </p:sp>
      <p:sp>
        <p:nvSpPr>
          <p:cNvPr id="5" name="TextBox 4">
            <a:extLst>
              <a:ext uri="{FF2B5EF4-FFF2-40B4-BE49-F238E27FC236}">
                <a16:creationId xmlns:a16="http://schemas.microsoft.com/office/drawing/2014/main" id="{1BD8B1BE-F62C-9842-9FF0-A53695D03916}"/>
              </a:ext>
            </a:extLst>
          </p:cNvPr>
          <p:cNvSpPr txBox="1"/>
          <p:nvPr userDrawn="1"/>
        </p:nvSpPr>
        <p:spPr>
          <a:xfrm>
            <a:off x="1141084"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2026, Amazon Web Services, Inc. or its affiliates. All rights reserved. Amazon Confidential and Trademark.</a:t>
            </a:r>
          </a:p>
        </p:txBody>
      </p:sp>
      <p:pic>
        <p:nvPicPr>
          <p:cNvPr id="9" name="Picture 8">
            <a:extLst>
              <a:ext uri="{FF2B5EF4-FFF2-40B4-BE49-F238E27FC236}">
                <a16:creationId xmlns:a16="http://schemas.microsoft.com/office/drawing/2014/main" id="{57D7B46F-CBF3-F8B3-401A-040A31AF595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9048"/>
          </a:xfrm>
          <a:prstGeom prst="rect">
            <a:avLst/>
          </a:prstGeom>
        </p:spPr>
      </p:pic>
    </p:spTree>
    <p:extLst>
      <p:ext uri="{BB962C8B-B14F-4D97-AF65-F5344CB8AC3E}">
        <p14:creationId xmlns:p14="http://schemas.microsoft.com/office/powerpoint/2010/main" val="3153960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ection Header Option 1">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4D43F54-D03F-0326-2168-E4B64C32573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E915E6F-C631-449B-B22F-53FD20C9E896}"/>
              </a:ext>
            </a:extLst>
          </p:cNvPr>
          <p:cNvSpPr>
            <a:spLocks noGrp="1"/>
          </p:cNvSpPr>
          <p:nvPr>
            <p:ph type="title" hasCustomPrompt="1"/>
          </p:nvPr>
        </p:nvSpPr>
        <p:spPr>
          <a:xfrm>
            <a:off x="609600" y="2718036"/>
            <a:ext cx="7823200" cy="1421928"/>
          </a:xfrm>
          <a:prstGeom prst="rect">
            <a:avLst/>
          </a:prstGeom>
        </p:spPr>
        <p:txBody>
          <a:bodyPr anchor="ctr" anchorCtr="0"/>
          <a:lstStyle>
            <a:lvl1pPr>
              <a:defRPr sz="48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Section layout: Enter section name here</a:t>
            </a:r>
          </a:p>
        </p:txBody>
      </p:sp>
      <p:sp>
        <p:nvSpPr>
          <p:cNvPr id="6" name="Date Placeholder 5">
            <a:extLst>
              <a:ext uri="{FF2B5EF4-FFF2-40B4-BE49-F238E27FC236}">
                <a16:creationId xmlns:a16="http://schemas.microsoft.com/office/drawing/2014/main" id="{25053DED-8B0A-4549-8967-4B01D5F3B8AB}"/>
              </a:ext>
            </a:extLst>
          </p:cNvPr>
          <p:cNvSpPr>
            <a:spLocks noGrp="1"/>
          </p:cNvSpPr>
          <p:nvPr>
            <p:ph type="dt" sz="half" idx="10"/>
          </p:nvPr>
        </p:nvSpPr>
        <p:spPr/>
        <p:txBody>
          <a:bodyPr/>
          <a:lstStyle>
            <a:lvl1pPr>
              <a:defRPr b="0" i="0">
                <a:latin typeface="Amazon Ember Display" panose="020F0603020204020204" pitchFamily="34" charset="0"/>
              </a:defRPr>
            </a:lvl1pPr>
          </a:lstStyle>
          <a:p>
            <a:fld id="{504A1AE1-7907-F24D-8677-0B8F5F67234B}" type="datetime1">
              <a:rPr lang="en-US" smtClean="0"/>
              <a:pPr/>
              <a:t>5/14/26</a:t>
            </a:fld>
            <a:endParaRPr lang="en-US"/>
          </a:p>
        </p:txBody>
      </p:sp>
      <p:sp>
        <p:nvSpPr>
          <p:cNvPr id="7" name="Footer Placeholder 6">
            <a:extLst>
              <a:ext uri="{FF2B5EF4-FFF2-40B4-BE49-F238E27FC236}">
                <a16:creationId xmlns:a16="http://schemas.microsoft.com/office/drawing/2014/main" id="{3C84D5AC-C55E-442D-A261-2526AFE660A0}"/>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b="0" i="0">
                <a:solidFill>
                  <a:schemeClr val="tx1"/>
                </a:solidFill>
                <a:latin typeface="Amazon Ember Display" panose="020F0603020204020204" pitchFamily="34" charset="0"/>
              </a:defRPr>
            </a:lvl1pPr>
          </a:lstStyle>
          <a:p>
            <a:fld id="{EB4B8DE2-A4E8-46E4-8BBF-D75455EFF32C}" type="slidenum">
              <a:rPr lang="en-US" smtClean="0"/>
              <a:pPr/>
              <a:t>‹#›</a:t>
            </a:fld>
            <a:endParaRPr lang="en-US"/>
          </a:p>
        </p:txBody>
      </p:sp>
      <p:sp>
        <p:nvSpPr>
          <p:cNvPr id="12" name="TextBox 11">
            <a:extLst>
              <a:ext uri="{FF2B5EF4-FFF2-40B4-BE49-F238E27FC236}">
                <a16:creationId xmlns:a16="http://schemas.microsoft.com/office/drawing/2014/main" id="{68CECC62-1D56-92A3-418D-0EC34FDA9B78}"/>
              </a:ext>
            </a:extLst>
          </p:cNvPr>
          <p:cNvSpPr txBox="1"/>
          <p:nvPr userDrawn="1"/>
        </p:nvSpPr>
        <p:spPr>
          <a:xfrm>
            <a:off x="1141084"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2026, Amazon Web Services, Inc. or its affiliates. All rights reserved. Amazon Confidential and Trademark.</a:t>
            </a:r>
          </a:p>
        </p:txBody>
      </p:sp>
      <p:pic>
        <p:nvPicPr>
          <p:cNvPr id="13" name="Picture 12">
            <a:extLst>
              <a:ext uri="{FF2B5EF4-FFF2-40B4-BE49-F238E27FC236}">
                <a16:creationId xmlns:a16="http://schemas.microsoft.com/office/drawing/2014/main" id="{64951714-F565-6DF2-258E-6733254008D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9048"/>
          </a:xfrm>
          <a:prstGeom prst="rect">
            <a:avLst/>
          </a:prstGeom>
        </p:spPr>
      </p:pic>
    </p:spTree>
    <p:extLst>
      <p:ext uri="{BB962C8B-B14F-4D97-AF65-F5344CB8AC3E}">
        <p14:creationId xmlns:p14="http://schemas.microsoft.com/office/powerpoint/2010/main" val="3980749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ection Header Option 3">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A11771A-14EB-27CD-4981-540766F89DC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E915E6F-C631-449B-B22F-53FD20C9E896}"/>
              </a:ext>
            </a:extLst>
          </p:cNvPr>
          <p:cNvSpPr>
            <a:spLocks noGrp="1"/>
          </p:cNvSpPr>
          <p:nvPr>
            <p:ph type="title" hasCustomPrompt="1"/>
          </p:nvPr>
        </p:nvSpPr>
        <p:spPr>
          <a:xfrm>
            <a:off x="609600" y="2718036"/>
            <a:ext cx="7823200" cy="1421928"/>
          </a:xfrm>
          <a:prstGeom prst="rect">
            <a:avLst/>
          </a:prstGeom>
        </p:spPr>
        <p:txBody>
          <a:bodyPr anchor="ctr" anchorCtr="0"/>
          <a:lstStyle>
            <a:lvl1pPr>
              <a:defRPr sz="48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Section layout: Enter section name here</a:t>
            </a:r>
          </a:p>
        </p:txBody>
      </p:sp>
      <p:sp>
        <p:nvSpPr>
          <p:cNvPr id="6" name="Date Placeholder 5">
            <a:extLst>
              <a:ext uri="{FF2B5EF4-FFF2-40B4-BE49-F238E27FC236}">
                <a16:creationId xmlns:a16="http://schemas.microsoft.com/office/drawing/2014/main" id="{25053DED-8B0A-4549-8967-4B01D5F3B8AB}"/>
              </a:ext>
            </a:extLst>
          </p:cNvPr>
          <p:cNvSpPr>
            <a:spLocks noGrp="1"/>
          </p:cNvSpPr>
          <p:nvPr>
            <p:ph type="dt" sz="half" idx="10"/>
          </p:nvPr>
        </p:nvSpPr>
        <p:spPr/>
        <p:txBody>
          <a:bodyPr/>
          <a:lstStyle>
            <a:lvl1pPr>
              <a:defRPr b="0" i="0">
                <a:latin typeface="Amazon Ember Display" panose="020F0603020204020204" pitchFamily="34" charset="0"/>
              </a:defRPr>
            </a:lvl1pPr>
          </a:lstStyle>
          <a:p>
            <a:fld id="{504A1AE1-7907-F24D-8677-0B8F5F67234B}" type="datetime1">
              <a:rPr lang="en-US" smtClean="0"/>
              <a:pPr/>
              <a:t>5/14/26</a:t>
            </a:fld>
            <a:endParaRPr lang="en-US"/>
          </a:p>
        </p:txBody>
      </p:sp>
      <p:sp>
        <p:nvSpPr>
          <p:cNvPr id="7" name="Footer Placeholder 6">
            <a:extLst>
              <a:ext uri="{FF2B5EF4-FFF2-40B4-BE49-F238E27FC236}">
                <a16:creationId xmlns:a16="http://schemas.microsoft.com/office/drawing/2014/main" id="{3C84D5AC-C55E-442D-A261-2526AFE660A0}"/>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b="0" i="0">
                <a:solidFill>
                  <a:schemeClr val="tx1"/>
                </a:solidFill>
                <a:latin typeface="Amazon Ember Display" panose="020F0603020204020204" pitchFamily="34" charset="0"/>
              </a:defRPr>
            </a:lvl1pPr>
          </a:lstStyle>
          <a:p>
            <a:fld id="{EB4B8DE2-A4E8-46E4-8BBF-D75455EFF32C}" type="slidenum">
              <a:rPr lang="en-US" smtClean="0"/>
              <a:pPr/>
              <a:t>‹#›</a:t>
            </a:fld>
            <a:endParaRPr lang="en-US"/>
          </a:p>
        </p:txBody>
      </p:sp>
      <p:sp>
        <p:nvSpPr>
          <p:cNvPr id="5" name="TextBox 4">
            <a:extLst>
              <a:ext uri="{FF2B5EF4-FFF2-40B4-BE49-F238E27FC236}">
                <a16:creationId xmlns:a16="http://schemas.microsoft.com/office/drawing/2014/main" id="{6F6FE5FF-6177-0943-300C-32D19148D86C}"/>
              </a:ext>
            </a:extLst>
          </p:cNvPr>
          <p:cNvSpPr txBox="1"/>
          <p:nvPr userDrawn="1"/>
        </p:nvSpPr>
        <p:spPr>
          <a:xfrm>
            <a:off x="1141084"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2026, Amazon Web Services, Inc. or its affiliates. All rights reserved. Amazon Confidential and Trademark.</a:t>
            </a:r>
          </a:p>
        </p:txBody>
      </p:sp>
      <p:pic>
        <p:nvPicPr>
          <p:cNvPr id="9" name="Picture 8">
            <a:extLst>
              <a:ext uri="{FF2B5EF4-FFF2-40B4-BE49-F238E27FC236}">
                <a16:creationId xmlns:a16="http://schemas.microsoft.com/office/drawing/2014/main" id="{385BE82B-F0D4-AF27-F993-CB2CA95285D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9048"/>
          </a:xfrm>
          <a:prstGeom prst="rect">
            <a:avLst/>
          </a:prstGeom>
        </p:spPr>
      </p:pic>
    </p:spTree>
    <p:extLst>
      <p:ext uri="{BB962C8B-B14F-4D97-AF65-F5344CB8AC3E}">
        <p14:creationId xmlns:p14="http://schemas.microsoft.com/office/powerpoint/2010/main" val="259997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Co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a:xfrm>
            <a:off x="539262" y="914401"/>
            <a:ext cx="10972800" cy="535531"/>
          </a:xfrm>
          <a:prstGeom prst="rect">
            <a:avLst/>
          </a:prstGeom>
        </p:spPr>
        <p:txBody>
          <a:bodyPr>
            <a:noAutofit/>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Code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609600" y="1714500"/>
            <a:ext cx="10972800" cy="1646605"/>
          </a:xfrm>
        </p:spPr>
        <p:txBody>
          <a:bodyPr/>
          <a:lstStyle>
            <a:lvl1pPr marL="0" indent="0">
              <a:spcAft>
                <a:spcPts val="600"/>
              </a:spcAft>
              <a:buNone/>
              <a:defRPr sz="1800" b="0" i="0">
                <a:latin typeface="Amazon Ember Mono" panose="020B0509020204020204" pitchFamily="49" charset="0"/>
              </a:defRPr>
            </a:lvl1pPr>
            <a:lvl2pPr marL="228600" indent="0">
              <a:spcAft>
                <a:spcPts val="600"/>
              </a:spcAft>
              <a:buNone/>
              <a:defRPr sz="1800" b="0" i="0">
                <a:latin typeface="Amazon Ember Mono" panose="020B0509020204020204" pitchFamily="49" charset="0"/>
              </a:defRPr>
            </a:lvl2pPr>
            <a:lvl3pPr marL="457200" indent="0">
              <a:spcAft>
                <a:spcPts val="600"/>
              </a:spcAft>
              <a:buNone/>
              <a:defRPr sz="1800" b="0" i="0">
                <a:latin typeface="Amazon Ember Mono" panose="020B0509020204020204" pitchFamily="49" charset="0"/>
              </a:defRPr>
            </a:lvl3pPr>
            <a:lvl4pPr marL="685800" indent="0">
              <a:spcAft>
                <a:spcPts val="600"/>
              </a:spcAft>
              <a:buNone/>
              <a:defRPr sz="1800" b="0" i="0">
                <a:latin typeface="Amazon Ember Mono" panose="020B0509020204020204" pitchFamily="49" charset="0"/>
              </a:defRPr>
            </a:lvl4pPr>
            <a:lvl5pPr marL="914400" indent="0">
              <a:spcAft>
                <a:spcPts val="600"/>
              </a:spcAft>
              <a:buNone/>
              <a:defRPr sz="1800" b="0" i="0">
                <a:latin typeface="Amazon Ember Mono" panose="020B0509020204020204" pitchFamily="49" charset="0"/>
              </a:defRPr>
            </a:lvl5pPr>
          </a:lstStyle>
          <a:p>
            <a:pPr lvl="0"/>
            <a:r>
              <a:rPr lang="en-US"/>
              <a:t>Type or paste plain-text code here; or click icon to add image</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09EAB3-8007-4FDC-BADB-BADCE0CE1871}"/>
              </a:ext>
            </a:extLst>
          </p:cNvPr>
          <p:cNvSpPr>
            <a:spLocks noGrp="1"/>
          </p:cNvSpPr>
          <p:nvPr>
            <p:ph type="dt" sz="half" idx="10"/>
          </p:nvPr>
        </p:nvSpPr>
        <p:spPr/>
        <p:txBody>
          <a:bodyPr/>
          <a:lstStyle>
            <a:lvl1pPr>
              <a:defRPr b="0" i="0">
                <a:latin typeface="Amazon Ember Display" panose="020F0603020204020204" pitchFamily="34" charset="0"/>
              </a:defRPr>
            </a:lvl1pPr>
          </a:lstStyle>
          <a:p>
            <a:fld id="{14000039-AC38-8C4D-BBF6-A4179217D919}" type="datetime1">
              <a:rPr lang="en-US" smtClean="0"/>
              <a:pPr/>
              <a:t>5/14/26</a:t>
            </a:fld>
            <a:endParaRPr lang="en-US"/>
          </a:p>
        </p:txBody>
      </p:sp>
      <p:sp>
        <p:nvSpPr>
          <p:cNvPr id="5" name="Footer Placeholder 4">
            <a:extLst>
              <a:ext uri="{FF2B5EF4-FFF2-40B4-BE49-F238E27FC236}">
                <a16:creationId xmlns:a16="http://schemas.microsoft.com/office/drawing/2014/main" id="{A5375AEC-53B6-4043-9677-30AD83B02F42}"/>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6" name="Slide Number Placeholder 5">
            <a:extLst>
              <a:ext uri="{FF2B5EF4-FFF2-40B4-BE49-F238E27FC236}">
                <a16:creationId xmlns:a16="http://schemas.microsoft.com/office/drawing/2014/main" id="{63F51AD4-FDAE-4E07-B685-874180F1021C}"/>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9132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 preserve="1">
  <p:cSld name="Code - 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A4C8A-667C-40C7-9A6D-BA3F977C5FDD}"/>
              </a:ext>
            </a:extLst>
          </p:cNvPr>
          <p:cNvSpPr>
            <a:spLocks noGrp="1"/>
          </p:cNvSpPr>
          <p:nvPr>
            <p:ph type="title" hasCustomPrompt="1"/>
          </p:nvPr>
        </p:nvSpPr>
        <p:spPr>
          <a:xfrm>
            <a:off x="539262" y="914401"/>
            <a:ext cx="10972800" cy="535531"/>
          </a:xfrm>
          <a:prstGeom prst="rect">
            <a:avLst/>
          </a:prstGeom>
        </p:spPr>
        <p:txBody>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Two-column code layout</a:t>
            </a:r>
          </a:p>
        </p:txBody>
      </p:sp>
      <p:sp>
        <p:nvSpPr>
          <p:cNvPr id="3" name="Content Placeholder 2">
            <a:extLst>
              <a:ext uri="{FF2B5EF4-FFF2-40B4-BE49-F238E27FC236}">
                <a16:creationId xmlns:a16="http://schemas.microsoft.com/office/drawing/2014/main" id="{9B10331E-4F8F-4DEC-91C1-F631560E6601}"/>
              </a:ext>
            </a:extLst>
          </p:cNvPr>
          <p:cNvSpPr>
            <a:spLocks noGrp="1"/>
          </p:cNvSpPr>
          <p:nvPr>
            <p:ph sz="half" idx="1" hasCustomPrompt="1"/>
          </p:nvPr>
        </p:nvSpPr>
        <p:spPr>
          <a:xfrm>
            <a:off x="609600" y="1714500"/>
            <a:ext cx="5248274" cy="1646605"/>
          </a:xfrm>
        </p:spPr>
        <p:txBody>
          <a:bodyPr/>
          <a:lstStyle>
            <a:lvl1pPr marL="0" indent="0">
              <a:spcAft>
                <a:spcPts val="600"/>
              </a:spcAft>
              <a:buNone/>
              <a:defRPr sz="1800" b="0" i="0">
                <a:latin typeface="Amazon Ember Mono" panose="020B0509020204020204" pitchFamily="49" charset="0"/>
              </a:defRPr>
            </a:lvl1pPr>
            <a:lvl2pPr marL="228600" indent="0">
              <a:spcAft>
                <a:spcPts val="600"/>
              </a:spcAft>
              <a:buNone/>
              <a:defRPr sz="1800" b="0" i="0">
                <a:latin typeface="Amazon Ember Mono" panose="020B0509020204020204" pitchFamily="49" charset="0"/>
              </a:defRPr>
            </a:lvl2pPr>
            <a:lvl3pPr marL="457200" indent="0">
              <a:spcAft>
                <a:spcPts val="600"/>
              </a:spcAft>
              <a:buNone/>
              <a:defRPr sz="1800" b="0" i="0">
                <a:latin typeface="Amazon Ember Mono" panose="020B0509020204020204" pitchFamily="49" charset="0"/>
              </a:defRPr>
            </a:lvl3pPr>
            <a:lvl4pPr marL="685800" indent="0">
              <a:spcAft>
                <a:spcPts val="600"/>
              </a:spcAft>
              <a:buNone/>
              <a:defRPr sz="1800" b="0" i="0">
                <a:latin typeface="Amazon Ember Mono" panose="020B0509020204020204" pitchFamily="49" charset="0"/>
              </a:defRPr>
            </a:lvl4pPr>
            <a:lvl5pPr marL="914400" indent="0">
              <a:spcAft>
                <a:spcPts val="600"/>
              </a:spcAft>
              <a:buNone/>
              <a:defRPr sz="1800" b="0" i="0">
                <a:latin typeface="Amazon Ember Mono" panose="020B0509020204020204" pitchFamily="49" charset="0"/>
              </a:defRPr>
            </a:lvl5pPr>
          </a:lstStyle>
          <a:p>
            <a:pPr lvl="0"/>
            <a:r>
              <a:rPr lang="en-US"/>
              <a:t>Enter code</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F72257F-5E84-444A-B9C4-CCB856025EB2}"/>
              </a:ext>
            </a:extLst>
          </p:cNvPr>
          <p:cNvSpPr>
            <a:spLocks noGrp="1"/>
          </p:cNvSpPr>
          <p:nvPr>
            <p:ph sz="half" idx="2" hasCustomPrompt="1"/>
          </p:nvPr>
        </p:nvSpPr>
        <p:spPr>
          <a:xfrm>
            <a:off x="6334125" y="1714500"/>
            <a:ext cx="5248276" cy="1646605"/>
          </a:xfrm>
        </p:spPr>
        <p:txBody>
          <a:bodyPr/>
          <a:lstStyle>
            <a:lvl1pPr marL="0" indent="0">
              <a:spcAft>
                <a:spcPts val="600"/>
              </a:spcAft>
              <a:buNone/>
              <a:defRPr sz="1800" b="0" i="0">
                <a:latin typeface="Amazon Ember Mono" panose="020B0509020204020204" pitchFamily="49" charset="0"/>
              </a:defRPr>
            </a:lvl1pPr>
            <a:lvl2pPr marL="228600" indent="0">
              <a:spcAft>
                <a:spcPts val="600"/>
              </a:spcAft>
              <a:buNone/>
              <a:defRPr sz="1800" b="0" i="0">
                <a:latin typeface="Amazon Ember Mono" panose="020B0509020204020204" pitchFamily="49" charset="0"/>
              </a:defRPr>
            </a:lvl2pPr>
            <a:lvl3pPr marL="457200" indent="0">
              <a:spcAft>
                <a:spcPts val="600"/>
              </a:spcAft>
              <a:buNone/>
              <a:defRPr sz="1800" b="0" i="0">
                <a:latin typeface="Amazon Ember Mono" panose="020B0509020204020204" pitchFamily="49" charset="0"/>
              </a:defRPr>
            </a:lvl3pPr>
            <a:lvl4pPr marL="685800" indent="0">
              <a:spcAft>
                <a:spcPts val="600"/>
              </a:spcAft>
              <a:buNone/>
              <a:defRPr sz="1800" b="0" i="0">
                <a:latin typeface="Amazon Ember Mono" panose="020B0509020204020204" pitchFamily="49" charset="0"/>
              </a:defRPr>
            </a:lvl4pPr>
            <a:lvl5pPr marL="914400" indent="0">
              <a:spcAft>
                <a:spcPts val="600"/>
              </a:spcAft>
              <a:buNone/>
              <a:defRPr sz="1800" b="0" i="0">
                <a:latin typeface="Amazon Ember Mono" panose="020B0509020204020204" pitchFamily="49" charset="0"/>
              </a:defRPr>
            </a:lvl5pPr>
          </a:lstStyle>
          <a:p>
            <a:pPr lvl="0"/>
            <a:r>
              <a:rPr lang="en-US"/>
              <a:t>Enter code</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D810155-AFE0-49FD-8E9F-C55D662327A4}"/>
              </a:ext>
            </a:extLst>
          </p:cNvPr>
          <p:cNvSpPr>
            <a:spLocks noGrp="1"/>
          </p:cNvSpPr>
          <p:nvPr>
            <p:ph type="dt" sz="half" idx="10"/>
          </p:nvPr>
        </p:nvSpPr>
        <p:spPr/>
        <p:txBody>
          <a:bodyPr/>
          <a:lstStyle>
            <a:lvl1pPr>
              <a:defRPr b="0" i="0">
                <a:latin typeface="Amazon Ember Display" panose="020F0603020204020204" pitchFamily="34" charset="0"/>
              </a:defRPr>
            </a:lvl1pPr>
          </a:lstStyle>
          <a:p>
            <a:fld id="{BA838F1F-E927-864D-8933-A87A9B46D340}" type="datetime1">
              <a:rPr lang="en-US" smtClean="0"/>
              <a:pPr/>
              <a:t>5/14/26</a:t>
            </a:fld>
            <a:endParaRPr lang="en-US"/>
          </a:p>
        </p:txBody>
      </p:sp>
      <p:sp>
        <p:nvSpPr>
          <p:cNvPr id="6" name="Footer Placeholder 5">
            <a:extLst>
              <a:ext uri="{FF2B5EF4-FFF2-40B4-BE49-F238E27FC236}">
                <a16:creationId xmlns:a16="http://schemas.microsoft.com/office/drawing/2014/main" id="{C99A757A-A572-48F6-B0E7-EBDAFBA598C6}"/>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7" name="Slide Number Placeholder 6">
            <a:extLst>
              <a:ext uri="{FF2B5EF4-FFF2-40B4-BE49-F238E27FC236}">
                <a16:creationId xmlns:a16="http://schemas.microsoft.com/office/drawing/2014/main" id="{76BBE49C-423E-451A-A0D2-7D73F2531B98}"/>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2785319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Q&amp;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90820-803B-4C55-BA9E-AE3223753EEA}"/>
              </a:ext>
            </a:extLst>
          </p:cNvPr>
          <p:cNvSpPr>
            <a:spLocks noGrp="1"/>
          </p:cNvSpPr>
          <p:nvPr>
            <p:ph type="title" hasCustomPrompt="1"/>
          </p:nvPr>
        </p:nvSpPr>
        <p:spPr>
          <a:xfrm>
            <a:off x="653256" y="3226552"/>
            <a:ext cx="6823869" cy="750238"/>
          </a:xfrm>
          <a:prstGeom prst="rect">
            <a:avLst/>
          </a:prstGeom>
        </p:spPr>
        <p:txBody>
          <a:bodyPr/>
          <a:lstStyle>
            <a:lvl1pPr>
              <a:defRPr sz="28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Enter subtitle</a:t>
            </a:r>
          </a:p>
        </p:txBody>
      </p:sp>
      <p:sp>
        <p:nvSpPr>
          <p:cNvPr id="3" name="Date Placeholder 2">
            <a:extLst>
              <a:ext uri="{FF2B5EF4-FFF2-40B4-BE49-F238E27FC236}">
                <a16:creationId xmlns:a16="http://schemas.microsoft.com/office/drawing/2014/main" id="{35841FE7-5B7D-4299-B262-F8E574B50BA0}"/>
              </a:ext>
            </a:extLst>
          </p:cNvPr>
          <p:cNvSpPr>
            <a:spLocks noGrp="1"/>
          </p:cNvSpPr>
          <p:nvPr>
            <p:ph type="dt" sz="half" idx="10"/>
          </p:nvPr>
        </p:nvSpPr>
        <p:spPr/>
        <p:txBody>
          <a:bodyPr/>
          <a:lstStyle>
            <a:lvl1pPr>
              <a:defRPr b="0" i="0">
                <a:latin typeface="Amazon Ember Display" panose="020F0603020204020204" pitchFamily="34" charset="0"/>
              </a:defRPr>
            </a:lvl1pPr>
          </a:lstStyle>
          <a:p>
            <a:fld id="{F5CD9E88-8D52-D44B-9301-05276D5B5248}" type="datetime1">
              <a:rPr lang="en-US" smtClean="0"/>
              <a:pPr/>
              <a:t>5/14/26</a:t>
            </a:fld>
            <a:endParaRPr lang="en-US"/>
          </a:p>
        </p:txBody>
      </p:sp>
      <p:sp>
        <p:nvSpPr>
          <p:cNvPr id="4" name="Footer Placeholder 3">
            <a:extLst>
              <a:ext uri="{FF2B5EF4-FFF2-40B4-BE49-F238E27FC236}">
                <a16:creationId xmlns:a16="http://schemas.microsoft.com/office/drawing/2014/main" id="{728617C0-A817-49E3-9857-07752AB40137}"/>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5" name="Slide Number Placeholder 4">
            <a:extLst>
              <a:ext uri="{FF2B5EF4-FFF2-40B4-BE49-F238E27FC236}">
                <a16:creationId xmlns:a16="http://schemas.microsoft.com/office/drawing/2014/main" id="{D2B99A66-7F1A-495E-B008-D2DB34B05B55}"/>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
        <p:nvSpPr>
          <p:cNvPr id="6" name="TextBox 5">
            <a:extLst>
              <a:ext uri="{FF2B5EF4-FFF2-40B4-BE49-F238E27FC236}">
                <a16:creationId xmlns:a16="http://schemas.microsoft.com/office/drawing/2014/main" id="{90F7951E-E6AB-4553-9142-A91D5BC58C21}"/>
              </a:ext>
            </a:extLst>
          </p:cNvPr>
          <p:cNvSpPr txBox="1"/>
          <p:nvPr userDrawn="1"/>
        </p:nvSpPr>
        <p:spPr>
          <a:xfrm>
            <a:off x="609599" y="2428875"/>
            <a:ext cx="6867525" cy="955666"/>
          </a:xfrm>
          <a:prstGeom prst="rect">
            <a:avLst/>
          </a:prstGeom>
          <a:noFill/>
        </p:spPr>
        <p:txBody>
          <a:bodyPr wrap="square" lIns="0" rtlCol="0">
            <a:noAutofit/>
          </a:bodyPr>
          <a:lstStyle/>
          <a:p>
            <a:r>
              <a:rPr lang="en-US" sz="4800" b="0" i="0">
                <a:solidFill>
                  <a:schemeClr val="tx2"/>
                </a:solidFill>
                <a:latin typeface="Amazon Ember Display" panose="020F0603020204020204" pitchFamily="34" charset="0"/>
              </a:rPr>
              <a:t>Q&amp;A</a:t>
            </a:r>
          </a:p>
        </p:txBody>
      </p:sp>
    </p:spTree>
    <p:extLst>
      <p:ext uri="{BB962C8B-B14F-4D97-AF65-F5344CB8AC3E}">
        <p14:creationId xmlns:p14="http://schemas.microsoft.com/office/powerpoint/2010/main" val="2766758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Video or Demo Divi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15E6F-C631-449B-B22F-53FD20C9E896}"/>
              </a:ext>
            </a:extLst>
          </p:cNvPr>
          <p:cNvSpPr>
            <a:spLocks noGrp="1"/>
          </p:cNvSpPr>
          <p:nvPr>
            <p:ph type="title" hasCustomPrompt="1"/>
          </p:nvPr>
        </p:nvSpPr>
        <p:spPr>
          <a:xfrm>
            <a:off x="609600" y="2773436"/>
            <a:ext cx="7823200" cy="1311128"/>
          </a:xfrm>
          <a:prstGeom prst="rect">
            <a:avLst/>
          </a:prstGeom>
        </p:spPr>
        <p:txBody>
          <a:bodyPr anchor="ctr" anchorCtr="0"/>
          <a:lstStyle>
            <a:lvl1pPr>
              <a:defRPr sz="44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Video or demo divider: Enter “Video” or “Demo” here</a:t>
            </a:r>
          </a:p>
        </p:txBody>
      </p:sp>
    </p:spTree>
    <p:extLst>
      <p:ext uri="{BB962C8B-B14F-4D97-AF65-F5344CB8AC3E}">
        <p14:creationId xmlns:p14="http://schemas.microsoft.com/office/powerpoint/2010/main" val="3287464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C300D94-E16B-4268-9D8D-053D71D5DCA2}"/>
              </a:ext>
            </a:extLst>
          </p:cNvPr>
          <p:cNvPicPr>
            <a:picLocks noChangeAspect="1"/>
          </p:cNvPicPr>
          <p:nvPr userDrawn="1"/>
        </p:nvPicPr>
        <p:blipFill>
          <a:blip r:embed="rId2"/>
          <a:stretch>
            <a:fillRect/>
          </a:stretch>
        </p:blipFill>
        <p:spPr>
          <a:xfrm>
            <a:off x="4994672" y="2327672"/>
            <a:ext cx="2202656" cy="2202656"/>
          </a:xfrm>
          <a:prstGeom prst="rect">
            <a:avLst/>
          </a:prstGeom>
        </p:spPr>
      </p:pic>
      <p:sp>
        <p:nvSpPr>
          <p:cNvPr id="7" name="Media Placeholder 6">
            <a:extLst>
              <a:ext uri="{FF2B5EF4-FFF2-40B4-BE49-F238E27FC236}">
                <a16:creationId xmlns:a16="http://schemas.microsoft.com/office/drawing/2014/main" id="{6100FBD5-D226-4B79-8009-A3AA42458FC8}"/>
              </a:ext>
            </a:extLst>
          </p:cNvPr>
          <p:cNvSpPr>
            <a:spLocks noGrp="1"/>
          </p:cNvSpPr>
          <p:nvPr>
            <p:ph type="media" sz="quarter" idx="10"/>
          </p:nvPr>
        </p:nvSpPr>
        <p:spPr>
          <a:xfrm>
            <a:off x="0" y="0"/>
            <a:ext cx="12192000" cy="6858000"/>
          </a:xfrm>
          <a:solidFill>
            <a:schemeClr val="bg2"/>
          </a:solidFill>
        </p:spPr>
        <p:txBody>
          <a:bodyPr lIns="548640" anchor="ctr">
            <a:noAutofit/>
          </a:bodyPr>
          <a:lstStyle>
            <a:lvl1pPr marL="0" indent="0" algn="ctr">
              <a:buNone/>
              <a:defRPr b="0" i="0">
                <a:latin typeface="Amazon Ember Display" panose="020F0603020204020204" pitchFamily="34" charset="0"/>
              </a:defRPr>
            </a:lvl1pPr>
          </a:lstStyle>
          <a:p>
            <a:r>
              <a:rPr lang="en-US"/>
              <a:t>Click icon to add media</a:t>
            </a:r>
          </a:p>
        </p:txBody>
      </p:sp>
    </p:spTree>
    <p:extLst>
      <p:ext uri="{BB962C8B-B14F-4D97-AF65-F5344CB8AC3E}">
        <p14:creationId xmlns:p14="http://schemas.microsoft.com/office/powerpoint/2010/main" val="3527290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1A51E-0F08-4B7B-9A9F-00CF3AA3107A}"/>
              </a:ext>
            </a:extLst>
          </p:cNvPr>
          <p:cNvSpPr>
            <a:spLocks noGrp="1"/>
          </p:cNvSpPr>
          <p:nvPr>
            <p:ph type="title" hasCustomPrompt="1"/>
          </p:nvPr>
        </p:nvSpPr>
        <p:spPr>
          <a:xfrm>
            <a:off x="539262" y="914401"/>
            <a:ext cx="10972800" cy="646331"/>
          </a:xfrm>
          <a:prstGeom prst="rect">
            <a:avLst/>
          </a:prstGeom>
        </p:spPr>
        <p:txBody>
          <a:bodyPr anchor="t" anchorCtr="0">
            <a:normAutofit/>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Content with caption layout</a:t>
            </a:r>
          </a:p>
        </p:txBody>
      </p:sp>
      <p:sp>
        <p:nvSpPr>
          <p:cNvPr id="3" name="Content Placeholder 2">
            <a:extLst>
              <a:ext uri="{FF2B5EF4-FFF2-40B4-BE49-F238E27FC236}">
                <a16:creationId xmlns:a16="http://schemas.microsoft.com/office/drawing/2014/main" id="{54F6EECF-7227-4AD4-BC6B-F6715716A80F}"/>
              </a:ext>
            </a:extLst>
          </p:cNvPr>
          <p:cNvSpPr>
            <a:spLocks noGrp="1"/>
          </p:cNvSpPr>
          <p:nvPr>
            <p:ph idx="1" hasCustomPrompt="1"/>
          </p:nvPr>
        </p:nvSpPr>
        <p:spPr>
          <a:xfrm>
            <a:off x="6210300" y="1714501"/>
            <a:ext cx="5372100" cy="2591479"/>
          </a:xfrm>
        </p:spPr>
        <p:txBody>
          <a:bodyPr/>
          <a:lstStyle>
            <a:lvl1pPr marL="457200" indent="-457200">
              <a:buFont typeface="Arial" panose="020B0604020202020204" pitchFamily="34" charset="0"/>
              <a:buChar char="•"/>
              <a:defRPr sz="2800" b="0" i="0">
                <a:latin typeface="Amazon Ember Display" panose="020F0603020204020204" pitchFamily="34" charset="0"/>
              </a:defRPr>
            </a:lvl1pPr>
            <a:lvl2pPr marL="628650" indent="-342900">
              <a:buFont typeface="Arial" panose="020B0604020202020204" pitchFamily="34" charset="0"/>
              <a:buChar char="•"/>
              <a:defRPr sz="2400" b="0" i="0">
                <a:latin typeface="Amazon Ember Display" panose="020F0603020204020204" pitchFamily="34" charset="0"/>
              </a:defRPr>
            </a:lvl2pPr>
            <a:lvl3pPr marL="971550" indent="-342900">
              <a:buFont typeface="Arial" panose="020B0604020202020204" pitchFamily="34" charset="0"/>
              <a:buChar char="•"/>
              <a:defRPr sz="2000" b="0" i="0">
                <a:latin typeface="Amazon Ember Display" panose="020F0603020204020204" pitchFamily="34" charset="0"/>
              </a:defRPr>
            </a:lvl3pPr>
            <a:lvl4pPr marL="1144588" indent="-285750">
              <a:buFont typeface="Arial" panose="020B0604020202020204" pitchFamily="34" charset="0"/>
              <a:buChar char="•"/>
              <a:defRPr sz="1800" b="0" i="0">
                <a:latin typeface="Amazon Ember Display" panose="020F0603020204020204" pitchFamily="34" charset="0"/>
              </a:defRPr>
            </a:lvl4pPr>
            <a:lvl5pPr marL="1316038" indent="-285750">
              <a:buFont typeface="Arial" panose="020B0604020202020204" pitchFamily="34" charset="0"/>
              <a:buChar char="•"/>
              <a:defRPr sz="1800" b="0" i="0">
                <a:latin typeface="Amazon Ember Display" panose="020F0603020204020204" pitchFamily="34" charset="0"/>
              </a:defRPr>
            </a:lvl5pPr>
            <a:lvl6pPr>
              <a:defRPr sz="2000"/>
            </a:lvl6pPr>
            <a:lvl7pPr>
              <a:defRPr sz="2000"/>
            </a:lvl7pPr>
            <a:lvl8pPr>
              <a:defRPr sz="2000"/>
            </a:lvl8pPr>
            <a:lvl9pPr>
              <a:defRPr sz="2000"/>
            </a:lvl9pPr>
          </a:lstStyle>
          <a:p>
            <a:pPr lvl="0"/>
            <a:r>
              <a:rPr lang="en-US"/>
              <a:t>Enter text or click icon to add media</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A0C0C8A-CCAE-4B98-91F0-838AA4F55C8F}"/>
              </a:ext>
            </a:extLst>
          </p:cNvPr>
          <p:cNvSpPr>
            <a:spLocks noGrp="1"/>
          </p:cNvSpPr>
          <p:nvPr>
            <p:ph type="body" sz="half" idx="2" hasCustomPrompt="1"/>
          </p:nvPr>
        </p:nvSpPr>
        <p:spPr>
          <a:xfrm>
            <a:off x="609598" y="1725611"/>
            <a:ext cx="5372101" cy="313932"/>
          </a:xfrm>
        </p:spPr>
        <p:txBody>
          <a:bodyPr/>
          <a:lstStyle>
            <a:lvl1pPr marL="0" indent="0">
              <a:buNone/>
              <a:defRPr sz="1600" b="0" i="0">
                <a:latin typeface="Amazon Ember Display" panose="020F0603020204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Enter descriptive text here</a:t>
            </a:r>
          </a:p>
        </p:txBody>
      </p:sp>
    </p:spTree>
    <p:extLst>
      <p:ext uri="{BB962C8B-B14F-4D97-AF65-F5344CB8AC3E}">
        <p14:creationId xmlns:p14="http://schemas.microsoft.com/office/powerpoint/2010/main" val="3854058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hank You Option 1">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63FEA24-4BB1-51F6-D1A3-1CDE18E45E7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ext Placeholder 7">
            <a:extLst>
              <a:ext uri="{FF2B5EF4-FFF2-40B4-BE49-F238E27FC236}">
                <a16:creationId xmlns:a16="http://schemas.microsoft.com/office/drawing/2014/main" id="{F1FFA190-394C-4586-A84A-BA2A67703000}"/>
              </a:ext>
            </a:extLst>
          </p:cNvPr>
          <p:cNvSpPr>
            <a:spLocks noGrp="1"/>
          </p:cNvSpPr>
          <p:nvPr>
            <p:ph type="body" sz="quarter" idx="10" hasCustomPrompt="1"/>
          </p:nvPr>
        </p:nvSpPr>
        <p:spPr>
          <a:xfrm>
            <a:off x="619125" y="3621643"/>
            <a:ext cx="1994088" cy="369332"/>
          </a:xfrm>
        </p:spPr>
        <p:txBody>
          <a:bodyPr anchor="b" anchorCtr="0"/>
          <a:lstStyle>
            <a:lvl1pPr marL="0" indent="0">
              <a:buNone/>
              <a:defRPr sz="2000" b="0" i="0">
                <a:solidFill>
                  <a:schemeClr val="tx2"/>
                </a:solidFill>
                <a:latin typeface="Amazon Ember Display" panose="020F0603020204020204" pitchFamily="34" charset="0"/>
              </a:defRPr>
            </a:lvl1pPr>
          </a:lstStyle>
          <a:p>
            <a:pPr lvl="0"/>
            <a:r>
              <a:rPr lang="en-US"/>
              <a:t>Speaker name</a:t>
            </a:r>
          </a:p>
        </p:txBody>
      </p:sp>
      <p:sp>
        <p:nvSpPr>
          <p:cNvPr id="10" name="Text Placeholder 9">
            <a:extLst>
              <a:ext uri="{FF2B5EF4-FFF2-40B4-BE49-F238E27FC236}">
                <a16:creationId xmlns:a16="http://schemas.microsoft.com/office/drawing/2014/main" id="{B682D70F-F9C4-4C4C-A916-589EA4438C2E}"/>
              </a:ext>
            </a:extLst>
          </p:cNvPr>
          <p:cNvSpPr>
            <a:spLocks noGrp="1"/>
          </p:cNvSpPr>
          <p:nvPr>
            <p:ph type="body" sz="quarter" idx="11" hasCustomPrompt="1"/>
          </p:nvPr>
        </p:nvSpPr>
        <p:spPr>
          <a:xfrm>
            <a:off x="619125" y="3990975"/>
            <a:ext cx="1994088" cy="535531"/>
          </a:xfrm>
        </p:spPr>
        <p:txBody>
          <a:bodyPr/>
          <a:lstStyle>
            <a:lvl1pPr marL="0" indent="0">
              <a:spcAft>
                <a:spcPts val="600"/>
              </a:spcAft>
              <a:buNone/>
              <a:defRPr sz="1600" b="0" i="0">
                <a:solidFill>
                  <a:schemeClr val="tx2"/>
                </a:solidFill>
                <a:latin typeface="Amazon Ember Display" panose="020F0603020204020204" pitchFamily="34" charset="0"/>
              </a:defRPr>
            </a:lvl1pPr>
          </a:lstStyle>
          <a:p>
            <a:pPr lvl="0"/>
            <a:r>
              <a:rPr lang="en-US"/>
              <a:t>Speaker contact info (email or socials)</a:t>
            </a:r>
          </a:p>
        </p:txBody>
      </p:sp>
      <p:sp>
        <p:nvSpPr>
          <p:cNvPr id="11" name="Text Placeholder 7">
            <a:extLst>
              <a:ext uri="{FF2B5EF4-FFF2-40B4-BE49-F238E27FC236}">
                <a16:creationId xmlns:a16="http://schemas.microsoft.com/office/drawing/2014/main" id="{393A1250-E885-4935-B98D-9C62E4E51F4E}"/>
              </a:ext>
            </a:extLst>
          </p:cNvPr>
          <p:cNvSpPr>
            <a:spLocks noGrp="1"/>
          </p:cNvSpPr>
          <p:nvPr>
            <p:ph type="body" sz="quarter" idx="12" hasCustomPrompt="1"/>
          </p:nvPr>
        </p:nvSpPr>
        <p:spPr>
          <a:xfrm>
            <a:off x="2714625" y="3621643"/>
            <a:ext cx="1994088" cy="369332"/>
          </a:xfrm>
        </p:spPr>
        <p:txBody>
          <a:bodyPr anchor="b" anchorCtr="0"/>
          <a:lstStyle>
            <a:lvl1pPr marL="0" indent="0">
              <a:buNone/>
              <a:defRPr sz="2000" b="0" i="0">
                <a:solidFill>
                  <a:schemeClr val="tx2"/>
                </a:solidFill>
                <a:latin typeface="Amazon Ember Display" panose="020F0603020204020204" pitchFamily="34" charset="0"/>
              </a:defRPr>
            </a:lvl1pPr>
          </a:lstStyle>
          <a:p>
            <a:pPr lvl="0"/>
            <a:r>
              <a:rPr lang="en-US"/>
              <a:t>Speaker name</a:t>
            </a:r>
          </a:p>
        </p:txBody>
      </p:sp>
      <p:sp>
        <p:nvSpPr>
          <p:cNvPr id="12" name="Text Placeholder 9">
            <a:extLst>
              <a:ext uri="{FF2B5EF4-FFF2-40B4-BE49-F238E27FC236}">
                <a16:creationId xmlns:a16="http://schemas.microsoft.com/office/drawing/2014/main" id="{DF7E9957-AB07-4CE6-BD9E-3631EF6ED53B}"/>
              </a:ext>
            </a:extLst>
          </p:cNvPr>
          <p:cNvSpPr>
            <a:spLocks noGrp="1"/>
          </p:cNvSpPr>
          <p:nvPr>
            <p:ph type="body" sz="quarter" idx="13" hasCustomPrompt="1"/>
          </p:nvPr>
        </p:nvSpPr>
        <p:spPr>
          <a:xfrm>
            <a:off x="2714625" y="3990975"/>
            <a:ext cx="1994088" cy="535531"/>
          </a:xfrm>
        </p:spPr>
        <p:txBody>
          <a:bodyPr/>
          <a:lstStyle>
            <a:lvl1pPr marL="0" indent="0">
              <a:spcAft>
                <a:spcPts val="600"/>
              </a:spcAft>
              <a:buNone/>
              <a:defRPr sz="1600" b="0" i="0">
                <a:solidFill>
                  <a:schemeClr val="tx2"/>
                </a:solidFill>
                <a:latin typeface="Amazon Ember Display" panose="020F0603020204020204" pitchFamily="34" charset="0"/>
              </a:defRPr>
            </a:lvl1pPr>
          </a:lstStyle>
          <a:p>
            <a:pPr lvl="0"/>
            <a:r>
              <a:rPr lang="en-US"/>
              <a:t>Speaker contact info (email or socials)</a:t>
            </a:r>
          </a:p>
        </p:txBody>
      </p:sp>
      <p:sp>
        <p:nvSpPr>
          <p:cNvPr id="13" name="Text Placeholder 7">
            <a:extLst>
              <a:ext uri="{FF2B5EF4-FFF2-40B4-BE49-F238E27FC236}">
                <a16:creationId xmlns:a16="http://schemas.microsoft.com/office/drawing/2014/main" id="{E064B62F-5416-46A2-BBC6-945C362C63DE}"/>
              </a:ext>
            </a:extLst>
          </p:cNvPr>
          <p:cNvSpPr>
            <a:spLocks noGrp="1"/>
          </p:cNvSpPr>
          <p:nvPr>
            <p:ph type="body" sz="quarter" idx="14" hasCustomPrompt="1"/>
          </p:nvPr>
        </p:nvSpPr>
        <p:spPr>
          <a:xfrm>
            <a:off x="4810125" y="3621643"/>
            <a:ext cx="1994088" cy="369332"/>
          </a:xfrm>
        </p:spPr>
        <p:txBody>
          <a:bodyPr anchor="b" anchorCtr="0"/>
          <a:lstStyle>
            <a:lvl1pPr marL="0" indent="0">
              <a:buNone/>
              <a:defRPr sz="2000" b="0" i="0">
                <a:solidFill>
                  <a:schemeClr val="tx2"/>
                </a:solidFill>
                <a:latin typeface="Amazon Ember Display" panose="020F0603020204020204" pitchFamily="34" charset="0"/>
              </a:defRPr>
            </a:lvl1pPr>
          </a:lstStyle>
          <a:p>
            <a:pPr lvl="0"/>
            <a:r>
              <a:rPr lang="en-US"/>
              <a:t>Speaker name</a:t>
            </a:r>
          </a:p>
        </p:txBody>
      </p:sp>
      <p:sp>
        <p:nvSpPr>
          <p:cNvPr id="14" name="Text Placeholder 9">
            <a:extLst>
              <a:ext uri="{FF2B5EF4-FFF2-40B4-BE49-F238E27FC236}">
                <a16:creationId xmlns:a16="http://schemas.microsoft.com/office/drawing/2014/main" id="{4BBE44B1-E140-4E35-AF0B-41A3CDA5CA27}"/>
              </a:ext>
            </a:extLst>
          </p:cNvPr>
          <p:cNvSpPr>
            <a:spLocks noGrp="1"/>
          </p:cNvSpPr>
          <p:nvPr>
            <p:ph type="body" sz="quarter" idx="15" hasCustomPrompt="1"/>
          </p:nvPr>
        </p:nvSpPr>
        <p:spPr>
          <a:xfrm>
            <a:off x="4810125" y="3990975"/>
            <a:ext cx="1994088" cy="535531"/>
          </a:xfrm>
        </p:spPr>
        <p:txBody>
          <a:bodyPr/>
          <a:lstStyle>
            <a:lvl1pPr marL="0" indent="0">
              <a:spcAft>
                <a:spcPts val="600"/>
              </a:spcAft>
              <a:buNone/>
              <a:defRPr sz="1600" b="0" i="0">
                <a:solidFill>
                  <a:schemeClr val="tx2"/>
                </a:solidFill>
                <a:latin typeface="Amazon Ember Display" panose="020F0603020204020204" pitchFamily="34" charset="0"/>
              </a:defRPr>
            </a:lvl1pPr>
          </a:lstStyle>
          <a:p>
            <a:pPr lvl="0"/>
            <a:r>
              <a:rPr lang="en-US"/>
              <a:t>Speaker contact info (email or socials)</a:t>
            </a:r>
          </a:p>
        </p:txBody>
      </p:sp>
      <p:sp>
        <p:nvSpPr>
          <p:cNvPr id="16" name="TextBox 15">
            <a:extLst>
              <a:ext uri="{FF2B5EF4-FFF2-40B4-BE49-F238E27FC236}">
                <a16:creationId xmlns:a16="http://schemas.microsoft.com/office/drawing/2014/main" id="{82BEBFA3-8C5E-448A-B03D-8DAAEBB407B0}"/>
              </a:ext>
            </a:extLst>
          </p:cNvPr>
          <p:cNvSpPr txBox="1"/>
          <p:nvPr userDrawn="1"/>
        </p:nvSpPr>
        <p:spPr>
          <a:xfrm>
            <a:off x="609599" y="2461211"/>
            <a:ext cx="6867525" cy="923330"/>
          </a:xfrm>
          <a:prstGeom prst="rect">
            <a:avLst/>
          </a:prstGeom>
          <a:noFill/>
        </p:spPr>
        <p:txBody>
          <a:bodyPr wrap="square" lIns="0" rtlCol="0">
            <a:noAutofit/>
          </a:bodyPr>
          <a:lstStyle/>
          <a:p>
            <a:r>
              <a:rPr lang="en-US" sz="4800" b="0" i="0">
                <a:solidFill>
                  <a:schemeClr val="tx2"/>
                </a:solidFill>
                <a:latin typeface="Amazon Ember Display" panose="020F0603020204020204" pitchFamily="34" charset="0"/>
              </a:rPr>
              <a:t>Thank you!</a:t>
            </a:r>
          </a:p>
        </p:txBody>
      </p:sp>
      <p:pic>
        <p:nvPicPr>
          <p:cNvPr id="5" name="Picture 4">
            <a:extLst>
              <a:ext uri="{FF2B5EF4-FFF2-40B4-BE49-F238E27FC236}">
                <a16:creationId xmlns:a16="http://schemas.microsoft.com/office/drawing/2014/main" id="{C0B9A91F-2413-643E-00B4-F93DC225552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2686" y="5622947"/>
            <a:ext cx="979714" cy="587352"/>
          </a:xfrm>
          <a:prstGeom prst="rect">
            <a:avLst/>
          </a:prstGeom>
        </p:spPr>
      </p:pic>
      <p:sp>
        <p:nvSpPr>
          <p:cNvPr id="3" name="TextBox 2">
            <a:extLst>
              <a:ext uri="{FF2B5EF4-FFF2-40B4-BE49-F238E27FC236}">
                <a16:creationId xmlns:a16="http://schemas.microsoft.com/office/drawing/2014/main" id="{0902F78A-89C5-9A95-F0BE-08B93E2052E0}"/>
              </a:ext>
            </a:extLst>
          </p:cNvPr>
          <p:cNvSpPr txBox="1"/>
          <p:nvPr userDrawn="1"/>
        </p:nvSpPr>
        <p:spPr>
          <a:xfrm>
            <a:off x="527766" y="6025634"/>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2026, Amazon Web Services, Inc. or its affiliates. All rights reserved. Amazon Confidential and Trademark.</a:t>
            </a:r>
          </a:p>
        </p:txBody>
      </p:sp>
    </p:spTree>
    <p:extLst>
      <p:ext uri="{BB962C8B-B14F-4D97-AF65-F5344CB8AC3E}">
        <p14:creationId xmlns:p14="http://schemas.microsoft.com/office/powerpoint/2010/main" val="1596711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hank You Option 2">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54CF3CEA-C5D6-3EE2-0ADF-9CA879927A5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 Placeholder 7">
            <a:extLst>
              <a:ext uri="{FF2B5EF4-FFF2-40B4-BE49-F238E27FC236}">
                <a16:creationId xmlns:a16="http://schemas.microsoft.com/office/drawing/2014/main" id="{F4CEAE59-88AB-067D-8305-5D60E5C0CC94}"/>
              </a:ext>
            </a:extLst>
          </p:cNvPr>
          <p:cNvSpPr>
            <a:spLocks noGrp="1"/>
          </p:cNvSpPr>
          <p:nvPr>
            <p:ph type="body" sz="quarter" idx="10" hasCustomPrompt="1"/>
          </p:nvPr>
        </p:nvSpPr>
        <p:spPr>
          <a:xfrm>
            <a:off x="619125" y="3621643"/>
            <a:ext cx="1994088" cy="369332"/>
          </a:xfrm>
        </p:spPr>
        <p:txBody>
          <a:bodyPr anchor="b" anchorCtr="0"/>
          <a:lstStyle>
            <a:lvl1pPr marL="0" indent="0">
              <a:buNone/>
              <a:defRPr sz="2000" b="0" i="0">
                <a:solidFill>
                  <a:schemeClr val="tx2"/>
                </a:solidFill>
                <a:latin typeface="Amazon Ember Display" panose="020F0603020204020204" pitchFamily="34" charset="0"/>
              </a:defRPr>
            </a:lvl1pPr>
          </a:lstStyle>
          <a:p>
            <a:pPr lvl="0"/>
            <a:r>
              <a:rPr lang="en-US"/>
              <a:t>Speaker name</a:t>
            </a:r>
          </a:p>
        </p:txBody>
      </p:sp>
      <p:sp>
        <p:nvSpPr>
          <p:cNvPr id="4" name="Text Placeholder 9">
            <a:extLst>
              <a:ext uri="{FF2B5EF4-FFF2-40B4-BE49-F238E27FC236}">
                <a16:creationId xmlns:a16="http://schemas.microsoft.com/office/drawing/2014/main" id="{7ED4E7E8-6939-47DD-F50C-1BE8D7C7AB1B}"/>
              </a:ext>
            </a:extLst>
          </p:cNvPr>
          <p:cNvSpPr>
            <a:spLocks noGrp="1"/>
          </p:cNvSpPr>
          <p:nvPr>
            <p:ph type="body" sz="quarter" idx="11" hasCustomPrompt="1"/>
          </p:nvPr>
        </p:nvSpPr>
        <p:spPr>
          <a:xfrm>
            <a:off x="619125" y="3990975"/>
            <a:ext cx="1994088" cy="535531"/>
          </a:xfrm>
        </p:spPr>
        <p:txBody>
          <a:bodyPr/>
          <a:lstStyle>
            <a:lvl1pPr marL="0" indent="0">
              <a:spcAft>
                <a:spcPts val="600"/>
              </a:spcAft>
              <a:buNone/>
              <a:defRPr sz="1600" b="0" i="0">
                <a:solidFill>
                  <a:schemeClr val="tx2"/>
                </a:solidFill>
                <a:latin typeface="Amazon Ember Display" panose="020F0603020204020204" pitchFamily="34" charset="0"/>
              </a:defRPr>
            </a:lvl1pPr>
          </a:lstStyle>
          <a:p>
            <a:pPr lvl="0"/>
            <a:r>
              <a:rPr lang="en-US"/>
              <a:t>Speaker contact info (email or socials)</a:t>
            </a:r>
          </a:p>
        </p:txBody>
      </p:sp>
      <p:sp>
        <p:nvSpPr>
          <p:cNvPr id="5" name="Text Placeholder 7">
            <a:extLst>
              <a:ext uri="{FF2B5EF4-FFF2-40B4-BE49-F238E27FC236}">
                <a16:creationId xmlns:a16="http://schemas.microsoft.com/office/drawing/2014/main" id="{B0E08B7E-513C-0B0B-9DC0-33A10068E811}"/>
              </a:ext>
            </a:extLst>
          </p:cNvPr>
          <p:cNvSpPr>
            <a:spLocks noGrp="1"/>
          </p:cNvSpPr>
          <p:nvPr>
            <p:ph type="body" sz="quarter" idx="12" hasCustomPrompt="1"/>
          </p:nvPr>
        </p:nvSpPr>
        <p:spPr>
          <a:xfrm>
            <a:off x="2714625" y="3621643"/>
            <a:ext cx="1994088" cy="369332"/>
          </a:xfrm>
        </p:spPr>
        <p:txBody>
          <a:bodyPr anchor="b" anchorCtr="0"/>
          <a:lstStyle>
            <a:lvl1pPr marL="0" indent="0">
              <a:buNone/>
              <a:defRPr sz="2000" b="0" i="0">
                <a:solidFill>
                  <a:schemeClr val="tx2"/>
                </a:solidFill>
                <a:latin typeface="Amazon Ember Display" panose="020F0603020204020204" pitchFamily="34" charset="0"/>
              </a:defRPr>
            </a:lvl1pPr>
          </a:lstStyle>
          <a:p>
            <a:pPr lvl="0"/>
            <a:r>
              <a:rPr lang="en-US"/>
              <a:t>Speaker name</a:t>
            </a:r>
          </a:p>
        </p:txBody>
      </p:sp>
      <p:sp>
        <p:nvSpPr>
          <p:cNvPr id="6" name="Text Placeholder 9">
            <a:extLst>
              <a:ext uri="{FF2B5EF4-FFF2-40B4-BE49-F238E27FC236}">
                <a16:creationId xmlns:a16="http://schemas.microsoft.com/office/drawing/2014/main" id="{21EF1BFC-F8EA-31FF-2ECB-6FE640057D1C}"/>
              </a:ext>
            </a:extLst>
          </p:cNvPr>
          <p:cNvSpPr>
            <a:spLocks noGrp="1"/>
          </p:cNvSpPr>
          <p:nvPr>
            <p:ph type="body" sz="quarter" idx="13" hasCustomPrompt="1"/>
          </p:nvPr>
        </p:nvSpPr>
        <p:spPr>
          <a:xfrm>
            <a:off x="2714625" y="3990975"/>
            <a:ext cx="1994088" cy="535531"/>
          </a:xfrm>
        </p:spPr>
        <p:txBody>
          <a:bodyPr/>
          <a:lstStyle>
            <a:lvl1pPr marL="0" indent="0">
              <a:spcAft>
                <a:spcPts val="600"/>
              </a:spcAft>
              <a:buNone/>
              <a:defRPr sz="1600" b="0" i="0">
                <a:solidFill>
                  <a:schemeClr val="tx2"/>
                </a:solidFill>
                <a:latin typeface="Amazon Ember Display" panose="020F0603020204020204" pitchFamily="34" charset="0"/>
              </a:defRPr>
            </a:lvl1pPr>
          </a:lstStyle>
          <a:p>
            <a:pPr lvl="0"/>
            <a:r>
              <a:rPr lang="en-US"/>
              <a:t>Speaker contact info (email or socials)</a:t>
            </a:r>
          </a:p>
        </p:txBody>
      </p:sp>
      <p:sp>
        <p:nvSpPr>
          <p:cNvPr id="7" name="Text Placeholder 7">
            <a:extLst>
              <a:ext uri="{FF2B5EF4-FFF2-40B4-BE49-F238E27FC236}">
                <a16:creationId xmlns:a16="http://schemas.microsoft.com/office/drawing/2014/main" id="{BCF5D785-7779-B4A7-1593-D9E4005D4186}"/>
              </a:ext>
            </a:extLst>
          </p:cNvPr>
          <p:cNvSpPr>
            <a:spLocks noGrp="1"/>
          </p:cNvSpPr>
          <p:nvPr>
            <p:ph type="body" sz="quarter" idx="14" hasCustomPrompt="1"/>
          </p:nvPr>
        </p:nvSpPr>
        <p:spPr>
          <a:xfrm>
            <a:off x="4810125" y="3621643"/>
            <a:ext cx="1994088" cy="369332"/>
          </a:xfrm>
        </p:spPr>
        <p:txBody>
          <a:bodyPr anchor="b" anchorCtr="0"/>
          <a:lstStyle>
            <a:lvl1pPr marL="0" indent="0">
              <a:buNone/>
              <a:defRPr sz="2000" b="0" i="0">
                <a:solidFill>
                  <a:schemeClr val="tx2"/>
                </a:solidFill>
                <a:latin typeface="Amazon Ember Display" panose="020F0603020204020204" pitchFamily="34" charset="0"/>
              </a:defRPr>
            </a:lvl1pPr>
          </a:lstStyle>
          <a:p>
            <a:pPr lvl="0"/>
            <a:r>
              <a:rPr lang="en-US"/>
              <a:t>Speaker name</a:t>
            </a:r>
          </a:p>
        </p:txBody>
      </p:sp>
      <p:sp>
        <p:nvSpPr>
          <p:cNvPr id="9" name="Text Placeholder 9">
            <a:extLst>
              <a:ext uri="{FF2B5EF4-FFF2-40B4-BE49-F238E27FC236}">
                <a16:creationId xmlns:a16="http://schemas.microsoft.com/office/drawing/2014/main" id="{6C67EAE0-22D8-7774-6075-2E7C8D357946}"/>
              </a:ext>
            </a:extLst>
          </p:cNvPr>
          <p:cNvSpPr>
            <a:spLocks noGrp="1"/>
          </p:cNvSpPr>
          <p:nvPr>
            <p:ph type="body" sz="quarter" idx="15" hasCustomPrompt="1"/>
          </p:nvPr>
        </p:nvSpPr>
        <p:spPr>
          <a:xfrm>
            <a:off x="4810125" y="3990975"/>
            <a:ext cx="1994088" cy="535531"/>
          </a:xfrm>
        </p:spPr>
        <p:txBody>
          <a:bodyPr/>
          <a:lstStyle>
            <a:lvl1pPr marL="0" indent="0">
              <a:spcAft>
                <a:spcPts val="600"/>
              </a:spcAft>
              <a:buNone/>
              <a:defRPr sz="1600" b="0" i="0">
                <a:solidFill>
                  <a:schemeClr val="tx2"/>
                </a:solidFill>
                <a:latin typeface="Amazon Ember Display" panose="020F0603020204020204" pitchFamily="34" charset="0"/>
              </a:defRPr>
            </a:lvl1pPr>
          </a:lstStyle>
          <a:p>
            <a:pPr lvl="0"/>
            <a:r>
              <a:rPr lang="en-US"/>
              <a:t>Speaker contact info (email or socials)</a:t>
            </a:r>
          </a:p>
        </p:txBody>
      </p:sp>
      <p:sp>
        <p:nvSpPr>
          <p:cNvPr id="20" name="TextBox 19">
            <a:extLst>
              <a:ext uri="{FF2B5EF4-FFF2-40B4-BE49-F238E27FC236}">
                <a16:creationId xmlns:a16="http://schemas.microsoft.com/office/drawing/2014/main" id="{8B073B14-3FCE-9EBE-8EF4-076D31F5D3A9}"/>
              </a:ext>
            </a:extLst>
          </p:cNvPr>
          <p:cNvSpPr txBox="1"/>
          <p:nvPr userDrawn="1"/>
        </p:nvSpPr>
        <p:spPr>
          <a:xfrm>
            <a:off x="609599" y="2461211"/>
            <a:ext cx="6867525" cy="923330"/>
          </a:xfrm>
          <a:prstGeom prst="rect">
            <a:avLst/>
          </a:prstGeom>
          <a:noFill/>
        </p:spPr>
        <p:txBody>
          <a:bodyPr wrap="square" lIns="0" rtlCol="0">
            <a:noAutofit/>
          </a:bodyPr>
          <a:lstStyle/>
          <a:p>
            <a:r>
              <a:rPr lang="en-US" sz="4800" b="0" i="0">
                <a:solidFill>
                  <a:schemeClr val="tx2"/>
                </a:solidFill>
                <a:latin typeface="Amazon Ember Display" panose="020F0603020204020204" pitchFamily="34" charset="0"/>
              </a:rPr>
              <a:t>Thank you!</a:t>
            </a:r>
          </a:p>
        </p:txBody>
      </p:sp>
      <p:sp>
        <p:nvSpPr>
          <p:cNvPr id="21" name="TextBox 20">
            <a:extLst>
              <a:ext uri="{FF2B5EF4-FFF2-40B4-BE49-F238E27FC236}">
                <a16:creationId xmlns:a16="http://schemas.microsoft.com/office/drawing/2014/main" id="{2B64E461-542C-9DF0-B91E-B36341643F32}"/>
              </a:ext>
            </a:extLst>
          </p:cNvPr>
          <p:cNvSpPr txBox="1"/>
          <p:nvPr userDrawn="1"/>
        </p:nvSpPr>
        <p:spPr>
          <a:xfrm>
            <a:off x="-1352550" y="3771900"/>
            <a:ext cx="65" cy="369332"/>
          </a:xfrm>
          <a:prstGeom prst="rect">
            <a:avLst/>
          </a:prstGeom>
          <a:noFill/>
        </p:spPr>
        <p:txBody>
          <a:bodyPr wrap="none" lIns="0" rIns="0" rtlCol="0">
            <a:spAutoFit/>
          </a:bodyPr>
          <a:lstStyle/>
          <a:p>
            <a:pPr algn="l"/>
            <a:endParaRPr lang="en-US" b="0" i="0" err="1">
              <a:latin typeface="Amazon Ember Display" panose="020F0603020204020204" pitchFamily="34" charset="0"/>
            </a:endParaRPr>
          </a:p>
        </p:txBody>
      </p:sp>
      <p:pic>
        <p:nvPicPr>
          <p:cNvPr id="22" name="Picture 21">
            <a:extLst>
              <a:ext uri="{FF2B5EF4-FFF2-40B4-BE49-F238E27FC236}">
                <a16:creationId xmlns:a16="http://schemas.microsoft.com/office/drawing/2014/main" id="{0625BCAF-5C90-042B-0BAB-CD0E59CCA80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2686" y="5622947"/>
            <a:ext cx="979714" cy="587352"/>
          </a:xfrm>
          <a:prstGeom prst="rect">
            <a:avLst/>
          </a:prstGeom>
        </p:spPr>
      </p:pic>
      <p:sp>
        <p:nvSpPr>
          <p:cNvPr id="2" name="TextBox 1">
            <a:extLst>
              <a:ext uri="{FF2B5EF4-FFF2-40B4-BE49-F238E27FC236}">
                <a16:creationId xmlns:a16="http://schemas.microsoft.com/office/drawing/2014/main" id="{DDEC7666-E95B-BA1B-9CE7-A188F672FA46}"/>
              </a:ext>
            </a:extLst>
          </p:cNvPr>
          <p:cNvSpPr txBox="1"/>
          <p:nvPr userDrawn="1"/>
        </p:nvSpPr>
        <p:spPr>
          <a:xfrm>
            <a:off x="527766" y="6025634"/>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2026, Amazon Web Services, Inc. or its affiliates. All rights reserved. Amazon Confidential and Trademark.</a:t>
            </a:r>
          </a:p>
        </p:txBody>
      </p:sp>
    </p:spTree>
    <p:extLst>
      <p:ext uri="{BB962C8B-B14F-4D97-AF65-F5344CB8AC3E}">
        <p14:creationId xmlns:p14="http://schemas.microsoft.com/office/powerpoint/2010/main" val="2377077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hank You Option 3">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00EE6D9C-875B-CBBD-B13E-569C0B9A8F7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 Placeholder 7">
            <a:extLst>
              <a:ext uri="{FF2B5EF4-FFF2-40B4-BE49-F238E27FC236}">
                <a16:creationId xmlns:a16="http://schemas.microsoft.com/office/drawing/2014/main" id="{C3E01366-E822-32FE-65C0-B3B4125945BA}"/>
              </a:ext>
            </a:extLst>
          </p:cNvPr>
          <p:cNvSpPr>
            <a:spLocks noGrp="1"/>
          </p:cNvSpPr>
          <p:nvPr>
            <p:ph type="body" sz="quarter" idx="10" hasCustomPrompt="1"/>
          </p:nvPr>
        </p:nvSpPr>
        <p:spPr>
          <a:xfrm>
            <a:off x="619125" y="3621643"/>
            <a:ext cx="1994088" cy="369332"/>
          </a:xfrm>
        </p:spPr>
        <p:txBody>
          <a:bodyPr anchor="b" anchorCtr="0"/>
          <a:lstStyle>
            <a:lvl1pPr marL="0" indent="0">
              <a:buNone/>
              <a:defRPr sz="2000" b="0" i="0">
                <a:solidFill>
                  <a:schemeClr val="tx2"/>
                </a:solidFill>
                <a:latin typeface="Amazon Ember Display" panose="020F0603020204020204" pitchFamily="34" charset="0"/>
              </a:defRPr>
            </a:lvl1pPr>
          </a:lstStyle>
          <a:p>
            <a:pPr lvl="0"/>
            <a:r>
              <a:rPr lang="en-US"/>
              <a:t>Speaker name</a:t>
            </a:r>
          </a:p>
        </p:txBody>
      </p:sp>
      <p:sp>
        <p:nvSpPr>
          <p:cNvPr id="4" name="Text Placeholder 9">
            <a:extLst>
              <a:ext uri="{FF2B5EF4-FFF2-40B4-BE49-F238E27FC236}">
                <a16:creationId xmlns:a16="http://schemas.microsoft.com/office/drawing/2014/main" id="{1E78FCF9-F25E-3767-EB4A-8D919FAD0C7D}"/>
              </a:ext>
            </a:extLst>
          </p:cNvPr>
          <p:cNvSpPr>
            <a:spLocks noGrp="1"/>
          </p:cNvSpPr>
          <p:nvPr>
            <p:ph type="body" sz="quarter" idx="11" hasCustomPrompt="1"/>
          </p:nvPr>
        </p:nvSpPr>
        <p:spPr>
          <a:xfrm>
            <a:off x="619125" y="3990975"/>
            <a:ext cx="1994088" cy="535531"/>
          </a:xfrm>
        </p:spPr>
        <p:txBody>
          <a:bodyPr/>
          <a:lstStyle>
            <a:lvl1pPr marL="0" indent="0">
              <a:spcAft>
                <a:spcPts val="600"/>
              </a:spcAft>
              <a:buNone/>
              <a:defRPr sz="1600" b="0" i="0">
                <a:solidFill>
                  <a:schemeClr val="tx2"/>
                </a:solidFill>
                <a:latin typeface="Amazon Ember Display" panose="020F0603020204020204" pitchFamily="34" charset="0"/>
              </a:defRPr>
            </a:lvl1pPr>
          </a:lstStyle>
          <a:p>
            <a:pPr lvl="0"/>
            <a:r>
              <a:rPr lang="en-US"/>
              <a:t>Speaker contact info (email or socials)</a:t>
            </a:r>
          </a:p>
        </p:txBody>
      </p:sp>
      <p:sp>
        <p:nvSpPr>
          <p:cNvPr id="5" name="Text Placeholder 7">
            <a:extLst>
              <a:ext uri="{FF2B5EF4-FFF2-40B4-BE49-F238E27FC236}">
                <a16:creationId xmlns:a16="http://schemas.microsoft.com/office/drawing/2014/main" id="{4A1C9D7C-4935-7A74-21C6-B88B45377B89}"/>
              </a:ext>
            </a:extLst>
          </p:cNvPr>
          <p:cNvSpPr>
            <a:spLocks noGrp="1"/>
          </p:cNvSpPr>
          <p:nvPr>
            <p:ph type="body" sz="quarter" idx="12" hasCustomPrompt="1"/>
          </p:nvPr>
        </p:nvSpPr>
        <p:spPr>
          <a:xfrm>
            <a:off x="2714625" y="3621643"/>
            <a:ext cx="1994088" cy="369332"/>
          </a:xfrm>
        </p:spPr>
        <p:txBody>
          <a:bodyPr anchor="b" anchorCtr="0"/>
          <a:lstStyle>
            <a:lvl1pPr marL="0" indent="0">
              <a:buNone/>
              <a:defRPr sz="2000" b="0" i="0">
                <a:solidFill>
                  <a:schemeClr val="tx2"/>
                </a:solidFill>
                <a:latin typeface="Amazon Ember Display" panose="020F0603020204020204" pitchFamily="34" charset="0"/>
              </a:defRPr>
            </a:lvl1pPr>
          </a:lstStyle>
          <a:p>
            <a:pPr lvl="0"/>
            <a:r>
              <a:rPr lang="en-US"/>
              <a:t>Speaker name</a:t>
            </a:r>
          </a:p>
        </p:txBody>
      </p:sp>
      <p:sp>
        <p:nvSpPr>
          <p:cNvPr id="6" name="Text Placeholder 9">
            <a:extLst>
              <a:ext uri="{FF2B5EF4-FFF2-40B4-BE49-F238E27FC236}">
                <a16:creationId xmlns:a16="http://schemas.microsoft.com/office/drawing/2014/main" id="{20D6E1ED-92EF-4477-D94E-EDA210EF8854}"/>
              </a:ext>
            </a:extLst>
          </p:cNvPr>
          <p:cNvSpPr>
            <a:spLocks noGrp="1"/>
          </p:cNvSpPr>
          <p:nvPr>
            <p:ph type="body" sz="quarter" idx="13" hasCustomPrompt="1"/>
          </p:nvPr>
        </p:nvSpPr>
        <p:spPr>
          <a:xfrm>
            <a:off x="2714625" y="3990975"/>
            <a:ext cx="1994088" cy="535531"/>
          </a:xfrm>
        </p:spPr>
        <p:txBody>
          <a:bodyPr/>
          <a:lstStyle>
            <a:lvl1pPr marL="0" indent="0">
              <a:spcAft>
                <a:spcPts val="600"/>
              </a:spcAft>
              <a:buNone/>
              <a:defRPr sz="1600" b="0" i="0">
                <a:solidFill>
                  <a:schemeClr val="tx2"/>
                </a:solidFill>
                <a:latin typeface="Amazon Ember Display" panose="020F0603020204020204" pitchFamily="34" charset="0"/>
              </a:defRPr>
            </a:lvl1pPr>
          </a:lstStyle>
          <a:p>
            <a:pPr lvl="0"/>
            <a:r>
              <a:rPr lang="en-US"/>
              <a:t>Speaker contact info (email or socials)</a:t>
            </a:r>
          </a:p>
        </p:txBody>
      </p:sp>
      <p:sp>
        <p:nvSpPr>
          <p:cNvPr id="7" name="Text Placeholder 7">
            <a:extLst>
              <a:ext uri="{FF2B5EF4-FFF2-40B4-BE49-F238E27FC236}">
                <a16:creationId xmlns:a16="http://schemas.microsoft.com/office/drawing/2014/main" id="{3F1AB78F-B9B6-3B94-6F03-015F0598F319}"/>
              </a:ext>
            </a:extLst>
          </p:cNvPr>
          <p:cNvSpPr>
            <a:spLocks noGrp="1"/>
          </p:cNvSpPr>
          <p:nvPr>
            <p:ph type="body" sz="quarter" idx="14" hasCustomPrompt="1"/>
          </p:nvPr>
        </p:nvSpPr>
        <p:spPr>
          <a:xfrm>
            <a:off x="4810125" y="3621643"/>
            <a:ext cx="1994088" cy="369332"/>
          </a:xfrm>
        </p:spPr>
        <p:txBody>
          <a:bodyPr anchor="b" anchorCtr="0"/>
          <a:lstStyle>
            <a:lvl1pPr marL="0" indent="0">
              <a:buNone/>
              <a:defRPr sz="2000" b="0" i="0">
                <a:solidFill>
                  <a:schemeClr val="tx2"/>
                </a:solidFill>
                <a:latin typeface="Amazon Ember Display" panose="020F0603020204020204" pitchFamily="34" charset="0"/>
              </a:defRPr>
            </a:lvl1pPr>
          </a:lstStyle>
          <a:p>
            <a:pPr lvl="0"/>
            <a:r>
              <a:rPr lang="en-US"/>
              <a:t>Speaker name</a:t>
            </a:r>
          </a:p>
        </p:txBody>
      </p:sp>
      <p:sp>
        <p:nvSpPr>
          <p:cNvPr id="9" name="Text Placeholder 9">
            <a:extLst>
              <a:ext uri="{FF2B5EF4-FFF2-40B4-BE49-F238E27FC236}">
                <a16:creationId xmlns:a16="http://schemas.microsoft.com/office/drawing/2014/main" id="{7B0FD9D2-77A6-9253-CB15-84E1C403FB55}"/>
              </a:ext>
            </a:extLst>
          </p:cNvPr>
          <p:cNvSpPr>
            <a:spLocks noGrp="1"/>
          </p:cNvSpPr>
          <p:nvPr>
            <p:ph type="body" sz="quarter" idx="15" hasCustomPrompt="1"/>
          </p:nvPr>
        </p:nvSpPr>
        <p:spPr>
          <a:xfrm>
            <a:off x="4810125" y="3990975"/>
            <a:ext cx="1994088" cy="535531"/>
          </a:xfrm>
        </p:spPr>
        <p:txBody>
          <a:bodyPr/>
          <a:lstStyle>
            <a:lvl1pPr marL="0" indent="0">
              <a:spcAft>
                <a:spcPts val="600"/>
              </a:spcAft>
              <a:buNone/>
              <a:defRPr sz="1600" b="0" i="0">
                <a:solidFill>
                  <a:schemeClr val="tx2"/>
                </a:solidFill>
                <a:latin typeface="Amazon Ember Display" panose="020F0603020204020204" pitchFamily="34" charset="0"/>
              </a:defRPr>
            </a:lvl1pPr>
          </a:lstStyle>
          <a:p>
            <a:pPr lvl="0"/>
            <a:r>
              <a:rPr lang="en-US"/>
              <a:t>Speaker contact info (email or socials)</a:t>
            </a:r>
          </a:p>
        </p:txBody>
      </p:sp>
      <p:sp>
        <p:nvSpPr>
          <p:cNvPr id="20" name="TextBox 19">
            <a:extLst>
              <a:ext uri="{FF2B5EF4-FFF2-40B4-BE49-F238E27FC236}">
                <a16:creationId xmlns:a16="http://schemas.microsoft.com/office/drawing/2014/main" id="{DAE79A02-C451-B664-9107-9D196F3382D7}"/>
              </a:ext>
            </a:extLst>
          </p:cNvPr>
          <p:cNvSpPr txBox="1"/>
          <p:nvPr userDrawn="1"/>
        </p:nvSpPr>
        <p:spPr>
          <a:xfrm>
            <a:off x="609599" y="2461211"/>
            <a:ext cx="6867525" cy="923330"/>
          </a:xfrm>
          <a:prstGeom prst="rect">
            <a:avLst/>
          </a:prstGeom>
          <a:noFill/>
        </p:spPr>
        <p:txBody>
          <a:bodyPr wrap="square" lIns="0" rtlCol="0">
            <a:noAutofit/>
          </a:bodyPr>
          <a:lstStyle/>
          <a:p>
            <a:r>
              <a:rPr lang="en-US" sz="4800" b="0" i="0">
                <a:solidFill>
                  <a:schemeClr val="tx2"/>
                </a:solidFill>
                <a:latin typeface="Amazon Ember Display" panose="020F0603020204020204" pitchFamily="34" charset="0"/>
              </a:rPr>
              <a:t>Thank you!</a:t>
            </a:r>
          </a:p>
        </p:txBody>
      </p:sp>
      <p:sp>
        <p:nvSpPr>
          <p:cNvPr id="21" name="TextBox 20">
            <a:extLst>
              <a:ext uri="{FF2B5EF4-FFF2-40B4-BE49-F238E27FC236}">
                <a16:creationId xmlns:a16="http://schemas.microsoft.com/office/drawing/2014/main" id="{1416FB4C-1D1E-4119-B730-03DD2E265086}"/>
              </a:ext>
            </a:extLst>
          </p:cNvPr>
          <p:cNvSpPr txBox="1"/>
          <p:nvPr userDrawn="1"/>
        </p:nvSpPr>
        <p:spPr>
          <a:xfrm>
            <a:off x="-1352550" y="3771900"/>
            <a:ext cx="65" cy="369332"/>
          </a:xfrm>
          <a:prstGeom prst="rect">
            <a:avLst/>
          </a:prstGeom>
          <a:noFill/>
        </p:spPr>
        <p:txBody>
          <a:bodyPr wrap="none" lIns="0" rIns="0" rtlCol="0">
            <a:spAutoFit/>
          </a:bodyPr>
          <a:lstStyle/>
          <a:p>
            <a:pPr algn="l"/>
            <a:endParaRPr lang="en-US" b="0" i="0" err="1">
              <a:latin typeface="Amazon Ember Display" panose="020F0603020204020204" pitchFamily="34" charset="0"/>
            </a:endParaRPr>
          </a:p>
        </p:txBody>
      </p:sp>
      <p:pic>
        <p:nvPicPr>
          <p:cNvPr id="22" name="Picture 21">
            <a:extLst>
              <a:ext uri="{FF2B5EF4-FFF2-40B4-BE49-F238E27FC236}">
                <a16:creationId xmlns:a16="http://schemas.microsoft.com/office/drawing/2014/main" id="{30CC1F33-20B4-A2CC-CBF3-F33B6E957A3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2686" y="5622947"/>
            <a:ext cx="979714" cy="587352"/>
          </a:xfrm>
          <a:prstGeom prst="rect">
            <a:avLst/>
          </a:prstGeom>
        </p:spPr>
      </p:pic>
      <p:sp>
        <p:nvSpPr>
          <p:cNvPr id="2" name="TextBox 1">
            <a:extLst>
              <a:ext uri="{FF2B5EF4-FFF2-40B4-BE49-F238E27FC236}">
                <a16:creationId xmlns:a16="http://schemas.microsoft.com/office/drawing/2014/main" id="{492CA65A-606C-B6BF-5226-3CAA4640D586}"/>
              </a:ext>
            </a:extLst>
          </p:cNvPr>
          <p:cNvSpPr txBox="1"/>
          <p:nvPr userDrawn="1"/>
        </p:nvSpPr>
        <p:spPr>
          <a:xfrm>
            <a:off x="527766" y="6025634"/>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2026, Amazon Web Services, Inc. or its affiliates. All rights reserved. Amazon Confidential and Trademark.</a:t>
            </a:r>
          </a:p>
        </p:txBody>
      </p:sp>
    </p:spTree>
    <p:extLst>
      <p:ext uri="{BB962C8B-B14F-4D97-AF65-F5344CB8AC3E}">
        <p14:creationId xmlns:p14="http://schemas.microsoft.com/office/powerpoint/2010/main" val="1077792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FA33D-5535-4C9A-8FE3-B37ABA63B4C7}"/>
              </a:ext>
            </a:extLst>
          </p:cNvPr>
          <p:cNvSpPr>
            <a:spLocks noGrp="1"/>
          </p:cNvSpPr>
          <p:nvPr>
            <p:ph type="title"/>
          </p:nvPr>
        </p:nvSpPr>
        <p:spPr>
          <a:xfrm>
            <a:off x="609600" y="914401"/>
            <a:ext cx="10972800" cy="535531"/>
          </a:xfrm>
          <a:prstGeom prst="rect">
            <a:avLst/>
          </a:prstGeom>
        </p:spPr>
        <p:txBody>
          <a:bodyPr>
            <a:noAutofit/>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Click to edit Master title style</a:t>
            </a:r>
          </a:p>
        </p:txBody>
      </p:sp>
      <p:sp>
        <p:nvSpPr>
          <p:cNvPr id="3" name="Vertical Text Placeholder 2">
            <a:extLst>
              <a:ext uri="{FF2B5EF4-FFF2-40B4-BE49-F238E27FC236}">
                <a16:creationId xmlns:a16="http://schemas.microsoft.com/office/drawing/2014/main" id="{9E93D77A-024C-472F-B312-4E06A5BAE0BA}"/>
              </a:ext>
            </a:extLst>
          </p:cNvPr>
          <p:cNvSpPr>
            <a:spLocks noGrp="1"/>
          </p:cNvSpPr>
          <p:nvPr>
            <p:ph type="body" orient="vert" idx="1"/>
          </p:nvPr>
        </p:nvSpPr>
        <p:spPr>
          <a:xfrm>
            <a:off x="9076329" y="1718982"/>
            <a:ext cx="2506071" cy="4491317"/>
          </a:xfrm>
        </p:spPr>
        <p:txBody>
          <a:bodyPr vert="eaVert"/>
          <a:lstStyle>
            <a:lvl1pPr marL="457200" indent="-457200">
              <a:buFont typeface="Arial" panose="020B0604020202020204" pitchFamily="34" charset="0"/>
              <a:buChar char="•"/>
              <a:defRPr b="0" i="0">
                <a:latin typeface="Amazon Ember Display" panose="020F0603020204020204" pitchFamily="34" charset="0"/>
              </a:defRPr>
            </a:lvl1pPr>
            <a:lvl2pPr marL="628650" indent="-342900">
              <a:buFont typeface="Arial" panose="020B0604020202020204" pitchFamily="34" charset="0"/>
              <a:buChar char="•"/>
              <a:defRPr b="0" i="0">
                <a:latin typeface="Amazon Ember Display" panose="020F0603020204020204" pitchFamily="34" charset="0"/>
              </a:defRPr>
            </a:lvl2pPr>
            <a:lvl3pPr marL="971550" indent="-342900">
              <a:buFont typeface="Arial" panose="020B0604020202020204" pitchFamily="34" charset="0"/>
              <a:buChar char="•"/>
              <a:defRPr b="0" i="0">
                <a:latin typeface="Amazon Ember Display" panose="020F0603020204020204" pitchFamily="34" charset="0"/>
              </a:defRPr>
            </a:lvl3pPr>
            <a:lvl4pPr marL="1144588" indent="-285750">
              <a:buFont typeface="Arial" panose="020B0604020202020204" pitchFamily="34" charset="0"/>
              <a:buChar char="•"/>
              <a:defRPr b="0" i="0">
                <a:latin typeface="Amazon Ember Display" panose="020F0603020204020204" pitchFamily="34" charset="0"/>
              </a:defRPr>
            </a:lvl4pPr>
            <a:lvl5pPr marL="1316038" indent="-285750">
              <a:buFont typeface="Arial" panose="020B0604020202020204" pitchFamily="34" charset="0"/>
              <a:buChar char="•"/>
              <a:defRPr b="0" i="0">
                <a:latin typeface="Amazon Ember Display" panose="020F06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7BCF1F-274F-4C05-8696-189CDAE0C33B}"/>
              </a:ext>
            </a:extLst>
          </p:cNvPr>
          <p:cNvSpPr>
            <a:spLocks noGrp="1"/>
          </p:cNvSpPr>
          <p:nvPr>
            <p:ph type="dt" sz="half" idx="10"/>
          </p:nvPr>
        </p:nvSpPr>
        <p:spPr/>
        <p:txBody>
          <a:bodyPr/>
          <a:lstStyle>
            <a:lvl1pPr>
              <a:defRPr b="0" i="0">
                <a:latin typeface="Amazon Ember Display" panose="020F0603020204020204" pitchFamily="34" charset="0"/>
              </a:defRPr>
            </a:lvl1pPr>
          </a:lstStyle>
          <a:p>
            <a:fld id="{8DF6AC9B-6FB6-E64C-9786-C40DFE89F624}" type="datetime1">
              <a:rPr lang="en-US" smtClean="0"/>
              <a:pPr/>
              <a:t>5/14/26</a:t>
            </a:fld>
            <a:endParaRPr lang="en-US"/>
          </a:p>
        </p:txBody>
      </p:sp>
      <p:sp>
        <p:nvSpPr>
          <p:cNvPr id="5" name="Footer Placeholder 4">
            <a:extLst>
              <a:ext uri="{FF2B5EF4-FFF2-40B4-BE49-F238E27FC236}">
                <a16:creationId xmlns:a16="http://schemas.microsoft.com/office/drawing/2014/main" id="{34FBB62C-DD5C-4CC6-98BC-330285579B79}"/>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6" name="Slide Number Placeholder 5">
            <a:extLst>
              <a:ext uri="{FF2B5EF4-FFF2-40B4-BE49-F238E27FC236}">
                <a16:creationId xmlns:a16="http://schemas.microsoft.com/office/drawing/2014/main" id="{310D4DAD-D906-4444-864A-7CED33CEDEB5}"/>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625061DB-7406-41C8-A121-52D8D4484FD1}" type="slidenum">
              <a:rPr lang="en-US" smtClean="0"/>
              <a:pPr/>
              <a:t>‹#›</a:t>
            </a:fld>
            <a:endParaRPr lang="en-US"/>
          </a:p>
        </p:txBody>
      </p:sp>
    </p:spTree>
    <p:extLst>
      <p:ext uri="{BB962C8B-B14F-4D97-AF65-F5344CB8AC3E}">
        <p14:creationId xmlns:p14="http://schemas.microsoft.com/office/powerpoint/2010/main" val="2484097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2F2CA4B-F100-498A-9F95-D1048E98B369}"/>
              </a:ext>
            </a:extLst>
          </p:cNvPr>
          <p:cNvSpPr>
            <a:spLocks noGrp="1"/>
          </p:cNvSpPr>
          <p:nvPr>
            <p:ph type="title" orient="vert"/>
          </p:nvPr>
        </p:nvSpPr>
        <p:spPr>
          <a:xfrm>
            <a:off x="8724900" y="914399"/>
            <a:ext cx="2857500" cy="5295901"/>
          </a:xfrm>
          <a:prstGeom prst="rect">
            <a:avLst/>
          </a:prstGeom>
        </p:spPr>
        <p:txBody>
          <a:bodyPr vert="eaVert">
            <a:normAutofit/>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Click to edit Master title style</a:t>
            </a:r>
          </a:p>
        </p:txBody>
      </p:sp>
      <p:sp>
        <p:nvSpPr>
          <p:cNvPr id="3" name="Vertical Text Placeholder 2">
            <a:extLst>
              <a:ext uri="{FF2B5EF4-FFF2-40B4-BE49-F238E27FC236}">
                <a16:creationId xmlns:a16="http://schemas.microsoft.com/office/drawing/2014/main" id="{64442DEB-18AA-41C3-A034-B81C2006971D}"/>
              </a:ext>
            </a:extLst>
          </p:cNvPr>
          <p:cNvSpPr>
            <a:spLocks noGrp="1"/>
          </p:cNvSpPr>
          <p:nvPr>
            <p:ph type="body" orient="vert" idx="1"/>
          </p:nvPr>
        </p:nvSpPr>
        <p:spPr>
          <a:xfrm>
            <a:off x="6066429" y="914399"/>
            <a:ext cx="2506071" cy="5295901"/>
          </a:xfrm>
        </p:spPr>
        <p:txBody>
          <a:bodyPr vert="eaVert"/>
          <a:lstStyle>
            <a:lvl1pPr marL="457200" indent="-457200">
              <a:buFont typeface="Arial" panose="020B0604020202020204" pitchFamily="34" charset="0"/>
              <a:buChar char="•"/>
              <a:defRPr b="0" i="0">
                <a:latin typeface="Amazon Ember Display" panose="020F0603020204020204" pitchFamily="34" charset="0"/>
              </a:defRPr>
            </a:lvl1pPr>
            <a:lvl2pPr marL="628650" indent="-342900">
              <a:buFont typeface="Arial" panose="020B0604020202020204" pitchFamily="34" charset="0"/>
              <a:buChar char="•"/>
              <a:defRPr b="0" i="0">
                <a:latin typeface="Amazon Ember Display" panose="020F0603020204020204" pitchFamily="34" charset="0"/>
              </a:defRPr>
            </a:lvl2pPr>
            <a:lvl3pPr marL="971550" indent="-342900">
              <a:buFont typeface="Arial" panose="020B0604020202020204" pitchFamily="34" charset="0"/>
              <a:buChar char="•"/>
              <a:defRPr b="0" i="0">
                <a:latin typeface="Amazon Ember Display" panose="020F0603020204020204" pitchFamily="34" charset="0"/>
              </a:defRPr>
            </a:lvl3pPr>
            <a:lvl4pPr marL="1144588" indent="-285750">
              <a:buFont typeface="Arial" panose="020B0604020202020204" pitchFamily="34" charset="0"/>
              <a:buChar char="•"/>
              <a:defRPr b="0" i="0">
                <a:latin typeface="Amazon Ember Display" panose="020F0603020204020204" pitchFamily="34" charset="0"/>
              </a:defRPr>
            </a:lvl4pPr>
            <a:lvl5pPr marL="1316038" indent="-285750">
              <a:buFont typeface="Arial" panose="020B0604020202020204" pitchFamily="34" charset="0"/>
              <a:buChar char="•"/>
              <a:defRPr b="0" i="0">
                <a:latin typeface="Amazon Ember Display" panose="020F06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98874D-2362-4107-9CFB-6624C519CF0C}"/>
              </a:ext>
            </a:extLst>
          </p:cNvPr>
          <p:cNvSpPr>
            <a:spLocks noGrp="1"/>
          </p:cNvSpPr>
          <p:nvPr>
            <p:ph type="dt" sz="half" idx="10"/>
          </p:nvPr>
        </p:nvSpPr>
        <p:spPr/>
        <p:txBody>
          <a:bodyPr/>
          <a:lstStyle>
            <a:lvl1pPr>
              <a:defRPr b="0" i="0">
                <a:latin typeface="Amazon Ember Display" panose="020F0603020204020204" pitchFamily="34" charset="0"/>
              </a:defRPr>
            </a:lvl1pPr>
          </a:lstStyle>
          <a:p>
            <a:fld id="{21DD148F-2774-EA45-8C22-2C39149188FB}" type="datetime1">
              <a:rPr lang="en-US" smtClean="0"/>
              <a:pPr/>
              <a:t>5/14/26</a:t>
            </a:fld>
            <a:endParaRPr lang="en-US"/>
          </a:p>
        </p:txBody>
      </p:sp>
      <p:sp>
        <p:nvSpPr>
          <p:cNvPr id="5" name="Footer Placeholder 4">
            <a:extLst>
              <a:ext uri="{FF2B5EF4-FFF2-40B4-BE49-F238E27FC236}">
                <a16:creationId xmlns:a16="http://schemas.microsoft.com/office/drawing/2014/main" id="{0C81FEF1-5834-4539-A37C-ED5E275C6D22}"/>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6" name="Slide Number Placeholder 5">
            <a:extLst>
              <a:ext uri="{FF2B5EF4-FFF2-40B4-BE49-F238E27FC236}">
                <a16:creationId xmlns:a16="http://schemas.microsoft.com/office/drawing/2014/main" id="{F0AA1474-147C-4D4E-B55D-24F747B205EB}"/>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625061DB-7406-41C8-A121-52D8D4484FD1}" type="slidenum">
              <a:rPr lang="en-US" smtClean="0"/>
              <a:pPr/>
              <a:t>‹#›</a:t>
            </a:fld>
            <a:endParaRPr lang="en-US"/>
          </a:p>
        </p:txBody>
      </p:sp>
    </p:spTree>
    <p:extLst>
      <p:ext uri="{BB962C8B-B14F-4D97-AF65-F5344CB8AC3E}">
        <p14:creationId xmlns:p14="http://schemas.microsoft.com/office/powerpoint/2010/main" val="2847748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Do Not Use">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A4731D4-24B7-407D-A119-09109E0E0D80}"/>
              </a:ext>
            </a:extLst>
          </p:cNvPr>
          <p:cNvSpPr txBox="1"/>
          <p:nvPr userDrawn="1"/>
        </p:nvSpPr>
        <p:spPr>
          <a:xfrm>
            <a:off x="3486150" y="2512370"/>
            <a:ext cx="7353300" cy="1874103"/>
          </a:xfrm>
          <a:prstGeom prst="rect">
            <a:avLst/>
          </a:prstGeom>
          <a:noFill/>
        </p:spPr>
        <p:txBody>
          <a:bodyPr wrap="square" rtlCol="0">
            <a:spAutoFit/>
          </a:bodyPr>
          <a:lstStyle/>
          <a:p>
            <a:pPr algn="l">
              <a:lnSpc>
                <a:spcPct val="80000"/>
              </a:lnSpc>
            </a:pPr>
            <a:r>
              <a:rPr lang="en-US" sz="6000">
                <a:latin typeface="+mj-lt"/>
              </a:rPr>
              <a:t>Do not use layouts after this slide.</a:t>
            </a:r>
            <a:br>
              <a:rPr lang="en-US" sz="6000">
                <a:latin typeface="+mj-lt"/>
              </a:rPr>
            </a:br>
            <a:r>
              <a:rPr lang="en-US" sz="2000">
                <a:latin typeface="+mj-lt"/>
              </a:rPr>
              <a:t>They are not part of the official template.</a:t>
            </a:r>
            <a:endParaRPr lang="en-US" sz="6000">
              <a:latin typeface="+mj-lt"/>
            </a:endParaRPr>
          </a:p>
        </p:txBody>
      </p:sp>
      <p:pic>
        <p:nvPicPr>
          <p:cNvPr id="7" name="Graphic 6" descr="Stop sign">
            <a:extLst>
              <a:ext uri="{FF2B5EF4-FFF2-40B4-BE49-F238E27FC236}">
                <a16:creationId xmlns:a16="http://schemas.microsoft.com/office/drawing/2014/main" id="{2E1D490C-0B7A-44B5-A2CC-97504831122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57250" y="2114549"/>
            <a:ext cx="2628900" cy="2628900"/>
          </a:xfrm>
          <a:prstGeom prst="rect">
            <a:avLst/>
          </a:prstGeom>
        </p:spPr>
      </p:pic>
      <p:sp>
        <p:nvSpPr>
          <p:cNvPr id="8" name="Rectangle 7">
            <a:extLst>
              <a:ext uri="{FF2B5EF4-FFF2-40B4-BE49-F238E27FC236}">
                <a16:creationId xmlns:a16="http://schemas.microsoft.com/office/drawing/2014/main" id="{A56A91D7-A142-41A9-9775-90FA8A0EC8F4}"/>
              </a:ext>
            </a:extLst>
          </p:cNvPr>
          <p:cNvSpPr/>
          <p:nvPr userDrawn="1"/>
        </p:nvSpPr>
        <p:spPr>
          <a:xfrm>
            <a:off x="380999" y="6337300"/>
            <a:ext cx="4943475" cy="5207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mazon Ember Display" panose="020F0603020204020204" pitchFamily="34" charset="0"/>
            </a:endParaRPr>
          </a:p>
        </p:txBody>
      </p:sp>
      <p:sp>
        <p:nvSpPr>
          <p:cNvPr id="5" name="Rectangle 4">
            <a:extLst>
              <a:ext uri="{FF2B5EF4-FFF2-40B4-BE49-F238E27FC236}">
                <a16:creationId xmlns:a16="http://schemas.microsoft.com/office/drawing/2014/main" id="{F4A252AA-410C-4410-AE45-9D483892FCD8}"/>
              </a:ext>
            </a:extLst>
          </p:cNvPr>
          <p:cNvSpPr/>
          <p:nvPr userDrawn="1"/>
        </p:nvSpPr>
        <p:spPr>
          <a:xfrm>
            <a:off x="380999" y="163722"/>
            <a:ext cx="4943475" cy="5207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mazon Ember Display" panose="020F0603020204020204" pitchFamily="34" charset="0"/>
            </a:endParaRPr>
          </a:p>
        </p:txBody>
      </p:sp>
    </p:spTree>
    <p:extLst>
      <p:ext uri="{BB962C8B-B14F-4D97-AF65-F5344CB8AC3E}">
        <p14:creationId xmlns:p14="http://schemas.microsoft.com/office/powerpoint/2010/main" val="1599047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Only Dar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0601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Side 1A">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87593843-4CBC-A712-CB2B-B4F878BE345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9" name="Picture 8">
            <a:extLst>
              <a:ext uri="{FF2B5EF4-FFF2-40B4-BE49-F238E27FC236}">
                <a16:creationId xmlns:a16="http://schemas.microsoft.com/office/drawing/2014/main" id="{41B6776E-568F-A5A4-981B-E30628F8727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2686" y="5616413"/>
            <a:ext cx="979714" cy="586152"/>
          </a:xfrm>
          <a:prstGeom prst="rect">
            <a:avLst/>
          </a:prstGeom>
        </p:spPr>
      </p:pic>
      <p:sp>
        <p:nvSpPr>
          <p:cNvPr id="2" name="Title 1">
            <a:extLst>
              <a:ext uri="{FF2B5EF4-FFF2-40B4-BE49-F238E27FC236}">
                <a16:creationId xmlns:a16="http://schemas.microsoft.com/office/drawing/2014/main" id="{5EFDF3A4-5795-4C3E-A626-E8705501F605}"/>
              </a:ext>
            </a:extLst>
          </p:cNvPr>
          <p:cNvSpPr>
            <a:spLocks noGrp="1"/>
          </p:cNvSpPr>
          <p:nvPr>
            <p:ph type="ctrTitle" hasCustomPrompt="1"/>
          </p:nvPr>
        </p:nvSpPr>
        <p:spPr>
          <a:xfrm>
            <a:off x="477246" y="3418321"/>
            <a:ext cx="6460999" cy="923330"/>
          </a:xfrm>
          <a:prstGeom prst="rect">
            <a:avLst/>
          </a:prstGeom>
        </p:spPr>
        <p:txBody>
          <a:bodyPr wrap="square" anchor="t" anchorCtr="0"/>
          <a:lstStyle>
            <a:lvl1pPr algn="l">
              <a:defRPr sz="60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Enter title</a:t>
            </a:r>
          </a:p>
        </p:txBody>
      </p:sp>
      <p:sp>
        <p:nvSpPr>
          <p:cNvPr id="3" name="Subtitle 2">
            <a:extLst>
              <a:ext uri="{FF2B5EF4-FFF2-40B4-BE49-F238E27FC236}">
                <a16:creationId xmlns:a16="http://schemas.microsoft.com/office/drawing/2014/main" id="{FDAD1914-560C-4D5C-AA3F-8A993D908EC6}"/>
              </a:ext>
            </a:extLst>
          </p:cNvPr>
          <p:cNvSpPr>
            <a:spLocks noGrp="1"/>
          </p:cNvSpPr>
          <p:nvPr>
            <p:ph type="subTitle" idx="1" hasCustomPrompt="1"/>
          </p:nvPr>
        </p:nvSpPr>
        <p:spPr>
          <a:xfrm>
            <a:off x="609598" y="4366830"/>
            <a:ext cx="6460998" cy="535531"/>
          </a:xfrm>
        </p:spPr>
        <p:txBody>
          <a:bodyPr wrap="square"/>
          <a:lstStyle>
            <a:lvl1pPr marL="0" indent="0" algn="l">
              <a:spcAft>
                <a:spcPts val="0"/>
              </a:spcAft>
              <a:buFont typeface="Arial" panose="020B0604020202020204" pitchFamily="34" charset="0"/>
              <a:buNone/>
              <a:defRPr sz="3200" b="0" i="0" cap="none" spc="0" baseline="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Enter subtitle</a:t>
            </a:r>
          </a:p>
        </p:txBody>
      </p:sp>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609598" y="5261981"/>
            <a:ext cx="3797302" cy="369332"/>
          </a:xfrm>
        </p:spPr>
        <p:txBody>
          <a:bodyPr wrap="square"/>
          <a:lstStyle>
            <a:lvl1pPr marL="0" indent="0">
              <a:spcAft>
                <a:spcPts val="0"/>
              </a:spcAft>
              <a:buNone/>
              <a:defRPr sz="2000" b="0" i="0" cap="none" spc="0" baseline="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a:t>Speaker name (pronouns)</a:t>
            </a:r>
          </a:p>
        </p:txBody>
      </p:sp>
      <p:sp>
        <p:nvSpPr>
          <p:cNvPr id="8" name="Text Placeholder 7">
            <a:extLst>
              <a:ext uri="{FF2B5EF4-FFF2-40B4-BE49-F238E27FC236}">
                <a16:creationId xmlns:a16="http://schemas.microsoft.com/office/drawing/2014/main" id="{B54CE4ED-4096-479A-AA41-A2286E854BFC}"/>
              </a:ext>
            </a:extLst>
          </p:cNvPr>
          <p:cNvSpPr>
            <a:spLocks noGrp="1"/>
          </p:cNvSpPr>
          <p:nvPr>
            <p:ph type="body" sz="quarter" idx="10" hasCustomPrompt="1"/>
          </p:nvPr>
        </p:nvSpPr>
        <p:spPr>
          <a:xfrm>
            <a:off x="609598" y="332014"/>
            <a:ext cx="6477002" cy="230832"/>
          </a:xfrm>
        </p:spPr>
        <p:txBody>
          <a:bodyPr wrap="square"/>
          <a:lstStyle>
            <a:lvl1pPr marL="0" indent="0">
              <a:spcAft>
                <a:spcPts val="0"/>
              </a:spcAft>
              <a:buNone/>
              <a:defRPr sz="1000" b="0" i="0" cap="all" spc="300" baseline="0">
                <a:solidFill>
                  <a:schemeClr val="tx2"/>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a:t>Enter session ID if required</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609598" y="5674769"/>
            <a:ext cx="3797302" cy="535531"/>
          </a:xfrm>
        </p:spPr>
        <p:txBody>
          <a:bodyPr wrap="square"/>
          <a:lstStyle>
            <a:lvl1pPr marL="0" indent="0">
              <a:spcAft>
                <a:spcPts val="300"/>
              </a:spcAft>
              <a:buNone/>
              <a:defRPr sz="16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a:t>Speaker job title</a:t>
            </a:r>
            <a:br>
              <a:rPr lang="en-US"/>
            </a:br>
            <a:r>
              <a:rPr lang="en-US"/>
              <a:t>Speaker company</a:t>
            </a:r>
          </a:p>
        </p:txBody>
      </p:sp>
      <p:sp>
        <p:nvSpPr>
          <p:cNvPr id="11" name="TextBox 10">
            <a:extLst>
              <a:ext uri="{FF2B5EF4-FFF2-40B4-BE49-F238E27FC236}">
                <a16:creationId xmlns:a16="http://schemas.microsoft.com/office/drawing/2014/main" id="{F9CE4815-926B-43B6-82AB-971B1A89CEF6}"/>
              </a:ext>
            </a:extLst>
          </p:cNvPr>
          <p:cNvSpPr txBox="1"/>
          <p:nvPr userDrawn="1"/>
        </p:nvSpPr>
        <p:spPr>
          <a:xfrm>
            <a:off x="504476"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2026, Amazon Web Services, Inc. or its affiliates. All rights reserved. Amazon Confidential and Trademark.</a:t>
            </a:r>
          </a:p>
        </p:txBody>
      </p:sp>
    </p:spTree>
    <p:extLst>
      <p:ext uri="{BB962C8B-B14F-4D97-AF65-F5344CB8AC3E}">
        <p14:creationId xmlns:p14="http://schemas.microsoft.com/office/powerpoint/2010/main" val="3116447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Slide 1C">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0273828A-79F8-15CD-9D21-FB44B77FDBB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Subtitle 2">
            <a:extLst>
              <a:ext uri="{FF2B5EF4-FFF2-40B4-BE49-F238E27FC236}">
                <a16:creationId xmlns:a16="http://schemas.microsoft.com/office/drawing/2014/main" id="{53CAD519-9A88-CC6D-C64F-32781DE12863}"/>
              </a:ext>
            </a:extLst>
          </p:cNvPr>
          <p:cNvSpPr>
            <a:spLocks noGrp="1"/>
          </p:cNvSpPr>
          <p:nvPr>
            <p:ph type="subTitle" idx="1" hasCustomPrompt="1"/>
          </p:nvPr>
        </p:nvSpPr>
        <p:spPr>
          <a:xfrm>
            <a:off x="609598" y="4366830"/>
            <a:ext cx="6460998" cy="535531"/>
          </a:xfrm>
        </p:spPr>
        <p:txBody>
          <a:bodyPr wrap="square"/>
          <a:lstStyle>
            <a:lvl1pPr marL="0" indent="0" algn="l">
              <a:spcAft>
                <a:spcPts val="0"/>
              </a:spcAft>
              <a:buFont typeface="Arial" panose="020B0604020202020204" pitchFamily="34" charset="0"/>
              <a:buNone/>
              <a:defRPr sz="3200" b="0" i="0" cap="none" spc="0" baseline="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Enter subtitle</a:t>
            </a:r>
          </a:p>
        </p:txBody>
      </p:sp>
      <p:sp>
        <p:nvSpPr>
          <p:cNvPr id="5" name="Text Placeholder 9">
            <a:extLst>
              <a:ext uri="{FF2B5EF4-FFF2-40B4-BE49-F238E27FC236}">
                <a16:creationId xmlns:a16="http://schemas.microsoft.com/office/drawing/2014/main" id="{AECD1BDB-3933-70D1-D0B1-585F679690F4}"/>
              </a:ext>
            </a:extLst>
          </p:cNvPr>
          <p:cNvSpPr>
            <a:spLocks noGrp="1"/>
          </p:cNvSpPr>
          <p:nvPr>
            <p:ph type="body" sz="quarter" idx="11" hasCustomPrompt="1"/>
          </p:nvPr>
        </p:nvSpPr>
        <p:spPr>
          <a:xfrm>
            <a:off x="609598" y="5261981"/>
            <a:ext cx="3797302" cy="369332"/>
          </a:xfrm>
        </p:spPr>
        <p:txBody>
          <a:bodyPr wrap="square"/>
          <a:lstStyle>
            <a:lvl1pPr marL="0" indent="0">
              <a:spcAft>
                <a:spcPts val="0"/>
              </a:spcAft>
              <a:buNone/>
              <a:defRPr sz="2000" b="0" i="0" cap="none" spc="0" baseline="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a:t>Speaker name (pronouns)</a:t>
            </a:r>
          </a:p>
        </p:txBody>
      </p:sp>
      <p:sp>
        <p:nvSpPr>
          <p:cNvPr id="6" name="Text Placeholder 7">
            <a:extLst>
              <a:ext uri="{FF2B5EF4-FFF2-40B4-BE49-F238E27FC236}">
                <a16:creationId xmlns:a16="http://schemas.microsoft.com/office/drawing/2014/main" id="{49BD2DDE-9CEA-E55B-45AC-E81DC0520AEE}"/>
              </a:ext>
            </a:extLst>
          </p:cNvPr>
          <p:cNvSpPr>
            <a:spLocks noGrp="1"/>
          </p:cNvSpPr>
          <p:nvPr>
            <p:ph type="body" sz="quarter" idx="10" hasCustomPrompt="1"/>
          </p:nvPr>
        </p:nvSpPr>
        <p:spPr>
          <a:xfrm>
            <a:off x="609598" y="332014"/>
            <a:ext cx="6477002" cy="230832"/>
          </a:xfrm>
        </p:spPr>
        <p:txBody>
          <a:bodyPr wrap="square"/>
          <a:lstStyle>
            <a:lvl1pPr marL="0" indent="0">
              <a:spcAft>
                <a:spcPts val="0"/>
              </a:spcAft>
              <a:buNone/>
              <a:defRPr sz="1000" b="0" i="0" cap="all" spc="300" baseline="0">
                <a:solidFill>
                  <a:schemeClr val="tx2"/>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a:t>Enter session ID if required</a:t>
            </a:r>
          </a:p>
        </p:txBody>
      </p:sp>
      <p:sp>
        <p:nvSpPr>
          <p:cNvPr id="7" name="Text Placeholder 11">
            <a:extLst>
              <a:ext uri="{FF2B5EF4-FFF2-40B4-BE49-F238E27FC236}">
                <a16:creationId xmlns:a16="http://schemas.microsoft.com/office/drawing/2014/main" id="{6F4339BC-5512-257D-D251-96C726B3928B}"/>
              </a:ext>
            </a:extLst>
          </p:cNvPr>
          <p:cNvSpPr>
            <a:spLocks noGrp="1"/>
          </p:cNvSpPr>
          <p:nvPr>
            <p:ph type="body" sz="quarter" idx="12" hasCustomPrompt="1"/>
          </p:nvPr>
        </p:nvSpPr>
        <p:spPr>
          <a:xfrm>
            <a:off x="609598" y="5674769"/>
            <a:ext cx="3797302" cy="535531"/>
          </a:xfrm>
        </p:spPr>
        <p:txBody>
          <a:bodyPr wrap="square"/>
          <a:lstStyle>
            <a:lvl1pPr marL="0" indent="0">
              <a:spcAft>
                <a:spcPts val="300"/>
              </a:spcAft>
              <a:buNone/>
              <a:defRPr sz="16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a:t>Speaker job title</a:t>
            </a:r>
            <a:br>
              <a:rPr lang="en-US"/>
            </a:br>
            <a:r>
              <a:rPr lang="en-US"/>
              <a:t>Speaker company</a:t>
            </a:r>
          </a:p>
        </p:txBody>
      </p:sp>
      <p:sp>
        <p:nvSpPr>
          <p:cNvPr id="8" name="TextBox 7">
            <a:extLst>
              <a:ext uri="{FF2B5EF4-FFF2-40B4-BE49-F238E27FC236}">
                <a16:creationId xmlns:a16="http://schemas.microsoft.com/office/drawing/2014/main" id="{2A8E9AEE-EE0A-4511-286D-B7E92DB33387}"/>
              </a:ext>
            </a:extLst>
          </p:cNvPr>
          <p:cNvSpPr txBox="1"/>
          <p:nvPr userDrawn="1"/>
        </p:nvSpPr>
        <p:spPr>
          <a:xfrm>
            <a:off x="504476"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2026, Amazon Web Services, Inc. or its affiliates. All rights reserved. Amazon Confidential and Trademark.</a:t>
            </a:r>
          </a:p>
        </p:txBody>
      </p:sp>
      <p:sp>
        <p:nvSpPr>
          <p:cNvPr id="2" name="Title 1">
            <a:extLst>
              <a:ext uri="{FF2B5EF4-FFF2-40B4-BE49-F238E27FC236}">
                <a16:creationId xmlns:a16="http://schemas.microsoft.com/office/drawing/2014/main" id="{4C69315F-6BED-09F1-C555-D62EBCC2C2CC}"/>
              </a:ext>
            </a:extLst>
          </p:cNvPr>
          <p:cNvSpPr>
            <a:spLocks noGrp="1"/>
          </p:cNvSpPr>
          <p:nvPr>
            <p:ph type="ctrTitle" hasCustomPrompt="1"/>
          </p:nvPr>
        </p:nvSpPr>
        <p:spPr>
          <a:xfrm>
            <a:off x="477246" y="3418321"/>
            <a:ext cx="6460999" cy="923330"/>
          </a:xfrm>
          <a:prstGeom prst="rect">
            <a:avLst/>
          </a:prstGeom>
        </p:spPr>
        <p:txBody>
          <a:bodyPr wrap="square" anchor="t" anchorCtr="0"/>
          <a:lstStyle>
            <a:lvl1pPr algn="l">
              <a:defRPr sz="60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Enter title</a:t>
            </a:r>
          </a:p>
        </p:txBody>
      </p:sp>
      <p:pic>
        <p:nvPicPr>
          <p:cNvPr id="11" name="Picture 10">
            <a:extLst>
              <a:ext uri="{FF2B5EF4-FFF2-40B4-BE49-F238E27FC236}">
                <a16:creationId xmlns:a16="http://schemas.microsoft.com/office/drawing/2014/main" id="{FA0E7CF6-AEC8-B8B6-2040-09A06124894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2686" y="5616413"/>
            <a:ext cx="979714" cy="586152"/>
          </a:xfrm>
          <a:prstGeom prst="rect">
            <a:avLst/>
          </a:prstGeom>
        </p:spPr>
      </p:pic>
    </p:spTree>
    <p:extLst>
      <p:ext uri="{BB962C8B-B14F-4D97-AF65-F5344CB8AC3E}">
        <p14:creationId xmlns:p14="http://schemas.microsoft.com/office/powerpoint/2010/main" val="1008523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Slide 1B">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30B1A274-34CE-9318-18E9-83796CAE512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Subtitle 2">
            <a:extLst>
              <a:ext uri="{FF2B5EF4-FFF2-40B4-BE49-F238E27FC236}">
                <a16:creationId xmlns:a16="http://schemas.microsoft.com/office/drawing/2014/main" id="{A8CD09BF-BE98-954E-8C83-FD00798ACA28}"/>
              </a:ext>
            </a:extLst>
          </p:cNvPr>
          <p:cNvSpPr>
            <a:spLocks noGrp="1"/>
          </p:cNvSpPr>
          <p:nvPr>
            <p:ph type="subTitle" idx="1" hasCustomPrompt="1"/>
          </p:nvPr>
        </p:nvSpPr>
        <p:spPr>
          <a:xfrm>
            <a:off x="609598" y="4366830"/>
            <a:ext cx="6460998" cy="535531"/>
          </a:xfrm>
        </p:spPr>
        <p:txBody>
          <a:bodyPr wrap="square"/>
          <a:lstStyle>
            <a:lvl1pPr marL="0" indent="0" algn="l">
              <a:spcAft>
                <a:spcPts val="0"/>
              </a:spcAft>
              <a:buFont typeface="Arial" panose="020B0604020202020204" pitchFamily="34" charset="0"/>
              <a:buNone/>
              <a:defRPr sz="3200" b="0" i="0" cap="none" spc="0" baseline="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Enter subtitle</a:t>
            </a:r>
          </a:p>
        </p:txBody>
      </p:sp>
      <p:sp>
        <p:nvSpPr>
          <p:cNvPr id="5" name="Text Placeholder 9">
            <a:extLst>
              <a:ext uri="{FF2B5EF4-FFF2-40B4-BE49-F238E27FC236}">
                <a16:creationId xmlns:a16="http://schemas.microsoft.com/office/drawing/2014/main" id="{AAF119F6-59CF-C06E-9DEE-68747AC5B537}"/>
              </a:ext>
            </a:extLst>
          </p:cNvPr>
          <p:cNvSpPr>
            <a:spLocks noGrp="1"/>
          </p:cNvSpPr>
          <p:nvPr>
            <p:ph type="body" sz="quarter" idx="11" hasCustomPrompt="1"/>
          </p:nvPr>
        </p:nvSpPr>
        <p:spPr>
          <a:xfrm>
            <a:off x="609598" y="5261981"/>
            <a:ext cx="3797302" cy="369332"/>
          </a:xfrm>
        </p:spPr>
        <p:txBody>
          <a:bodyPr wrap="square"/>
          <a:lstStyle>
            <a:lvl1pPr marL="0" indent="0">
              <a:spcAft>
                <a:spcPts val="0"/>
              </a:spcAft>
              <a:buNone/>
              <a:defRPr sz="2000" b="0" i="0" cap="none" spc="0" baseline="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a:t>Speaker name (pronouns)</a:t>
            </a:r>
          </a:p>
        </p:txBody>
      </p:sp>
      <p:sp>
        <p:nvSpPr>
          <p:cNvPr id="6" name="Text Placeholder 7">
            <a:extLst>
              <a:ext uri="{FF2B5EF4-FFF2-40B4-BE49-F238E27FC236}">
                <a16:creationId xmlns:a16="http://schemas.microsoft.com/office/drawing/2014/main" id="{19378773-656B-3414-4689-741C92BE3E06}"/>
              </a:ext>
            </a:extLst>
          </p:cNvPr>
          <p:cNvSpPr>
            <a:spLocks noGrp="1"/>
          </p:cNvSpPr>
          <p:nvPr>
            <p:ph type="body" sz="quarter" idx="10" hasCustomPrompt="1"/>
          </p:nvPr>
        </p:nvSpPr>
        <p:spPr>
          <a:xfrm>
            <a:off x="609598" y="332014"/>
            <a:ext cx="6477002" cy="230832"/>
          </a:xfrm>
        </p:spPr>
        <p:txBody>
          <a:bodyPr wrap="square"/>
          <a:lstStyle>
            <a:lvl1pPr marL="0" indent="0">
              <a:spcAft>
                <a:spcPts val="0"/>
              </a:spcAft>
              <a:buNone/>
              <a:defRPr sz="1000" b="0" i="0" cap="all" spc="300" baseline="0">
                <a:solidFill>
                  <a:schemeClr val="tx2"/>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a:t>Enter session ID if required</a:t>
            </a:r>
          </a:p>
        </p:txBody>
      </p:sp>
      <p:sp>
        <p:nvSpPr>
          <p:cNvPr id="7" name="Text Placeholder 11">
            <a:extLst>
              <a:ext uri="{FF2B5EF4-FFF2-40B4-BE49-F238E27FC236}">
                <a16:creationId xmlns:a16="http://schemas.microsoft.com/office/drawing/2014/main" id="{3C5437D4-D83E-F7AB-7C05-4D16F6D780CF}"/>
              </a:ext>
            </a:extLst>
          </p:cNvPr>
          <p:cNvSpPr>
            <a:spLocks noGrp="1"/>
          </p:cNvSpPr>
          <p:nvPr>
            <p:ph type="body" sz="quarter" idx="12" hasCustomPrompt="1"/>
          </p:nvPr>
        </p:nvSpPr>
        <p:spPr>
          <a:xfrm>
            <a:off x="609598" y="5674769"/>
            <a:ext cx="3797302" cy="535531"/>
          </a:xfrm>
        </p:spPr>
        <p:txBody>
          <a:bodyPr wrap="square"/>
          <a:lstStyle>
            <a:lvl1pPr marL="0" indent="0">
              <a:spcAft>
                <a:spcPts val="300"/>
              </a:spcAft>
              <a:buNone/>
              <a:defRPr sz="16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a:t>Speaker job title</a:t>
            </a:r>
            <a:br>
              <a:rPr lang="en-US"/>
            </a:br>
            <a:r>
              <a:rPr lang="en-US"/>
              <a:t>Speaker company</a:t>
            </a:r>
          </a:p>
        </p:txBody>
      </p:sp>
      <p:sp>
        <p:nvSpPr>
          <p:cNvPr id="8" name="TextBox 7">
            <a:extLst>
              <a:ext uri="{FF2B5EF4-FFF2-40B4-BE49-F238E27FC236}">
                <a16:creationId xmlns:a16="http://schemas.microsoft.com/office/drawing/2014/main" id="{18671D03-03D2-3246-0292-3278FC46E9BD}"/>
              </a:ext>
            </a:extLst>
          </p:cNvPr>
          <p:cNvSpPr txBox="1"/>
          <p:nvPr userDrawn="1"/>
        </p:nvSpPr>
        <p:spPr>
          <a:xfrm>
            <a:off x="504476"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2026, Amazon Web Services, Inc. or its affiliates. All rights reserved. Amazon Confidential and Trademark.</a:t>
            </a:r>
          </a:p>
        </p:txBody>
      </p:sp>
      <p:sp>
        <p:nvSpPr>
          <p:cNvPr id="2" name="Title 1">
            <a:extLst>
              <a:ext uri="{FF2B5EF4-FFF2-40B4-BE49-F238E27FC236}">
                <a16:creationId xmlns:a16="http://schemas.microsoft.com/office/drawing/2014/main" id="{062C415C-2EF2-186A-04FA-1B6BE61C4101}"/>
              </a:ext>
            </a:extLst>
          </p:cNvPr>
          <p:cNvSpPr>
            <a:spLocks noGrp="1"/>
          </p:cNvSpPr>
          <p:nvPr>
            <p:ph type="ctrTitle" hasCustomPrompt="1"/>
          </p:nvPr>
        </p:nvSpPr>
        <p:spPr>
          <a:xfrm>
            <a:off x="477246" y="3418321"/>
            <a:ext cx="6460999" cy="923330"/>
          </a:xfrm>
          <a:prstGeom prst="rect">
            <a:avLst/>
          </a:prstGeom>
        </p:spPr>
        <p:txBody>
          <a:bodyPr wrap="square" anchor="t" anchorCtr="0"/>
          <a:lstStyle>
            <a:lvl1pPr algn="l">
              <a:defRPr sz="60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Enter title</a:t>
            </a:r>
          </a:p>
        </p:txBody>
      </p:sp>
      <p:pic>
        <p:nvPicPr>
          <p:cNvPr id="11" name="Picture 10">
            <a:extLst>
              <a:ext uri="{FF2B5EF4-FFF2-40B4-BE49-F238E27FC236}">
                <a16:creationId xmlns:a16="http://schemas.microsoft.com/office/drawing/2014/main" id="{47D75C48-1113-B98D-B01C-9CF253E8BBE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2686" y="5616413"/>
            <a:ext cx="979714" cy="586152"/>
          </a:xfrm>
          <a:prstGeom prst="rect">
            <a:avLst/>
          </a:prstGeom>
        </p:spPr>
      </p:pic>
    </p:spTree>
    <p:extLst>
      <p:ext uri="{BB962C8B-B14F-4D97-AF65-F5344CB8AC3E}">
        <p14:creationId xmlns:p14="http://schemas.microsoft.com/office/powerpoint/2010/main" val="2986355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Slide 2A">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1C5CAEF-E4CF-4B92-233A-7553242F643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92001" cy="6858001"/>
          </a:xfrm>
          <a:prstGeom prst="rect">
            <a:avLst/>
          </a:prstGeom>
        </p:spPr>
      </p:pic>
      <p:sp>
        <p:nvSpPr>
          <p:cNvPr id="3" name="Subtitle 2">
            <a:extLst>
              <a:ext uri="{FF2B5EF4-FFF2-40B4-BE49-F238E27FC236}">
                <a16:creationId xmlns:a16="http://schemas.microsoft.com/office/drawing/2014/main" id="{60F04AFD-CEAF-D96A-9FBC-950044545866}"/>
              </a:ext>
            </a:extLst>
          </p:cNvPr>
          <p:cNvSpPr>
            <a:spLocks noGrp="1"/>
          </p:cNvSpPr>
          <p:nvPr>
            <p:ph type="subTitle" idx="1" hasCustomPrompt="1"/>
          </p:nvPr>
        </p:nvSpPr>
        <p:spPr>
          <a:xfrm>
            <a:off x="609598" y="1918337"/>
            <a:ext cx="6460998" cy="535531"/>
          </a:xfrm>
        </p:spPr>
        <p:txBody>
          <a:bodyPr wrap="square"/>
          <a:lstStyle>
            <a:lvl1pPr marL="0" indent="0" algn="l">
              <a:spcAft>
                <a:spcPts val="0"/>
              </a:spcAft>
              <a:buFont typeface="Arial" panose="020B0604020202020204" pitchFamily="34" charset="0"/>
              <a:buNone/>
              <a:defRPr sz="3200" b="0" i="0" cap="none" spc="0" baseline="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Enter subtitle</a:t>
            </a:r>
          </a:p>
        </p:txBody>
      </p:sp>
      <p:sp>
        <p:nvSpPr>
          <p:cNvPr id="5" name="Text Placeholder 9">
            <a:extLst>
              <a:ext uri="{FF2B5EF4-FFF2-40B4-BE49-F238E27FC236}">
                <a16:creationId xmlns:a16="http://schemas.microsoft.com/office/drawing/2014/main" id="{0187CBED-F3F8-A0AE-DBEA-EEEA1D2E7660}"/>
              </a:ext>
            </a:extLst>
          </p:cNvPr>
          <p:cNvSpPr>
            <a:spLocks noGrp="1"/>
          </p:cNvSpPr>
          <p:nvPr>
            <p:ph type="body" sz="quarter" idx="11" hasCustomPrompt="1"/>
          </p:nvPr>
        </p:nvSpPr>
        <p:spPr>
          <a:xfrm>
            <a:off x="609598" y="5261981"/>
            <a:ext cx="3797302" cy="369332"/>
          </a:xfrm>
        </p:spPr>
        <p:txBody>
          <a:bodyPr wrap="square"/>
          <a:lstStyle>
            <a:lvl1pPr marL="0" indent="0">
              <a:spcAft>
                <a:spcPts val="0"/>
              </a:spcAft>
              <a:buNone/>
              <a:defRPr sz="2000" b="0" i="0" cap="none" spc="0" baseline="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a:t>Speaker name (pronouns)</a:t>
            </a:r>
          </a:p>
        </p:txBody>
      </p:sp>
      <p:sp>
        <p:nvSpPr>
          <p:cNvPr id="21" name="Rounded Rectangle 20">
            <a:extLst>
              <a:ext uri="{FF2B5EF4-FFF2-40B4-BE49-F238E27FC236}">
                <a16:creationId xmlns:a16="http://schemas.microsoft.com/office/drawing/2014/main" id="{55857500-2C8E-9211-5B61-DC83BC3450CB}"/>
              </a:ext>
            </a:extLst>
          </p:cNvPr>
          <p:cNvSpPr/>
          <p:nvPr userDrawn="1"/>
        </p:nvSpPr>
        <p:spPr>
          <a:xfrm>
            <a:off x="609598" y="304800"/>
            <a:ext cx="2993681" cy="288951"/>
          </a:xfrm>
          <a:prstGeom prst="round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b="0" i="0" err="1">
              <a:solidFill>
                <a:schemeClr val="tx1"/>
              </a:solidFill>
              <a:latin typeface="Amazon Ember Display" panose="020F0603020204020204" pitchFamily="34" charset="0"/>
            </a:endParaRPr>
          </a:p>
        </p:txBody>
      </p:sp>
      <p:sp>
        <p:nvSpPr>
          <p:cNvPr id="6" name="Text Placeholder 7">
            <a:extLst>
              <a:ext uri="{FF2B5EF4-FFF2-40B4-BE49-F238E27FC236}">
                <a16:creationId xmlns:a16="http://schemas.microsoft.com/office/drawing/2014/main" id="{17F887A3-28C2-6DE9-5807-21C410AB73B1}"/>
              </a:ext>
            </a:extLst>
          </p:cNvPr>
          <p:cNvSpPr>
            <a:spLocks noGrp="1"/>
          </p:cNvSpPr>
          <p:nvPr>
            <p:ph type="body" sz="quarter" idx="10" hasCustomPrompt="1"/>
          </p:nvPr>
        </p:nvSpPr>
        <p:spPr>
          <a:xfrm>
            <a:off x="672969" y="332014"/>
            <a:ext cx="6477002" cy="230832"/>
          </a:xfrm>
        </p:spPr>
        <p:txBody>
          <a:bodyPr wrap="square"/>
          <a:lstStyle>
            <a:lvl1pPr marL="0" indent="0">
              <a:spcAft>
                <a:spcPts val="0"/>
              </a:spcAft>
              <a:buNone/>
              <a:defRPr sz="1000" b="0" i="0" cap="all" spc="200" baseline="0">
                <a:solidFill>
                  <a:schemeClr val="tx2"/>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a:t>Enter session ID if required</a:t>
            </a:r>
          </a:p>
        </p:txBody>
      </p:sp>
      <p:sp>
        <p:nvSpPr>
          <p:cNvPr id="7" name="Text Placeholder 11">
            <a:extLst>
              <a:ext uri="{FF2B5EF4-FFF2-40B4-BE49-F238E27FC236}">
                <a16:creationId xmlns:a16="http://schemas.microsoft.com/office/drawing/2014/main" id="{BBFEBE6D-8293-FD48-7C86-4989B458ECE3}"/>
              </a:ext>
            </a:extLst>
          </p:cNvPr>
          <p:cNvSpPr>
            <a:spLocks noGrp="1"/>
          </p:cNvSpPr>
          <p:nvPr>
            <p:ph type="body" sz="quarter" idx="12" hasCustomPrompt="1"/>
          </p:nvPr>
        </p:nvSpPr>
        <p:spPr>
          <a:xfrm>
            <a:off x="609598" y="5674769"/>
            <a:ext cx="3797302" cy="535531"/>
          </a:xfrm>
        </p:spPr>
        <p:txBody>
          <a:bodyPr wrap="square"/>
          <a:lstStyle>
            <a:lvl1pPr marL="0" indent="0">
              <a:spcAft>
                <a:spcPts val="300"/>
              </a:spcAft>
              <a:buNone/>
              <a:defRPr sz="16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a:t>Speaker job title</a:t>
            </a:r>
            <a:br>
              <a:rPr lang="en-US"/>
            </a:br>
            <a:r>
              <a:rPr lang="en-US"/>
              <a:t>Speaker company</a:t>
            </a:r>
          </a:p>
        </p:txBody>
      </p:sp>
      <p:sp>
        <p:nvSpPr>
          <p:cNvPr id="8" name="TextBox 7">
            <a:extLst>
              <a:ext uri="{FF2B5EF4-FFF2-40B4-BE49-F238E27FC236}">
                <a16:creationId xmlns:a16="http://schemas.microsoft.com/office/drawing/2014/main" id="{0F412FE6-3787-9446-924A-F202645A1CFC}"/>
              </a:ext>
            </a:extLst>
          </p:cNvPr>
          <p:cNvSpPr txBox="1"/>
          <p:nvPr userDrawn="1"/>
        </p:nvSpPr>
        <p:spPr>
          <a:xfrm>
            <a:off x="504476"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2026, Amazon Web Services, Inc. or its affiliates. All rights reserved. Amazon Confidential and Trademark.</a:t>
            </a:r>
          </a:p>
        </p:txBody>
      </p:sp>
      <p:sp>
        <p:nvSpPr>
          <p:cNvPr id="22" name="TextBox 21">
            <a:extLst>
              <a:ext uri="{FF2B5EF4-FFF2-40B4-BE49-F238E27FC236}">
                <a16:creationId xmlns:a16="http://schemas.microsoft.com/office/drawing/2014/main" id="{19ABE821-C29F-8323-0B26-4C07043DC762}"/>
              </a:ext>
            </a:extLst>
          </p:cNvPr>
          <p:cNvSpPr txBox="1"/>
          <p:nvPr userDrawn="1"/>
        </p:nvSpPr>
        <p:spPr>
          <a:xfrm>
            <a:off x="-135802" y="2471596"/>
            <a:ext cx="65" cy="369332"/>
          </a:xfrm>
          <a:prstGeom prst="rect">
            <a:avLst/>
          </a:prstGeom>
          <a:noFill/>
        </p:spPr>
        <p:txBody>
          <a:bodyPr wrap="none" lIns="0" rIns="0" rtlCol="0">
            <a:spAutoFit/>
          </a:bodyPr>
          <a:lstStyle/>
          <a:p>
            <a:pPr algn="l"/>
            <a:endParaRPr lang="en-US" b="0" i="0" err="1">
              <a:latin typeface="Amazon Ember Display" panose="020F0603020204020204" pitchFamily="34" charset="0"/>
            </a:endParaRPr>
          </a:p>
        </p:txBody>
      </p:sp>
      <p:sp>
        <p:nvSpPr>
          <p:cNvPr id="23" name="Title 1">
            <a:extLst>
              <a:ext uri="{FF2B5EF4-FFF2-40B4-BE49-F238E27FC236}">
                <a16:creationId xmlns:a16="http://schemas.microsoft.com/office/drawing/2014/main" id="{10165371-E8F4-C898-9295-C3E433A3EF22}"/>
              </a:ext>
            </a:extLst>
          </p:cNvPr>
          <p:cNvSpPr>
            <a:spLocks noGrp="1"/>
          </p:cNvSpPr>
          <p:nvPr>
            <p:ph type="ctrTitle" hasCustomPrompt="1"/>
          </p:nvPr>
        </p:nvSpPr>
        <p:spPr>
          <a:xfrm>
            <a:off x="489278" y="928262"/>
            <a:ext cx="6460999" cy="923330"/>
          </a:xfrm>
          <a:prstGeom prst="rect">
            <a:avLst/>
          </a:prstGeom>
        </p:spPr>
        <p:txBody>
          <a:bodyPr wrap="square" anchor="t" anchorCtr="0"/>
          <a:lstStyle>
            <a:lvl1pPr algn="l">
              <a:defRPr sz="60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Enter title</a:t>
            </a:r>
          </a:p>
        </p:txBody>
      </p:sp>
      <p:pic>
        <p:nvPicPr>
          <p:cNvPr id="10" name="Picture 9">
            <a:extLst>
              <a:ext uri="{FF2B5EF4-FFF2-40B4-BE49-F238E27FC236}">
                <a16:creationId xmlns:a16="http://schemas.microsoft.com/office/drawing/2014/main" id="{1D45EB7E-B60E-0A55-8AB4-0421DDF33C1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005455" y="5759695"/>
            <a:ext cx="740228" cy="442870"/>
          </a:xfrm>
          <a:prstGeom prst="rect">
            <a:avLst/>
          </a:prstGeom>
        </p:spPr>
      </p:pic>
    </p:spTree>
    <p:extLst>
      <p:ext uri="{BB962C8B-B14F-4D97-AF65-F5344CB8AC3E}">
        <p14:creationId xmlns:p14="http://schemas.microsoft.com/office/powerpoint/2010/main" val="206820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Slide 2B">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846A2E1-DADB-E7FA-8523-F125A4AEE48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ext Placeholder 9">
            <a:extLst>
              <a:ext uri="{FF2B5EF4-FFF2-40B4-BE49-F238E27FC236}">
                <a16:creationId xmlns:a16="http://schemas.microsoft.com/office/drawing/2014/main" id="{E80812B7-8A92-F272-875E-0D757C691E8E}"/>
              </a:ext>
            </a:extLst>
          </p:cNvPr>
          <p:cNvSpPr>
            <a:spLocks noGrp="1"/>
          </p:cNvSpPr>
          <p:nvPr>
            <p:ph type="body" sz="quarter" idx="11" hasCustomPrompt="1"/>
          </p:nvPr>
        </p:nvSpPr>
        <p:spPr>
          <a:xfrm>
            <a:off x="609598" y="5261981"/>
            <a:ext cx="3797302" cy="369332"/>
          </a:xfrm>
        </p:spPr>
        <p:txBody>
          <a:bodyPr wrap="square"/>
          <a:lstStyle>
            <a:lvl1pPr marL="0" indent="0">
              <a:spcAft>
                <a:spcPts val="0"/>
              </a:spcAft>
              <a:buNone/>
              <a:defRPr sz="2000" b="0" i="0" cap="none" spc="0" baseline="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a:t>Speaker name (pronouns)</a:t>
            </a:r>
          </a:p>
        </p:txBody>
      </p:sp>
      <p:sp>
        <p:nvSpPr>
          <p:cNvPr id="7" name="Text Placeholder 11">
            <a:extLst>
              <a:ext uri="{FF2B5EF4-FFF2-40B4-BE49-F238E27FC236}">
                <a16:creationId xmlns:a16="http://schemas.microsoft.com/office/drawing/2014/main" id="{9404D9CE-381D-295C-A64E-88C5D0C0A61D}"/>
              </a:ext>
            </a:extLst>
          </p:cNvPr>
          <p:cNvSpPr>
            <a:spLocks noGrp="1"/>
          </p:cNvSpPr>
          <p:nvPr>
            <p:ph type="body" sz="quarter" idx="12" hasCustomPrompt="1"/>
          </p:nvPr>
        </p:nvSpPr>
        <p:spPr>
          <a:xfrm>
            <a:off x="609598" y="5674769"/>
            <a:ext cx="3797302" cy="535531"/>
          </a:xfrm>
        </p:spPr>
        <p:txBody>
          <a:bodyPr wrap="square"/>
          <a:lstStyle>
            <a:lvl1pPr marL="0" indent="0">
              <a:spcAft>
                <a:spcPts val="300"/>
              </a:spcAft>
              <a:buNone/>
              <a:defRPr sz="16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a:t>Speaker job title</a:t>
            </a:r>
            <a:br>
              <a:rPr lang="en-US"/>
            </a:br>
            <a:r>
              <a:rPr lang="en-US"/>
              <a:t>Speaker company</a:t>
            </a:r>
          </a:p>
        </p:txBody>
      </p:sp>
      <p:sp>
        <p:nvSpPr>
          <p:cNvPr id="8" name="TextBox 7">
            <a:extLst>
              <a:ext uri="{FF2B5EF4-FFF2-40B4-BE49-F238E27FC236}">
                <a16:creationId xmlns:a16="http://schemas.microsoft.com/office/drawing/2014/main" id="{ECF72D21-07F0-8A31-A886-8180F34B788F}"/>
              </a:ext>
            </a:extLst>
          </p:cNvPr>
          <p:cNvSpPr txBox="1"/>
          <p:nvPr userDrawn="1"/>
        </p:nvSpPr>
        <p:spPr>
          <a:xfrm>
            <a:off x="504476"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2026, Amazon Web Services, Inc. or its affiliates. All rights reserved. Amazon Confidential and Trademark.</a:t>
            </a:r>
          </a:p>
        </p:txBody>
      </p:sp>
      <p:sp>
        <p:nvSpPr>
          <p:cNvPr id="24" name="Rounded Rectangle 23">
            <a:extLst>
              <a:ext uri="{FF2B5EF4-FFF2-40B4-BE49-F238E27FC236}">
                <a16:creationId xmlns:a16="http://schemas.microsoft.com/office/drawing/2014/main" id="{22F49425-7DA0-E6A1-AFFB-06CE3587D57C}"/>
              </a:ext>
            </a:extLst>
          </p:cNvPr>
          <p:cNvSpPr/>
          <p:nvPr userDrawn="1"/>
        </p:nvSpPr>
        <p:spPr>
          <a:xfrm>
            <a:off x="609598" y="304800"/>
            <a:ext cx="2993681" cy="288951"/>
          </a:xfrm>
          <a:prstGeom prst="round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b="0" i="0" err="1">
              <a:solidFill>
                <a:schemeClr val="tx1"/>
              </a:solidFill>
              <a:latin typeface="Amazon Ember Display" panose="020F0603020204020204" pitchFamily="34" charset="0"/>
            </a:endParaRPr>
          </a:p>
        </p:txBody>
      </p:sp>
      <p:sp>
        <p:nvSpPr>
          <p:cNvPr id="25" name="Text Placeholder 7">
            <a:extLst>
              <a:ext uri="{FF2B5EF4-FFF2-40B4-BE49-F238E27FC236}">
                <a16:creationId xmlns:a16="http://schemas.microsoft.com/office/drawing/2014/main" id="{C8E54E3F-3CBC-43DF-D0B7-3007697064A8}"/>
              </a:ext>
            </a:extLst>
          </p:cNvPr>
          <p:cNvSpPr>
            <a:spLocks noGrp="1"/>
          </p:cNvSpPr>
          <p:nvPr>
            <p:ph type="body" sz="quarter" idx="10" hasCustomPrompt="1"/>
          </p:nvPr>
        </p:nvSpPr>
        <p:spPr>
          <a:xfrm>
            <a:off x="672969" y="332014"/>
            <a:ext cx="6477002" cy="230832"/>
          </a:xfrm>
        </p:spPr>
        <p:txBody>
          <a:bodyPr wrap="square"/>
          <a:lstStyle>
            <a:lvl1pPr marL="0" indent="0">
              <a:spcAft>
                <a:spcPts val="0"/>
              </a:spcAft>
              <a:buNone/>
              <a:defRPr sz="1000" b="0" i="0" cap="all" spc="200" baseline="0">
                <a:solidFill>
                  <a:schemeClr val="tx2"/>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a:t>Enter session ID if required</a:t>
            </a:r>
          </a:p>
        </p:txBody>
      </p:sp>
      <p:sp>
        <p:nvSpPr>
          <p:cNvPr id="26" name="Subtitle 2">
            <a:extLst>
              <a:ext uri="{FF2B5EF4-FFF2-40B4-BE49-F238E27FC236}">
                <a16:creationId xmlns:a16="http://schemas.microsoft.com/office/drawing/2014/main" id="{7EDB5F6C-924F-E4E4-8B18-2197BA4C3F5E}"/>
              </a:ext>
            </a:extLst>
          </p:cNvPr>
          <p:cNvSpPr>
            <a:spLocks noGrp="1"/>
          </p:cNvSpPr>
          <p:nvPr>
            <p:ph type="subTitle" idx="1" hasCustomPrompt="1"/>
          </p:nvPr>
        </p:nvSpPr>
        <p:spPr>
          <a:xfrm>
            <a:off x="609598" y="1918337"/>
            <a:ext cx="6460998" cy="535531"/>
          </a:xfrm>
        </p:spPr>
        <p:txBody>
          <a:bodyPr wrap="square"/>
          <a:lstStyle>
            <a:lvl1pPr marL="0" indent="0" algn="l">
              <a:spcAft>
                <a:spcPts val="0"/>
              </a:spcAft>
              <a:buFont typeface="Arial" panose="020B0604020202020204" pitchFamily="34" charset="0"/>
              <a:buNone/>
              <a:defRPr sz="3200" b="0" i="0" cap="none" spc="0" baseline="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Enter subtitle</a:t>
            </a:r>
          </a:p>
        </p:txBody>
      </p:sp>
      <p:sp>
        <p:nvSpPr>
          <p:cNvPr id="2" name="Title 1">
            <a:extLst>
              <a:ext uri="{FF2B5EF4-FFF2-40B4-BE49-F238E27FC236}">
                <a16:creationId xmlns:a16="http://schemas.microsoft.com/office/drawing/2014/main" id="{26F28616-0D97-9CAF-203B-33E2A2B5C1D1}"/>
              </a:ext>
            </a:extLst>
          </p:cNvPr>
          <p:cNvSpPr>
            <a:spLocks noGrp="1"/>
          </p:cNvSpPr>
          <p:nvPr>
            <p:ph type="ctrTitle" hasCustomPrompt="1"/>
          </p:nvPr>
        </p:nvSpPr>
        <p:spPr>
          <a:xfrm>
            <a:off x="489278" y="928262"/>
            <a:ext cx="6460999" cy="923330"/>
          </a:xfrm>
          <a:prstGeom prst="rect">
            <a:avLst/>
          </a:prstGeom>
        </p:spPr>
        <p:txBody>
          <a:bodyPr wrap="square" anchor="t" anchorCtr="0"/>
          <a:lstStyle>
            <a:lvl1pPr algn="l">
              <a:defRPr sz="60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Enter title</a:t>
            </a:r>
          </a:p>
        </p:txBody>
      </p:sp>
      <p:pic>
        <p:nvPicPr>
          <p:cNvPr id="9" name="Picture 8">
            <a:extLst>
              <a:ext uri="{FF2B5EF4-FFF2-40B4-BE49-F238E27FC236}">
                <a16:creationId xmlns:a16="http://schemas.microsoft.com/office/drawing/2014/main" id="{B6139FD2-9628-8192-7052-B005333F7B8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005455" y="5759695"/>
            <a:ext cx="740228" cy="442870"/>
          </a:xfrm>
          <a:prstGeom prst="rect">
            <a:avLst/>
          </a:prstGeom>
        </p:spPr>
      </p:pic>
    </p:spTree>
    <p:extLst>
      <p:ext uri="{BB962C8B-B14F-4D97-AF65-F5344CB8AC3E}">
        <p14:creationId xmlns:p14="http://schemas.microsoft.com/office/powerpoint/2010/main" val="281899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Title Slide 2B">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EF178C6C-A11A-B7DA-DE97-C5EF3DA2424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5" name="Text Placeholder 7">
            <a:extLst>
              <a:ext uri="{FF2B5EF4-FFF2-40B4-BE49-F238E27FC236}">
                <a16:creationId xmlns:a16="http://schemas.microsoft.com/office/drawing/2014/main" id="{C8E54E3F-3CBC-43DF-D0B7-3007697064A8}"/>
              </a:ext>
            </a:extLst>
          </p:cNvPr>
          <p:cNvSpPr>
            <a:spLocks noGrp="1"/>
          </p:cNvSpPr>
          <p:nvPr>
            <p:ph type="body" sz="quarter" idx="10" hasCustomPrompt="1"/>
          </p:nvPr>
        </p:nvSpPr>
        <p:spPr>
          <a:xfrm>
            <a:off x="672969" y="332014"/>
            <a:ext cx="6477002" cy="230832"/>
          </a:xfrm>
        </p:spPr>
        <p:txBody>
          <a:bodyPr wrap="square"/>
          <a:lstStyle>
            <a:lvl1pPr marL="0" indent="0">
              <a:spcAft>
                <a:spcPts val="0"/>
              </a:spcAft>
              <a:buNone/>
              <a:defRPr sz="1000" b="0" i="0" cap="all" spc="200" baseline="0">
                <a:solidFill>
                  <a:schemeClr val="tx2"/>
                </a:solidFill>
                <a:latin typeface="Amazon Ember Mono" panose="020B0509020204020204" pitchFamily="49" charset="0"/>
                <a:ea typeface="Amazon Ember Mono" panose="020B0709020204020204" pitchFamily="49" charset="0"/>
                <a:cs typeface="Amazon Ember Mono" panose="020B0709020204020204" pitchFamily="49" charset="0"/>
              </a:defRPr>
            </a:lvl1pPr>
          </a:lstStyle>
          <a:p>
            <a:pPr lvl="0"/>
            <a:r>
              <a:rPr lang="en-US"/>
              <a:t>Enter session ID if required</a:t>
            </a:r>
          </a:p>
        </p:txBody>
      </p:sp>
      <p:sp>
        <p:nvSpPr>
          <p:cNvPr id="5" name="Text Placeholder 9">
            <a:extLst>
              <a:ext uri="{FF2B5EF4-FFF2-40B4-BE49-F238E27FC236}">
                <a16:creationId xmlns:a16="http://schemas.microsoft.com/office/drawing/2014/main" id="{E80812B7-8A92-F272-875E-0D757C691E8E}"/>
              </a:ext>
            </a:extLst>
          </p:cNvPr>
          <p:cNvSpPr>
            <a:spLocks noGrp="1"/>
          </p:cNvSpPr>
          <p:nvPr>
            <p:ph type="body" sz="quarter" idx="11" hasCustomPrompt="1"/>
          </p:nvPr>
        </p:nvSpPr>
        <p:spPr>
          <a:xfrm>
            <a:off x="609598" y="5261981"/>
            <a:ext cx="3797302" cy="369332"/>
          </a:xfrm>
        </p:spPr>
        <p:txBody>
          <a:bodyPr wrap="square"/>
          <a:lstStyle>
            <a:lvl1pPr marL="0" indent="0">
              <a:spcAft>
                <a:spcPts val="0"/>
              </a:spcAft>
              <a:buNone/>
              <a:defRPr sz="2000" b="0" i="0" cap="none" spc="0" baseline="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a:t>Speaker name (pronouns)</a:t>
            </a:r>
          </a:p>
        </p:txBody>
      </p:sp>
      <p:sp>
        <p:nvSpPr>
          <p:cNvPr id="7" name="Text Placeholder 11">
            <a:extLst>
              <a:ext uri="{FF2B5EF4-FFF2-40B4-BE49-F238E27FC236}">
                <a16:creationId xmlns:a16="http://schemas.microsoft.com/office/drawing/2014/main" id="{9404D9CE-381D-295C-A64E-88C5D0C0A61D}"/>
              </a:ext>
            </a:extLst>
          </p:cNvPr>
          <p:cNvSpPr>
            <a:spLocks noGrp="1"/>
          </p:cNvSpPr>
          <p:nvPr>
            <p:ph type="body" sz="quarter" idx="12" hasCustomPrompt="1"/>
          </p:nvPr>
        </p:nvSpPr>
        <p:spPr>
          <a:xfrm>
            <a:off x="609598" y="5674769"/>
            <a:ext cx="3797302" cy="535531"/>
          </a:xfrm>
        </p:spPr>
        <p:txBody>
          <a:bodyPr wrap="square"/>
          <a:lstStyle>
            <a:lvl1pPr marL="0" indent="0">
              <a:spcAft>
                <a:spcPts val="300"/>
              </a:spcAft>
              <a:buNone/>
              <a:defRPr sz="16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a:t>Speaker job title</a:t>
            </a:r>
            <a:br>
              <a:rPr lang="en-US"/>
            </a:br>
            <a:r>
              <a:rPr lang="en-US"/>
              <a:t>Speaker company</a:t>
            </a:r>
          </a:p>
        </p:txBody>
      </p:sp>
      <p:sp>
        <p:nvSpPr>
          <p:cNvPr id="8" name="TextBox 7">
            <a:extLst>
              <a:ext uri="{FF2B5EF4-FFF2-40B4-BE49-F238E27FC236}">
                <a16:creationId xmlns:a16="http://schemas.microsoft.com/office/drawing/2014/main" id="{ECF72D21-07F0-8A31-A886-8180F34B788F}"/>
              </a:ext>
            </a:extLst>
          </p:cNvPr>
          <p:cNvSpPr txBox="1"/>
          <p:nvPr userDrawn="1"/>
        </p:nvSpPr>
        <p:spPr>
          <a:xfrm>
            <a:off x="504476"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2026, Amazon Web Services, Inc. or its affiliates. All rights reserved. Amazon Confidential and Trademark.</a:t>
            </a:r>
          </a:p>
        </p:txBody>
      </p:sp>
      <p:sp>
        <p:nvSpPr>
          <p:cNvPr id="24" name="Rounded Rectangle 23">
            <a:extLst>
              <a:ext uri="{FF2B5EF4-FFF2-40B4-BE49-F238E27FC236}">
                <a16:creationId xmlns:a16="http://schemas.microsoft.com/office/drawing/2014/main" id="{22F49425-7DA0-E6A1-AFFB-06CE3587D57C}"/>
              </a:ext>
            </a:extLst>
          </p:cNvPr>
          <p:cNvSpPr/>
          <p:nvPr userDrawn="1"/>
        </p:nvSpPr>
        <p:spPr>
          <a:xfrm>
            <a:off x="609598" y="304800"/>
            <a:ext cx="2993681" cy="288951"/>
          </a:xfrm>
          <a:prstGeom prst="round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b="0" i="0" err="1">
              <a:solidFill>
                <a:schemeClr val="tx1"/>
              </a:solidFill>
              <a:latin typeface="Amazon Ember Display" panose="020F0603020204020204" pitchFamily="34" charset="0"/>
            </a:endParaRPr>
          </a:p>
        </p:txBody>
      </p:sp>
      <p:sp>
        <p:nvSpPr>
          <p:cNvPr id="26" name="Subtitle 2">
            <a:extLst>
              <a:ext uri="{FF2B5EF4-FFF2-40B4-BE49-F238E27FC236}">
                <a16:creationId xmlns:a16="http://schemas.microsoft.com/office/drawing/2014/main" id="{7EDB5F6C-924F-E4E4-8B18-2197BA4C3F5E}"/>
              </a:ext>
            </a:extLst>
          </p:cNvPr>
          <p:cNvSpPr>
            <a:spLocks noGrp="1"/>
          </p:cNvSpPr>
          <p:nvPr>
            <p:ph type="subTitle" idx="1" hasCustomPrompt="1"/>
          </p:nvPr>
        </p:nvSpPr>
        <p:spPr>
          <a:xfrm>
            <a:off x="609598" y="1918337"/>
            <a:ext cx="6460998" cy="535531"/>
          </a:xfrm>
        </p:spPr>
        <p:txBody>
          <a:bodyPr wrap="square"/>
          <a:lstStyle>
            <a:lvl1pPr marL="0" indent="0" algn="l">
              <a:spcAft>
                <a:spcPts val="0"/>
              </a:spcAft>
              <a:buFont typeface="Arial" panose="020B0604020202020204" pitchFamily="34" charset="0"/>
              <a:buNone/>
              <a:defRPr sz="3200" b="0" i="0" cap="none" spc="0" baseline="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Enter subtitle</a:t>
            </a:r>
          </a:p>
        </p:txBody>
      </p:sp>
      <p:sp>
        <p:nvSpPr>
          <p:cNvPr id="3" name="Text Placeholder 7">
            <a:extLst>
              <a:ext uri="{FF2B5EF4-FFF2-40B4-BE49-F238E27FC236}">
                <a16:creationId xmlns:a16="http://schemas.microsoft.com/office/drawing/2014/main" id="{111574D8-2193-6E96-F970-CA48F920463D}"/>
              </a:ext>
            </a:extLst>
          </p:cNvPr>
          <p:cNvSpPr>
            <a:spLocks noGrp="1"/>
          </p:cNvSpPr>
          <p:nvPr>
            <p:ph type="body" sz="quarter" idx="13" hasCustomPrompt="1"/>
          </p:nvPr>
        </p:nvSpPr>
        <p:spPr>
          <a:xfrm>
            <a:off x="672969" y="332014"/>
            <a:ext cx="6477002" cy="230832"/>
          </a:xfrm>
        </p:spPr>
        <p:txBody>
          <a:bodyPr wrap="square"/>
          <a:lstStyle>
            <a:lvl1pPr marL="0" indent="0">
              <a:spcAft>
                <a:spcPts val="0"/>
              </a:spcAft>
              <a:buNone/>
              <a:defRPr sz="1000" b="0" i="0" cap="all" spc="200" baseline="0">
                <a:solidFill>
                  <a:schemeClr val="tx2"/>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a:t>Enter session ID if required</a:t>
            </a:r>
          </a:p>
        </p:txBody>
      </p:sp>
      <p:sp>
        <p:nvSpPr>
          <p:cNvPr id="4" name="Title 1">
            <a:extLst>
              <a:ext uri="{FF2B5EF4-FFF2-40B4-BE49-F238E27FC236}">
                <a16:creationId xmlns:a16="http://schemas.microsoft.com/office/drawing/2014/main" id="{CF67C28C-2194-7DE3-C4ED-8EF747692F60}"/>
              </a:ext>
            </a:extLst>
          </p:cNvPr>
          <p:cNvSpPr>
            <a:spLocks noGrp="1"/>
          </p:cNvSpPr>
          <p:nvPr>
            <p:ph type="ctrTitle" hasCustomPrompt="1"/>
          </p:nvPr>
        </p:nvSpPr>
        <p:spPr>
          <a:xfrm>
            <a:off x="489278" y="928262"/>
            <a:ext cx="6460999" cy="923330"/>
          </a:xfrm>
          <a:prstGeom prst="rect">
            <a:avLst/>
          </a:prstGeom>
        </p:spPr>
        <p:txBody>
          <a:bodyPr wrap="square" anchor="t" anchorCtr="0"/>
          <a:lstStyle>
            <a:lvl1pPr algn="l">
              <a:defRPr sz="60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Enter title</a:t>
            </a:r>
          </a:p>
        </p:txBody>
      </p:sp>
      <p:pic>
        <p:nvPicPr>
          <p:cNvPr id="13" name="Picture 12">
            <a:extLst>
              <a:ext uri="{FF2B5EF4-FFF2-40B4-BE49-F238E27FC236}">
                <a16:creationId xmlns:a16="http://schemas.microsoft.com/office/drawing/2014/main" id="{EFD3426E-C2E7-51F1-EBF9-5831816B57D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005455" y="5759695"/>
            <a:ext cx="740228" cy="442870"/>
          </a:xfrm>
          <a:prstGeom prst="rect">
            <a:avLst/>
          </a:prstGeom>
        </p:spPr>
      </p:pic>
    </p:spTree>
    <p:extLst>
      <p:ext uri="{BB962C8B-B14F-4D97-AF65-F5344CB8AC3E}">
        <p14:creationId xmlns:p14="http://schemas.microsoft.com/office/powerpoint/2010/main" val="2109463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Agenda Slide 1">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8361C3B-4A14-5F26-5768-6B75326001A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1391CB6-D820-4A96-8204-600D7D956821}"/>
              </a:ext>
            </a:extLst>
          </p:cNvPr>
          <p:cNvSpPr>
            <a:spLocks noGrp="1"/>
          </p:cNvSpPr>
          <p:nvPr>
            <p:ph type="title" hasCustomPrompt="1"/>
          </p:nvPr>
        </p:nvSpPr>
        <p:spPr>
          <a:xfrm>
            <a:off x="525376" y="914401"/>
            <a:ext cx="10972800" cy="590931"/>
          </a:xfrm>
          <a:prstGeom prst="rect">
            <a:avLst/>
          </a:prstGeom>
        </p:spPr>
        <p:txBody>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Agenda layout</a:t>
            </a:r>
          </a:p>
        </p:txBody>
      </p:sp>
      <p:sp>
        <p:nvSpPr>
          <p:cNvPr id="7" name="Text Placeholder 6">
            <a:extLst>
              <a:ext uri="{FF2B5EF4-FFF2-40B4-BE49-F238E27FC236}">
                <a16:creationId xmlns:a16="http://schemas.microsoft.com/office/drawing/2014/main" id="{11750401-572B-4B45-BF07-5D528B05F88A}"/>
              </a:ext>
            </a:extLst>
          </p:cNvPr>
          <p:cNvSpPr>
            <a:spLocks noGrp="1"/>
          </p:cNvSpPr>
          <p:nvPr>
            <p:ph type="body" sz="quarter" idx="10" hasCustomPrompt="1"/>
          </p:nvPr>
        </p:nvSpPr>
        <p:spPr>
          <a:xfrm>
            <a:off x="609600" y="1714500"/>
            <a:ext cx="10972800" cy="3549690"/>
          </a:xfrm>
        </p:spPr>
        <p:txBody>
          <a:bodyPr/>
          <a:lstStyle>
            <a:lvl1pPr marL="0" indent="0">
              <a:spcAft>
                <a:spcPts val="3000"/>
              </a:spcAft>
              <a:buNone/>
              <a:defRPr sz="24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0" indent="0">
              <a:spcAft>
                <a:spcPts val="3000"/>
              </a:spcAft>
              <a:buNone/>
              <a:defRPr sz="2400" b="0" i="0">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0" indent="0">
              <a:spcAft>
                <a:spcPts val="3000"/>
              </a:spcAft>
              <a:buNone/>
              <a:defRPr sz="2400" b="0" i="0">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0" indent="0">
              <a:spcAft>
                <a:spcPts val="3000"/>
              </a:spcAft>
              <a:buNone/>
              <a:defRPr sz="2400" b="0" i="0">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0" indent="0">
              <a:spcAft>
                <a:spcPts val="3000"/>
              </a:spcAft>
              <a:buNone/>
              <a:defRPr sz="2400" b="0" i="0">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a:t>Enter high-level agenda items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CF5A1D86-6A7C-4718-BC8A-729563F7E07F}"/>
              </a:ext>
            </a:extLst>
          </p:cNvPr>
          <p:cNvSpPr>
            <a:spLocks noGrp="1"/>
          </p:cNvSpPr>
          <p:nvPr>
            <p:ph type="dt" sz="half" idx="11"/>
          </p:nvPr>
        </p:nvSpPr>
        <p:spPr/>
        <p:txBody>
          <a:bodyPr/>
          <a:lstStyle>
            <a:lvl1pPr>
              <a:defRPr b="0" i="0">
                <a:latin typeface="Amazon Ember Display" panose="020F0603020204020204" pitchFamily="34" charset="0"/>
              </a:defRPr>
            </a:lvl1pPr>
          </a:lstStyle>
          <a:p>
            <a:fld id="{06736434-7E81-994B-854B-1BF33F160A0D}" type="datetime1">
              <a:rPr lang="en-US" smtClean="0"/>
              <a:pPr/>
              <a:t>5/14/26</a:t>
            </a:fld>
            <a:endParaRPr lang="en-US"/>
          </a:p>
        </p:txBody>
      </p:sp>
      <p:sp>
        <p:nvSpPr>
          <p:cNvPr id="4" name="Footer Placeholder 3">
            <a:extLst>
              <a:ext uri="{FF2B5EF4-FFF2-40B4-BE49-F238E27FC236}">
                <a16:creationId xmlns:a16="http://schemas.microsoft.com/office/drawing/2014/main" id="{AC5447C4-003F-49F1-92D9-AA8E16018146}"/>
              </a:ext>
            </a:extLst>
          </p:cNvPr>
          <p:cNvSpPr>
            <a:spLocks noGrp="1"/>
          </p:cNvSpPr>
          <p:nvPr>
            <p:ph type="ftr" sz="quarter" idx="12"/>
          </p:nvPr>
        </p:nvSpPr>
        <p:spPr/>
        <p:txBody>
          <a:bodyPr/>
          <a:lstStyle>
            <a:lvl1pPr>
              <a:defRPr b="0" i="0">
                <a:latin typeface="Amazon Ember Display" panose="020F0603020204020204" pitchFamily="34" charset="0"/>
              </a:defRPr>
            </a:lvl1pPr>
          </a:lstStyle>
          <a:p>
            <a:endParaRPr lang="en-US"/>
          </a:p>
        </p:txBody>
      </p:sp>
      <p:sp>
        <p:nvSpPr>
          <p:cNvPr id="5" name="Slide Number Placeholder 4">
            <a:extLst>
              <a:ext uri="{FF2B5EF4-FFF2-40B4-BE49-F238E27FC236}">
                <a16:creationId xmlns:a16="http://schemas.microsoft.com/office/drawing/2014/main" id="{784C0F27-F073-46C5-99AA-D6BC67A40F51}"/>
              </a:ext>
            </a:extLst>
          </p:cNvPr>
          <p:cNvSpPr>
            <a:spLocks noGrp="1"/>
          </p:cNvSpPr>
          <p:nvPr>
            <p:ph type="sldNum" sz="quarter" idx="13"/>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1293583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Agenda Slide 2">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E4742-39F0-4C44-00E8-B91F451C1F7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ext Placeholder 6">
            <a:extLst>
              <a:ext uri="{FF2B5EF4-FFF2-40B4-BE49-F238E27FC236}">
                <a16:creationId xmlns:a16="http://schemas.microsoft.com/office/drawing/2014/main" id="{11750401-572B-4B45-BF07-5D528B05F88A}"/>
              </a:ext>
            </a:extLst>
          </p:cNvPr>
          <p:cNvSpPr>
            <a:spLocks noGrp="1"/>
          </p:cNvSpPr>
          <p:nvPr>
            <p:ph type="body" sz="quarter" idx="10" hasCustomPrompt="1"/>
          </p:nvPr>
        </p:nvSpPr>
        <p:spPr>
          <a:xfrm>
            <a:off x="609600" y="1714500"/>
            <a:ext cx="10972800" cy="3549690"/>
          </a:xfrm>
        </p:spPr>
        <p:txBody>
          <a:bodyPr/>
          <a:lstStyle>
            <a:lvl1pPr marL="0" indent="0">
              <a:spcAft>
                <a:spcPts val="3000"/>
              </a:spcAft>
              <a:buNone/>
              <a:defRPr sz="24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0" indent="0">
              <a:spcAft>
                <a:spcPts val="3000"/>
              </a:spcAft>
              <a:buNone/>
              <a:defRPr sz="2400" b="0" i="0">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0" indent="0">
              <a:spcAft>
                <a:spcPts val="3000"/>
              </a:spcAft>
              <a:buNone/>
              <a:defRPr sz="2400" b="0" i="0">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0" indent="0">
              <a:spcAft>
                <a:spcPts val="3000"/>
              </a:spcAft>
              <a:buNone/>
              <a:defRPr sz="2400" b="0" i="0">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0" indent="0">
              <a:spcAft>
                <a:spcPts val="3000"/>
              </a:spcAft>
              <a:buNone/>
              <a:defRPr sz="2400" b="0" i="0">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a:t>Enter high-level agenda items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CF5A1D86-6A7C-4718-BC8A-729563F7E07F}"/>
              </a:ext>
            </a:extLst>
          </p:cNvPr>
          <p:cNvSpPr>
            <a:spLocks noGrp="1"/>
          </p:cNvSpPr>
          <p:nvPr>
            <p:ph type="dt" sz="half" idx="11"/>
          </p:nvPr>
        </p:nvSpPr>
        <p:spPr/>
        <p:txBody>
          <a:bodyPr/>
          <a:lstStyle>
            <a:lvl1pPr>
              <a:defRPr b="0" i="0">
                <a:latin typeface="Amazon Ember Display" panose="020F0603020204020204" pitchFamily="34" charset="0"/>
              </a:defRPr>
            </a:lvl1pPr>
          </a:lstStyle>
          <a:p>
            <a:fld id="{06736434-7E81-994B-854B-1BF33F160A0D}" type="datetime1">
              <a:rPr lang="en-US" smtClean="0"/>
              <a:pPr/>
              <a:t>5/14/26</a:t>
            </a:fld>
            <a:endParaRPr lang="en-US"/>
          </a:p>
        </p:txBody>
      </p:sp>
      <p:sp>
        <p:nvSpPr>
          <p:cNvPr id="4" name="Footer Placeholder 3">
            <a:extLst>
              <a:ext uri="{FF2B5EF4-FFF2-40B4-BE49-F238E27FC236}">
                <a16:creationId xmlns:a16="http://schemas.microsoft.com/office/drawing/2014/main" id="{AC5447C4-003F-49F1-92D9-AA8E16018146}"/>
              </a:ext>
            </a:extLst>
          </p:cNvPr>
          <p:cNvSpPr>
            <a:spLocks noGrp="1"/>
          </p:cNvSpPr>
          <p:nvPr>
            <p:ph type="ftr" sz="quarter" idx="12"/>
          </p:nvPr>
        </p:nvSpPr>
        <p:spPr/>
        <p:txBody>
          <a:bodyPr/>
          <a:lstStyle>
            <a:lvl1pPr>
              <a:defRPr b="0" i="0">
                <a:latin typeface="Amazon Ember Display" panose="020F0603020204020204" pitchFamily="34" charset="0"/>
              </a:defRPr>
            </a:lvl1pPr>
          </a:lstStyle>
          <a:p>
            <a:endParaRPr lang="en-US"/>
          </a:p>
        </p:txBody>
      </p:sp>
      <p:sp>
        <p:nvSpPr>
          <p:cNvPr id="5" name="Slide Number Placeholder 4">
            <a:extLst>
              <a:ext uri="{FF2B5EF4-FFF2-40B4-BE49-F238E27FC236}">
                <a16:creationId xmlns:a16="http://schemas.microsoft.com/office/drawing/2014/main" id="{784C0F27-F073-46C5-99AA-D6BC67A40F51}"/>
              </a:ext>
            </a:extLst>
          </p:cNvPr>
          <p:cNvSpPr>
            <a:spLocks noGrp="1"/>
          </p:cNvSpPr>
          <p:nvPr>
            <p:ph type="sldNum" sz="quarter" idx="13"/>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
        <p:nvSpPr>
          <p:cNvPr id="2" name="Title 1">
            <a:extLst>
              <a:ext uri="{FF2B5EF4-FFF2-40B4-BE49-F238E27FC236}">
                <a16:creationId xmlns:a16="http://schemas.microsoft.com/office/drawing/2014/main" id="{E9F3380B-4C2C-4CFA-5735-2689C62E6B51}"/>
              </a:ext>
            </a:extLst>
          </p:cNvPr>
          <p:cNvSpPr>
            <a:spLocks noGrp="1"/>
          </p:cNvSpPr>
          <p:nvPr>
            <p:ph type="title" hasCustomPrompt="1"/>
          </p:nvPr>
        </p:nvSpPr>
        <p:spPr>
          <a:xfrm>
            <a:off x="525376" y="914401"/>
            <a:ext cx="10972800" cy="590931"/>
          </a:xfrm>
          <a:prstGeom prst="rect">
            <a:avLst/>
          </a:prstGeom>
        </p:spPr>
        <p:txBody>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Agenda layout</a:t>
            </a:r>
          </a:p>
        </p:txBody>
      </p:sp>
    </p:spTree>
    <p:extLst>
      <p:ext uri="{BB962C8B-B14F-4D97-AF65-F5344CB8AC3E}">
        <p14:creationId xmlns:p14="http://schemas.microsoft.com/office/powerpoint/2010/main" val="198130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Agenda Slide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6932EFD-B8A1-B84B-48C9-1BE2EB4AF0A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ext Placeholder 6">
            <a:extLst>
              <a:ext uri="{FF2B5EF4-FFF2-40B4-BE49-F238E27FC236}">
                <a16:creationId xmlns:a16="http://schemas.microsoft.com/office/drawing/2014/main" id="{11750401-572B-4B45-BF07-5D528B05F88A}"/>
              </a:ext>
            </a:extLst>
          </p:cNvPr>
          <p:cNvSpPr>
            <a:spLocks noGrp="1"/>
          </p:cNvSpPr>
          <p:nvPr>
            <p:ph type="body" sz="quarter" idx="10" hasCustomPrompt="1"/>
          </p:nvPr>
        </p:nvSpPr>
        <p:spPr>
          <a:xfrm>
            <a:off x="609600" y="1714500"/>
            <a:ext cx="10972800" cy="3549690"/>
          </a:xfrm>
        </p:spPr>
        <p:txBody>
          <a:bodyPr/>
          <a:lstStyle>
            <a:lvl1pPr marL="0" indent="0">
              <a:spcAft>
                <a:spcPts val="3000"/>
              </a:spcAft>
              <a:buNone/>
              <a:defRPr sz="24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0" indent="0">
              <a:spcAft>
                <a:spcPts val="3000"/>
              </a:spcAft>
              <a:buNone/>
              <a:defRPr sz="2400" b="0" i="0">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0" indent="0">
              <a:spcAft>
                <a:spcPts val="3000"/>
              </a:spcAft>
              <a:buNone/>
              <a:defRPr sz="2400" b="0" i="0">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0" indent="0">
              <a:spcAft>
                <a:spcPts val="3000"/>
              </a:spcAft>
              <a:buNone/>
              <a:defRPr sz="2400" b="0" i="0">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0" indent="0">
              <a:spcAft>
                <a:spcPts val="3000"/>
              </a:spcAft>
              <a:buNone/>
              <a:defRPr sz="2400" b="0" i="0">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a:t>Enter high-level agenda items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CF5A1D86-6A7C-4718-BC8A-729563F7E07F}"/>
              </a:ext>
            </a:extLst>
          </p:cNvPr>
          <p:cNvSpPr>
            <a:spLocks noGrp="1"/>
          </p:cNvSpPr>
          <p:nvPr>
            <p:ph type="dt" sz="half" idx="11"/>
          </p:nvPr>
        </p:nvSpPr>
        <p:spPr/>
        <p:txBody>
          <a:bodyPr/>
          <a:lstStyle>
            <a:lvl1pPr>
              <a:defRPr b="0" i="0">
                <a:latin typeface="Amazon Ember Display" panose="020F0603020204020204" pitchFamily="34" charset="0"/>
              </a:defRPr>
            </a:lvl1pPr>
          </a:lstStyle>
          <a:p>
            <a:fld id="{06736434-7E81-994B-854B-1BF33F160A0D}" type="datetime1">
              <a:rPr lang="en-US" smtClean="0"/>
              <a:pPr/>
              <a:t>5/14/26</a:t>
            </a:fld>
            <a:endParaRPr lang="en-US"/>
          </a:p>
        </p:txBody>
      </p:sp>
      <p:sp>
        <p:nvSpPr>
          <p:cNvPr id="4" name="Footer Placeholder 3">
            <a:extLst>
              <a:ext uri="{FF2B5EF4-FFF2-40B4-BE49-F238E27FC236}">
                <a16:creationId xmlns:a16="http://schemas.microsoft.com/office/drawing/2014/main" id="{AC5447C4-003F-49F1-92D9-AA8E16018146}"/>
              </a:ext>
            </a:extLst>
          </p:cNvPr>
          <p:cNvSpPr>
            <a:spLocks noGrp="1"/>
          </p:cNvSpPr>
          <p:nvPr>
            <p:ph type="ftr" sz="quarter" idx="12"/>
          </p:nvPr>
        </p:nvSpPr>
        <p:spPr/>
        <p:txBody>
          <a:bodyPr/>
          <a:lstStyle>
            <a:lvl1pPr>
              <a:defRPr b="0" i="0">
                <a:latin typeface="Amazon Ember Display" panose="020F0603020204020204" pitchFamily="34" charset="0"/>
              </a:defRPr>
            </a:lvl1pPr>
          </a:lstStyle>
          <a:p>
            <a:endParaRPr lang="en-US"/>
          </a:p>
        </p:txBody>
      </p:sp>
      <p:sp>
        <p:nvSpPr>
          <p:cNvPr id="5" name="Slide Number Placeholder 4">
            <a:extLst>
              <a:ext uri="{FF2B5EF4-FFF2-40B4-BE49-F238E27FC236}">
                <a16:creationId xmlns:a16="http://schemas.microsoft.com/office/drawing/2014/main" id="{784C0F27-F073-46C5-99AA-D6BC67A40F51}"/>
              </a:ext>
            </a:extLst>
          </p:cNvPr>
          <p:cNvSpPr>
            <a:spLocks noGrp="1"/>
          </p:cNvSpPr>
          <p:nvPr>
            <p:ph type="sldNum" sz="quarter" idx="13"/>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
        <p:nvSpPr>
          <p:cNvPr id="2" name="Title 1">
            <a:extLst>
              <a:ext uri="{FF2B5EF4-FFF2-40B4-BE49-F238E27FC236}">
                <a16:creationId xmlns:a16="http://schemas.microsoft.com/office/drawing/2014/main" id="{ADD7451C-3F29-6F6D-F332-22252720A08E}"/>
              </a:ext>
            </a:extLst>
          </p:cNvPr>
          <p:cNvSpPr>
            <a:spLocks noGrp="1"/>
          </p:cNvSpPr>
          <p:nvPr>
            <p:ph type="title" hasCustomPrompt="1"/>
          </p:nvPr>
        </p:nvSpPr>
        <p:spPr>
          <a:xfrm>
            <a:off x="525376" y="914401"/>
            <a:ext cx="10972800" cy="590931"/>
          </a:xfrm>
          <a:prstGeom prst="rect">
            <a:avLst/>
          </a:prstGeom>
        </p:spPr>
        <p:txBody>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Agenda layout</a:t>
            </a:r>
          </a:p>
        </p:txBody>
      </p:sp>
    </p:spTree>
    <p:extLst>
      <p:ext uri="{BB962C8B-B14F-4D97-AF65-F5344CB8AC3E}">
        <p14:creationId xmlns:p14="http://schemas.microsoft.com/office/powerpoint/2010/main" val="3317383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C8CF9-BF86-4458-BFA4-38F0F2DB9847}"/>
              </a:ext>
            </a:extLst>
          </p:cNvPr>
          <p:cNvSpPr>
            <a:spLocks noGrp="1"/>
          </p:cNvSpPr>
          <p:nvPr>
            <p:ph type="title" hasCustomPrompt="1"/>
          </p:nvPr>
        </p:nvSpPr>
        <p:spPr>
          <a:xfrm>
            <a:off x="609600" y="914401"/>
            <a:ext cx="10972800" cy="590931"/>
          </a:xfrm>
          <a:prstGeom prst="rect">
            <a:avLst/>
          </a:prstGeom>
        </p:spPr>
        <p:txBody>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Title only layout</a:t>
            </a:r>
          </a:p>
        </p:txBody>
      </p:sp>
      <p:sp>
        <p:nvSpPr>
          <p:cNvPr id="3" name="Date Placeholder 2">
            <a:extLst>
              <a:ext uri="{FF2B5EF4-FFF2-40B4-BE49-F238E27FC236}">
                <a16:creationId xmlns:a16="http://schemas.microsoft.com/office/drawing/2014/main" id="{08A22A18-A983-4477-9CE2-E889A78034A4}"/>
              </a:ext>
            </a:extLst>
          </p:cNvPr>
          <p:cNvSpPr>
            <a:spLocks noGrp="1"/>
          </p:cNvSpPr>
          <p:nvPr>
            <p:ph type="dt" sz="half" idx="10"/>
          </p:nvPr>
        </p:nvSpPr>
        <p:spPr/>
        <p:txBody>
          <a:bodyPr/>
          <a:lstStyle>
            <a:lvl1pPr>
              <a:defRPr b="0" i="0">
                <a:latin typeface="Amazon Ember Display" panose="020F0603020204020204" pitchFamily="34" charset="0"/>
              </a:defRPr>
            </a:lvl1pPr>
          </a:lstStyle>
          <a:p>
            <a:fld id="{9600D62F-E191-C046-B6EA-E79BE99AA24A}" type="datetime1">
              <a:rPr lang="en-US" smtClean="0"/>
              <a:pPr/>
              <a:t>5/14/26</a:t>
            </a:fld>
            <a:endParaRPr lang="en-US"/>
          </a:p>
        </p:txBody>
      </p:sp>
      <p:sp>
        <p:nvSpPr>
          <p:cNvPr id="4" name="Footer Placeholder 3">
            <a:extLst>
              <a:ext uri="{FF2B5EF4-FFF2-40B4-BE49-F238E27FC236}">
                <a16:creationId xmlns:a16="http://schemas.microsoft.com/office/drawing/2014/main" id="{416B6389-19E6-4677-81FB-25CCEB0E3D8F}"/>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5" name="Slide Number Placeholder 4">
            <a:extLst>
              <a:ext uri="{FF2B5EF4-FFF2-40B4-BE49-F238E27FC236}">
                <a16:creationId xmlns:a16="http://schemas.microsoft.com/office/drawing/2014/main" id="{6D907AE9-2A8E-446F-AC5C-E522F1C0231C}"/>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2021467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type="titleOnly" preserve="1">
  <p:cSld name="Title Only Gradient 1">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58A1DB3-21D8-7727-05ED-700D0446174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F3C8CF9-BF86-4458-BFA4-38F0F2DB9847}"/>
              </a:ext>
            </a:extLst>
          </p:cNvPr>
          <p:cNvSpPr>
            <a:spLocks noGrp="1"/>
          </p:cNvSpPr>
          <p:nvPr>
            <p:ph type="title" hasCustomPrompt="1"/>
          </p:nvPr>
        </p:nvSpPr>
        <p:spPr>
          <a:xfrm>
            <a:off x="609600" y="914401"/>
            <a:ext cx="10972800" cy="590931"/>
          </a:xfrm>
          <a:prstGeom prst="rect">
            <a:avLst/>
          </a:prstGeom>
        </p:spPr>
        <p:txBody>
          <a:bodyPr/>
          <a:lstStyle>
            <a:lvl1pPr>
              <a:defRPr sz="36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Title only layout with gradient</a:t>
            </a:r>
          </a:p>
        </p:txBody>
      </p:sp>
      <p:sp>
        <p:nvSpPr>
          <p:cNvPr id="7" name="Date Placeholder 6">
            <a:extLst>
              <a:ext uri="{FF2B5EF4-FFF2-40B4-BE49-F238E27FC236}">
                <a16:creationId xmlns:a16="http://schemas.microsoft.com/office/drawing/2014/main" id="{9FF00575-76B9-4D8B-9903-136ED9A42301}"/>
              </a:ext>
            </a:extLst>
          </p:cNvPr>
          <p:cNvSpPr>
            <a:spLocks noGrp="1"/>
          </p:cNvSpPr>
          <p:nvPr>
            <p:ph type="dt" sz="half" idx="10"/>
          </p:nvPr>
        </p:nvSpPr>
        <p:spPr/>
        <p:txBody>
          <a:bodyPr/>
          <a:lstStyle>
            <a:lvl1pPr>
              <a:defRPr b="0" i="0">
                <a:latin typeface="Amazon Ember Display" panose="020F0603020204020204" pitchFamily="34" charset="0"/>
              </a:defRPr>
            </a:lvl1pPr>
          </a:lstStyle>
          <a:p>
            <a:fld id="{393093C1-DE68-B74B-A980-4E3BCEBC269D}" type="datetime1">
              <a:rPr lang="en-US" smtClean="0"/>
              <a:pPr/>
              <a:t>5/14/26</a:t>
            </a:fld>
            <a:endParaRPr lang="en-US"/>
          </a:p>
        </p:txBody>
      </p:sp>
      <p:sp>
        <p:nvSpPr>
          <p:cNvPr id="8" name="Footer Placeholder 7">
            <a:extLst>
              <a:ext uri="{FF2B5EF4-FFF2-40B4-BE49-F238E27FC236}">
                <a16:creationId xmlns:a16="http://schemas.microsoft.com/office/drawing/2014/main" id="{56CDB515-1F55-4916-8897-BD5A83C12C05}"/>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b="0" i="0">
                <a:solidFill>
                  <a:schemeClr val="tx2"/>
                </a:solidFill>
                <a:latin typeface="Amazon Ember Display" panose="020F0603020204020204" pitchFamily="34" charset="0"/>
              </a:defRPr>
            </a:lvl1pPr>
          </a:lstStyle>
          <a:p>
            <a:fld id="{EB4B8DE2-A4E8-46E4-8BBF-D75455EFF32C}" type="slidenum">
              <a:rPr lang="en-US" smtClean="0"/>
              <a:pPr/>
              <a:t>‹#›</a:t>
            </a:fld>
            <a:endParaRPr lang="en-US"/>
          </a:p>
        </p:txBody>
      </p:sp>
      <p:pic>
        <p:nvPicPr>
          <p:cNvPr id="4" name="Picture 3">
            <a:extLst>
              <a:ext uri="{FF2B5EF4-FFF2-40B4-BE49-F238E27FC236}">
                <a16:creationId xmlns:a16="http://schemas.microsoft.com/office/drawing/2014/main" id="{5B337A45-3492-46BC-9D48-C3D40511713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8756"/>
          </a:xfrm>
          <a:prstGeom prst="rect">
            <a:avLst/>
          </a:prstGeom>
        </p:spPr>
      </p:pic>
      <p:sp>
        <p:nvSpPr>
          <p:cNvPr id="5" name="TextBox 4">
            <a:extLst>
              <a:ext uri="{FF2B5EF4-FFF2-40B4-BE49-F238E27FC236}">
                <a16:creationId xmlns:a16="http://schemas.microsoft.com/office/drawing/2014/main" id="{DDDBE47E-DAA2-53AD-A19F-7E10713DCC3B}"/>
              </a:ext>
            </a:extLst>
          </p:cNvPr>
          <p:cNvSpPr txBox="1"/>
          <p:nvPr userDrawn="1"/>
        </p:nvSpPr>
        <p:spPr>
          <a:xfrm>
            <a:off x="1141084"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2026, Amazon Web Services, Inc. or its affiliates. All rights reserved. Amazon Confidential and Trademark.</a:t>
            </a:r>
          </a:p>
        </p:txBody>
      </p:sp>
    </p:spTree>
    <p:extLst>
      <p:ext uri="{BB962C8B-B14F-4D97-AF65-F5344CB8AC3E}">
        <p14:creationId xmlns:p14="http://schemas.microsoft.com/office/powerpoint/2010/main" val="1465233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type="titleOnly" preserve="1">
  <p:cSld name="Title Only Gradient 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9B5C98E-29D0-7549-A4E6-151AFAD5474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F3C8CF9-BF86-4458-BFA4-38F0F2DB9847}"/>
              </a:ext>
            </a:extLst>
          </p:cNvPr>
          <p:cNvSpPr>
            <a:spLocks noGrp="1"/>
          </p:cNvSpPr>
          <p:nvPr>
            <p:ph type="title" hasCustomPrompt="1"/>
          </p:nvPr>
        </p:nvSpPr>
        <p:spPr>
          <a:xfrm>
            <a:off x="609600" y="914401"/>
            <a:ext cx="10972800" cy="590931"/>
          </a:xfrm>
          <a:prstGeom prst="rect">
            <a:avLst/>
          </a:prstGeom>
        </p:spPr>
        <p:txBody>
          <a:bodyPr/>
          <a:lstStyle>
            <a:lvl1pPr>
              <a:defRPr sz="36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Title only layout with gradient</a:t>
            </a:r>
          </a:p>
        </p:txBody>
      </p:sp>
      <p:sp>
        <p:nvSpPr>
          <p:cNvPr id="7" name="Date Placeholder 6">
            <a:extLst>
              <a:ext uri="{FF2B5EF4-FFF2-40B4-BE49-F238E27FC236}">
                <a16:creationId xmlns:a16="http://schemas.microsoft.com/office/drawing/2014/main" id="{9FF00575-76B9-4D8B-9903-136ED9A42301}"/>
              </a:ext>
            </a:extLst>
          </p:cNvPr>
          <p:cNvSpPr>
            <a:spLocks noGrp="1"/>
          </p:cNvSpPr>
          <p:nvPr>
            <p:ph type="dt" sz="half" idx="10"/>
          </p:nvPr>
        </p:nvSpPr>
        <p:spPr/>
        <p:txBody>
          <a:bodyPr/>
          <a:lstStyle>
            <a:lvl1pPr>
              <a:defRPr b="0" i="0">
                <a:latin typeface="Amazon Ember Display" panose="020F0603020204020204" pitchFamily="34" charset="0"/>
              </a:defRPr>
            </a:lvl1pPr>
          </a:lstStyle>
          <a:p>
            <a:fld id="{393093C1-DE68-B74B-A980-4E3BCEBC269D}" type="datetime1">
              <a:rPr lang="en-US" smtClean="0"/>
              <a:pPr/>
              <a:t>5/14/26</a:t>
            </a:fld>
            <a:endParaRPr lang="en-US"/>
          </a:p>
        </p:txBody>
      </p:sp>
      <p:sp>
        <p:nvSpPr>
          <p:cNvPr id="8" name="Footer Placeholder 7">
            <a:extLst>
              <a:ext uri="{FF2B5EF4-FFF2-40B4-BE49-F238E27FC236}">
                <a16:creationId xmlns:a16="http://schemas.microsoft.com/office/drawing/2014/main" id="{56CDB515-1F55-4916-8897-BD5A83C12C05}"/>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b="0" i="0">
                <a:solidFill>
                  <a:schemeClr val="tx2"/>
                </a:solidFill>
                <a:latin typeface="Amazon Ember Display" panose="020F0603020204020204" pitchFamily="34" charset="0"/>
              </a:defRPr>
            </a:lvl1pPr>
          </a:lstStyle>
          <a:p>
            <a:fld id="{EB4B8DE2-A4E8-46E4-8BBF-D75455EFF32C}" type="slidenum">
              <a:rPr lang="en-US" smtClean="0"/>
              <a:pPr/>
              <a:t>‹#›</a:t>
            </a:fld>
            <a:endParaRPr lang="en-US"/>
          </a:p>
        </p:txBody>
      </p:sp>
      <p:pic>
        <p:nvPicPr>
          <p:cNvPr id="4" name="Picture 3">
            <a:extLst>
              <a:ext uri="{FF2B5EF4-FFF2-40B4-BE49-F238E27FC236}">
                <a16:creationId xmlns:a16="http://schemas.microsoft.com/office/drawing/2014/main" id="{5B337A45-3492-46BC-9D48-C3D40511713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8756"/>
          </a:xfrm>
          <a:prstGeom prst="rect">
            <a:avLst/>
          </a:prstGeom>
        </p:spPr>
      </p:pic>
      <p:sp>
        <p:nvSpPr>
          <p:cNvPr id="5" name="TextBox 4">
            <a:extLst>
              <a:ext uri="{FF2B5EF4-FFF2-40B4-BE49-F238E27FC236}">
                <a16:creationId xmlns:a16="http://schemas.microsoft.com/office/drawing/2014/main" id="{12237F78-6104-4004-2FA4-4DC0815B72C9}"/>
              </a:ext>
            </a:extLst>
          </p:cNvPr>
          <p:cNvSpPr txBox="1"/>
          <p:nvPr userDrawn="1"/>
        </p:nvSpPr>
        <p:spPr>
          <a:xfrm>
            <a:off x="1141084"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2026, Amazon Web Services, Inc. or its affiliates. All rights reserved. Amazon Confidential and Trademark.</a:t>
            </a:r>
          </a:p>
        </p:txBody>
      </p:sp>
    </p:spTree>
    <p:extLst>
      <p:ext uri="{BB962C8B-B14F-4D97-AF65-F5344CB8AC3E}">
        <p14:creationId xmlns:p14="http://schemas.microsoft.com/office/powerpoint/2010/main" val="582845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type="titleOnly" preserve="1">
  <p:cSld name="Title Only Gradient 3">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C242795-04B8-8DCD-975B-E72373E3A3C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F3C8CF9-BF86-4458-BFA4-38F0F2DB9847}"/>
              </a:ext>
            </a:extLst>
          </p:cNvPr>
          <p:cNvSpPr>
            <a:spLocks noGrp="1"/>
          </p:cNvSpPr>
          <p:nvPr>
            <p:ph type="title" hasCustomPrompt="1"/>
          </p:nvPr>
        </p:nvSpPr>
        <p:spPr>
          <a:xfrm>
            <a:off x="609600" y="914401"/>
            <a:ext cx="10972800" cy="590931"/>
          </a:xfrm>
          <a:prstGeom prst="rect">
            <a:avLst/>
          </a:prstGeom>
        </p:spPr>
        <p:txBody>
          <a:bodyPr/>
          <a:lstStyle>
            <a:lvl1pPr>
              <a:defRPr sz="36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Title only layout with gradient</a:t>
            </a:r>
          </a:p>
        </p:txBody>
      </p:sp>
      <p:sp>
        <p:nvSpPr>
          <p:cNvPr id="7" name="Date Placeholder 6">
            <a:extLst>
              <a:ext uri="{FF2B5EF4-FFF2-40B4-BE49-F238E27FC236}">
                <a16:creationId xmlns:a16="http://schemas.microsoft.com/office/drawing/2014/main" id="{9FF00575-76B9-4D8B-9903-136ED9A42301}"/>
              </a:ext>
            </a:extLst>
          </p:cNvPr>
          <p:cNvSpPr>
            <a:spLocks noGrp="1"/>
          </p:cNvSpPr>
          <p:nvPr>
            <p:ph type="dt" sz="half" idx="10"/>
          </p:nvPr>
        </p:nvSpPr>
        <p:spPr/>
        <p:txBody>
          <a:bodyPr/>
          <a:lstStyle>
            <a:lvl1pPr>
              <a:defRPr b="0" i="0">
                <a:latin typeface="Amazon Ember Display" panose="020F0603020204020204" pitchFamily="34" charset="0"/>
              </a:defRPr>
            </a:lvl1pPr>
          </a:lstStyle>
          <a:p>
            <a:fld id="{393093C1-DE68-B74B-A980-4E3BCEBC269D}" type="datetime1">
              <a:rPr lang="en-US" smtClean="0"/>
              <a:pPr/>
              <a:t>5/14/26</a:t>
            </a:fld>
            <a:endParaRPr lang="en-US"/>
          </a:p>
        </p:txBody>
      </p:sp>
      <p:sp>
        <p:nvSpPr>
          <p:cNvPr id="8" name="Footer Placeholder 7">
            <a:extLst>
              <a:ext uri="{FF2B5EF4-FFF2-40B4-BE49-F238E27FC236}">
                <a16:creationId xmlns:a16="http://schemas.microsoft.com/office/drawing/2014/main" id="{56CDB515-1F55-4916-8897-BD5A83C12C05}"/>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b="0" i="0">
                <a:solidFill>
                  <a:schemeClr val="tx2"/>
                </a:solidFill>
                <a:latin typeface="Amazon Ember Display" panose="020F0603020204020204" pitchFamily="34" charset="0"/>
              </a:defRPr>
            </a:lvl1pPr>
          </a:lstStyle>
          <a:p>
            <a:fld id="{EB4B8DE2-A4E8-46E4-8BBF-D75455EFF32C}" type="slidenum">
              <a:rPr lang="en-US" smtClean="0"/>
              <a:pPr/>
              <a:t>‹#›</a:t>
            </a:fld>
            <a:endParaRPr lang="en-US"/>
          </a:p>
        </p:txBody>
      </p:sp>
      <p:pic>
        <p:nvPicPr>
          <p:cNvPr id="4" name="Picture 3">
            <a:extLst>
              <a:ext uri="{FF2B5EF4-FFF2-40B4-BE49-F238E27FC236}">
                <a16:creationId xmlns:a16="http://schemas.microsoft.com/office/drawing/2014/main" id="{5B337A45-3492-46BC-9D48-C3D40511713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8756"/>
          </a:xfrm>
          <a:prstGeom prst="rect">
            <a:avLst/>
          </a:prstGeom>
        </p:spPr>
      </p:pic>
      <p:sp>
        <p:nvSpPr>
          <p:cNvPr id="5" name="TextBox 4">
            <a:extLst>
              <a:ext uri="{FF2B5EF4-FFF2-40B4-BE49-F238E27FC236}">
                <a16:creationId xmlns:a16="http://schemas.microsoft.com/office/drawing/2014/main" id="{B9D7D0A3-F064-9569-A6C6-9EFB587B0B1C}"/>
              </a:ext>
            </a:extLst>
          </p:cNvPr>
          <p:cNvSpPr txBox="1"/>
          <p:nvPr userDrawn="1"/>
        </p:nvSpPr>
        <p:spPr>
          <a:xfrm>
            <a:off x="1141084"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2026, Amazon Web Services, Inc. or its affiliates. All rights reserved. Amazon Confidential and Trademark.</a:t>
            </a:r>
          </a:p>
        </p:txBody>
      </p:sp>
    </p:spTree>
    <p:extLst>
      <p:ext uri="{BB962C8B-B14F-4D97-AF65-F5344CB8AC3E}">
        <p14:creationId xmlns:p14="http://schemas.microsoft.com/office/powerpoint/2010/main" val="4165905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C8CF9-BF86-4458-BFA4-38F0F2DB9847}"/>
              </a:ext>
            </a:extLst>
          </p:cNvPr>
          <p:cNvSpPr>
            <a:spLocks noGrp="1"/>
          </p:cNvSpPr>
          <p:nvPr>
            <p:ph type="title" hasCustomPrompt="1"/>
          </p:nvPr>
        </p:nvSpPr>
        <p:spPr>
          <a:xfrm>
            <a:off x="539262" y="914401"/>
            <a:ext cx="10972800" cy="535531"/>
          </a:xfrm>
          <a:prstGeom prst="rect">
            <a:avLst/>
          </a:prstGeom>
        </p:spPr>
        <p:txBody>
          <a:bodyPr>
            <a:noAutofit/>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Title and subtitle layout</a:t>
            </a:r>
          </a:p>
        </p:txBody>
      </p:sp>
      <p:sp>
        <p:nvSpPr>
          <p:cNvPr id="4" name="Text Placeholder 3">
            <a:extLst>
              <a:ext uri="{FF2B5EF4-FFF2-40B4-BE49-F238E27FC236}">
                <a16:creationId xmlns:a16="http://schemas.microsoft.com/office/drawing/2014/main" id="{466213DF-CEC6-4F46-9CD4-5ED4A416AF59}"/>
              </a:ext>
            </a:extLst>
          </p:cNvPr>
          <p:cNvSpPr>
            <a:spLocks noGrp="1"/>
          </p:cNvSpPr>
          <p:nvPr>
            <p:ph type="body" sz="quarter" idx="10" hasCustomPrompt="1"/>
          </p:nvPr>
        </p:nvSpPr>
        <p:spPr>
          <a:xfrm>
            <a:off x="609600" y="1455968"/>
            <a:ext cx="10972800" cy="341632"/>
          </a:xfrm>
        </p:spPr>
        <p:txBody>
          <a:bodyPr/>
          <a:lstStyle>
            <a:lvl1pPr marL="0" indent="0">
              <a:buNone/>
              <a:defRPr sz="1800" b="0" i="0" cap="none" spc="0" baseline="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a:t>Enter subtitle</a:t>
            </a:r>
          </a:p>
        </p:txBody>
      </p:sp>
      <p:sp>
        <p:nvSpPr>
          <p:cNvPr id="3" name="Date Placeholder 2">
            <a:extLst>
              <a:ext uri="{FF2B5EF4-FFF2-40B4-BE49-F238E27FC236}">
                <a16:creationId xmlns:a16="http://schemas.microsoft.com/office/drawing/2014/main" id="{A312CB8C-58A4-4758-8C91-E8641A9F6DCF}"/>
              </a:ext>
            </a:extLst>
          </p:cNvPr>
          <p:cNvSpPr>
            <a:spLocks noGrp="1"/>
          </p:cNvSpPr>
          <p:nvPr>
            <p:ph type="dt" sz="half" idx="11"/>
          </p:nvPr>
        </p:nvSpPr>
        <p:spPr/>
        <p:txBody>
          <a:bodyPr/>
          <a:lstStyle>
            <a:lvl1pPr>
              <a:defRPr b="0" i="0">
                <a:latin typeface="Amazon Ember Display" panose="020F0603020204020204" pitchFamily="34" charset="0"/>
              </a:defRPr>
            </a:lvl1pPr>
          </a:lstStyle>
          <a:p>
            <a:fld id="{31D3B374-854B-EF47-9B56-0018B9F83111}" type="datetime1">
              <a:rPr lang="en-US" smtClean="0"/>
              <a:pPr/>
              <a:t>5/14/26</a:t>
            </a:fld>
            <a:endParaRPr lang="en-US"/>
          </a:p>
        </p:txBody>
      </p:sp>
      <p:sp>
        <p:nvSpPr>
          <p:cNvPr id="5" name="Footer Placeholder 4">
            <a:extLst>
              <a:ext uri="{FF2B5EF4-FFF2-40B4-BE49-F238E27FC236}">
                <a16:creationId xmlns:a16="http://schemas.microsoft.com/office/drawing/2014/main" id="{50444248-408B-4052-8B56-17F469F98EA1}"/>
              </a:ext>
            </a:extLst>
          </p:cNvPr>
          <p:cNvSpPr>
            <a:spLocks noGrp="1"/>
          </p:cNvSpPr>
          <p:nvPr>
            <p:ph type="ftr" sz="quarter" idx="12"/>
          </p:nvPr>
        </p:nvSpPr>
        <p:spPr/>
        <p:txBody>
          <a:bodyPr/>
          <a:lstStyle>
            <a:lvl1pPr>
              <a:defRPr b="0" i="0">
                <a:latin typeface="Amazon Ember Display" panose="020F0603020204020204" pitchFamily="34" charset="0"/>
              </a:defRPr>
            </a:lvl1pPr>
          </a:lstStyle>
          <a:p>
            <a:endParaRPr lang="en-US"/>
          </a:p>
        </p:txBody>
      </p:sp>
      <p:sp>
        <p:nvSpPr>
          <p:cNvPr id="6" name="Slide Number Placeholder 5">
            <a:extLst>
              <a:ext uri="{FF2B5EF4-FFF2-40B4-BE49-F238E27FC236}">
                <a16:creationId xmlns:a16="http://schemas.microsoft.com/office/drawing/2014/main" id="{88178479-5E5D-4B94-9958-5C40D64BED65}"/>
              </a:ext>
            </a:extLst>
          </p:cNvPr>
          <p:cNvSpPr>
            <a:spLocks noGrp="1"/>
          </p:cNvSpPr>
          <p:nvPr>
            <p:ph type="sldNum" sz="quarter" idx="13"/>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922509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840">
          <p15:clr>
            <a:srgbClr val="9FCC3B"/>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86B726-34C0-4C1C-A252-97930DC77EE4}"/>
              </a:ext>
            </a:extLst>
          </p:cNvPr>
          <p:cNvSpPr>
            <a:spLocks noGrp="1"/>
          </p:cNvSpPr>
          <p:nvPr>
            <p:ph type="dt" sz="half" idx="10"/>
          </p:nvPr>
        </p:nvSpPr>
        <p:spPr/>
        <p:txBody>
          <a:bodyPr/>
          <a:lstStyle>
            <a:lvl1pPr>
              <a:defRPr b="0" i="0">
                <a:latin typeface="Amazon Ember Display" panose="020F0603020204020204" pitchFamily="34" charset="0"/>
              </a:defRPr>
            </a:lvl1pPr>
          </a:lstStyle>
          <a:p>
            <a:fld id="{238B2222-37A4-5449-B1D9-9B13ADA59E84}" type="datetime1">
              <a:rPr lang="en-US" smtClean="0"/>
              <a:pPr/>
              <a:t>5/14/26</a:t>
            </a:fld>
            <a:endParaRPr lang="en-US"/>
          </a:p>
        </p:txBody>
      </p:sp>
      <p:sp>
        <p:nvSpPr>
          <p:cNvPr id="3" name="Footer Placeholder 2">
            <a:extLst>
              <a:ext uri="{FF2B5EF4-FFF2-40B4-BE49-F238E27FC236}">
                <a16:creationId xmlns:a16="http://schemas.microsoft.com/office/drawing/2014/main" id="{883103B0-BAC9-4248-BF05-F8F64F81D313}"/>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4" name="Slide Number Placeholder 3">
            <a:extLst>
              <a:ext uri="{FF2B5EF4-FFF2-40B4-BE49-F238E27FC236}">
                <a16:creationId xmlns:a16="http://schemas.microsoft.com/office/drawing/2014/main" id="{36BB167B-71A0-4735-93B6-5A034F89FE21}"/>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1322984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a:xfrm>
            <a:off x="539262" y="914401"/>
            <a:ext cx="10972800" cy="535531"/>
          </a:xfrm>
          <a:prstGeom prst="rect">
            <a:avLst/>
          </a:prstGeom>
        </p:spPr>
        <p:txBody>
          <a:bodyPr>
            <a:noAutofit/>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Title and content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609600" y="1714500"/>
            <a:ext cx="10972800" cy="2767937"/>
          </a:xfrm>
        </p:spPr>
        <p:txBody>
          <a:bodyPr/>
          <a:lstStyle>
            <a:lvl1pPr marL="0" indent="0">
              <a:spcAft>
                <a:spcPts val="1800"/>
              </a:spcAft>
              <a:buNone/>
              <a:defRPr b="0" i="0">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85750" indent="0">
              <a:spcAft>
                <a:spcPts val="1800"/>
              </a:spcAft>
              <a:buNone/>
              <a:defRPr b="0" i="0">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28650" indent="0">
              <a:spcAft>
                <a:spcPts val="1800"/>
              </a:spcAft>
              <a:buNone/>
              <a:defRPr b="0" i="0">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0">
              <a:spcAft>
                <a:spcPts val="1800"/>
              </a:spcAft>
              <a:buNone/>
              <a:defRPr b="0" i="0">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3000" indent="0">
              <a:spcAft>
                <a:spcPts val="1800"/>
              </a:spcAft>
              <a:buNone/>
              <a:defRPr b="0" i="0">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a:t>Enter text or click icon to add media</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B02A07-9279-4389-95B8-CFF5307F9EBB}"/>
              </a:ext>
            </a:extLst>
          </p:cNvPr>
          <p:cNvSpPr>
            <a:spLocks noGrp="1"/>
          </p:cNvSpPr>
          <p:nvPr>
            <p:ph type="dt" sz="half" idx="10"/>
          </p:nvPr>
        </p:nvSpPr>
        <p:spPr/>
        <p:txBody>
          <a:bodyPr/>
          <a:lstStyle>
            <a:lvl1pPr>
              <a:defRPr b="0" i="0">
                <a:latin typeface="Amazon Ember Display" panose="020F0603020204020204" pitchFamily="34" charset="0"/>
              </a:defRPr>
            </a:lvl1pPr>
          </a:lstStyle>
          <a:p>
            <a:fld id="{B9026E32-37D5-A446-8A01-9B6BBEB5E690}" type="datetime1">
              <a:rPr lang="en-US" smtClean="0"/>
              <a:pPr/>
              <a:t>5/14/26</a:t>
            </a:fld>
            <a:endParaRPr lang="en-US"/>
          </a:p>
        </p:txBody>
      </p:sp>
      <p:sp>
        <p:nvSpPr>
          <p:cNvPr id="5" name="Footer Placeholder 4">
            <a:extLst>
              <a:ext uri="{FF2B5EF4-FFF2-40B4-BE49-F238E27FC236}">
                <a16:creationId xmlns:a16="http://schemas.microsoft.com/office/drawing/2014/main" id="{5D24D072-A634-4E51-88E3-AFF4BBF53F8F}"/>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6" name="Slide Number Placeholder 5">
            <a:extLst>
              <a:ext uri="{FF2B5EF4-FFF2-40B4-BE49-F238E27FC236}">
                <a16:creationId xmlns:a16="http://schemas.microsoft.com/office/drawing/2014/main" id="{02391B74-659E-4EB1-8DB0-B962093F0B4C}"/>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510861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type="obj" preserve="1">
  <p:cSld name="Title and Bullete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a:xfrm>
            <a:off x="539262" y="914401"/>
            <a:ext cx="10972800" cy="535531"/>
          </a:xfrm>
          <a:prstGeom prst="rect">
            <a:avLst/>
          </a:prstGeom>
        </p:spPr>
        <p:txBody>
          <a:bodyPr>
            <a:noAutofit/>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Title and bulleted content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609600" y="1714500"/>
            <a:ext cx="10972800" cy="1844608"/>
          </a:xfrm>
        </p:spPr>
        <p:txBody>
          <a:bodyPr/>
          <a:lstStyle>
            <a:lvl1pPr marL="457200" indent="-457200">
              <a:buFont typeface="Arial" panose="020B0604020202020204" pitchFamily="34" charset="0"/>
              <a:buChar char="•"/>
              <a:defRPr b="0" i="0">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800100" indent="-342900">
              <a:buFont typeface="Arial" panose="020B0604020202020204" pitchFamily="34" charset="0"/>
              <a:buChar char="•"/>
              <a:defRPr b="0" i="0">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1257300" indent="-342900">
              <a:buFont typeface="Arial" panose="020B0604020202020204" pitchFamily="34" charset="0"/>
              <a:buChar char="•"/>
              <a:defRPr b="0" i="0">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1657350" indent="-285750">
              <a:buFont typeface="Arial" panose="020B0604020202020204" pitchFamily="34" charset="0"/>
              <a:buChar char="•"/>
              <a:defRPr b="0" i="0">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2114550" indent="-285750">
              <a:buFont typeface="Arial" panose="020B0604020202020204" pitchFamily="34" charset="0"/>
              <a:buChar char="•"/>
              <a:defRPr b="0" i="0">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a:t>Enter text or click icon to add media</a:t>
            </a:r>
          </a:p>
          <a:p>
            <a:pPr lvl="1"/>
            <a:r>
              <a:rPr lang="en-US"/>
              <a:t>Second level</a:t>
            </a:r>
          </a:p>
          <a:p>
            <a:pPr lvl="2"/>
            <a:r>
              <a:rPr lang="en-US"/>
              <a:t>Third level</a:t>
            </a:r>
          </a:p>
          <a:p>
            <a:pPr lvl="3"/>
            <a:r>
              <a:rPr lang="en-US"/>
              <a:t>Fourth level</a:t>
            </a:r>
          </a:p>
          <a:p>
            <a:pPr lvl="4"/>
            <a:r>
              <a:rPr lang="en-US"/>
              <a:t>Fifth level </a:t>
            </a:r>
          </a:p>
        </p:txBody>
      </p:sp>
      <p:sp>
        <p:nvSpPr>
          <p:cNvPr id="4" name="Date Placeholder 3">
            <a:extLst>
              <a:ext uri="{FF2B5EF4-FFF2-40B4-BE49-F238E27FC236}">
                <a16:creationId xmlns:a16="http://schemas.microsoft.com/office/drawing/2014/main" id="{5428ABEB-87DF-4979-B8D5-38D09C158222}"/>
              </a:ext>
            </a:extLst>
          </p:cNvPr>
          <p:cNvSpPr>
            <a:spLocks noGrp="1"/>
          </p:cNvSpPr>
          <p:nvPr>
            <p:ph type="dt" sz="half" idx="10"/>
          </p:nvPr>
        </p:nvSpPr>
        <p:spPr/>
        <p:txBody>
          <a:bodyPr/>
          <a:lstStyle>
            <a:lvl1pPr>
              <a:defRPr b="0" i="0">
                <a:latin typeface="Amazon Ember Display" panose="020F0603020204020204" pitchFamily="34" charset="0"/>
              </a:defRPr>
            </a:lvl1pPr>
          </a:lstStyle>
          <a:p>
            <a:fld id="{F68F78D1-9721-044C-B65C-A6FC97994CEC}" type="datetime1">
              <a:rPr lang="en-US" smtClean="0"/>
              <a:pPr/>
              <a:t>5/14/26</a:t>
            </a:fld>
            <a:endParaRPr lang="en-US"/>
          </a:p>
        </p:txBody>
      </p:sp>
      <p:sp>
        <p:nvSpPr>
          <p:cNvPr id="5" name="Footer Placeholder 4">
            <a:extLst>
              <a:ext uri="{FF2B5EF4-FFF2-40B4-BE49-F238E27FC236}">
                <a16:creationId xmlns:a16="http://schemas.microsoft.com/office/drawing/2014/main" id="{B67DE3A9-1F3C-45F4-9F53-543C4B62D7F6}"/>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6" name="Slide Number Placeholder 5">
            <a:extLst>
              <a:ext uri="{FF2B5EF4-FFF2-40B4-BE49-F238E27FC236}">
                <a16:creationId xmlns:a16="http://schemas.microsoft.com/office/drawing/2014/main" id="{8827DE2B-5658-4ECD-9AB5-497E1D05E00C}"/>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578817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a:xfrm>
            <a:off x="539262" y="914401"/>
            <a:ext cx="10972800" cy="535531"/>
          </a:xfrm>
          <a:prstGeom prst="rect">
            <a:avLst/>
          </a:prstGeom>
        </p:spPr>
        <p:txBody>
          <a:bodyPr>
            <a:noAutofit/>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Title, subtitle, and content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609600" y="2133600"/>
            <a:ext cx="10972800" cy="2767937"/>
          </a:xfrm>
        </p:spPr>
        <p:txBody>
          <a:bodyPr/>
          <a:lstStyle>
            <a:lvl1pPr marL="0" indent="0">
              <a:spcAft>
                <a:spcPts val="1800"/>
              </a:spcAft>
              <a:buNone/>
              <a:defRPr b="0" i="0">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85750" indent="0">
              <a:spcAft>
                <a:spcPts val="1800"/>
              </a:spcAft>
              <a:buNone/>
              <a:defRPr b="0" i="0">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28650" indent="0">
              <a:spcAft>
                <a:spcPts val="1800"/>
              </a:spcAft>
              <a:buNone/>
              <a:defRPr b="0" i="0">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0">
              <a:spcAft>
                <a:spcPts val="1800"/>
              </a:spcAft>
              <a:buNone/>
              <a:defRPr b="0" i="0">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3000" indent="0">
              <a:spcAft>
                <a:spcPts val="1800"/>
              </a:spcAft>
              <a:buNone/>
              <a:defRPr b="0" i="0">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a:t>Enter text or click icon to add media</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42CBB3C-A513-466E-B53F-E5E5781263EA}"/>
              </a:ext>
            </a:extLst>
          </p:cNvPr>
          <p:cNvSpPr>
            <a:spLocks noGrp="1"/>
          </p:cNvSpPr>
          <p:nvPr>
            <p:ph type="body" sz="quarter" idx="10" hasCustomPrompt="1"/>
          </p:nvPr>
        </p:nvSpPr>
        <p:spPr>
          <a:xfrm>
            <a:off x="609600" y="1455968"/>
            <a:ext cx="10972800" cy="341632"/>
          </a:xfrm>
        </p:spPr>
        <p:txBody>
          <a:bodyPr/>
          <a:lstStyle>
            <a:lvl1pPr marL="0" indent="0">
              <a:buNone/>
              <a:defRPr lang="en-US" sz="1800" b="0" i="0" kern="1200" cap="none" spc="0" baseline="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Enter subtitle</a:t>
            </a:r>
          </a:p>
        </p:txBody>
      </p:sp>
      <p:sp>
        <p:nvSpPr>
          <p:cNvPr id="4" name="Date Placeholder 3">
            <a:extLst>
              <a:ext uri="{FF2B5EF4-FFF2-40B4-BE49-F238E27FC236}">
                <a16:creationId xmlns:a16="http://schemas.microsoft.com/office/drawing/2014/main" id="{876D2500-AAFD-4464-92DE-45442731C6FD}"/>
              </a:ext>
            </a:extLst>
          </p:cNvPr>
          <p:cNvSpPr>
            <a:spLocks noGrp="1"/>
          </p:cNvSpPr>
          <p:nvPr>
            <p:ph type="dt" sz="half" idx="11"/>
          </p:nvPr>
        </p:nvSpPr>
        <p:spPr/>
        <p:txBody>
          <a:bodyPr/>
          <a:lstStyle>
            <a:lvl1pPr>
              <a:defRPr b="0" i="0">
                <a:latin typeface="Amazon Ember Display" panose="020F0603020204020204" pitchFamily="34" charset="0"/>
              </a:defRPr>
            </a:lvl1pPr>
          </a:lstStyle>
          <a:p>
            <a:fld id="{C4422CFE-CB70-E144-AF43-F0FCE393742F}" type="datetime1">
              <a:rPr lang="en-US" smtClean="0"/>
              <a:pPr/>
              <a:t>5/14/26</a:t>
            </a:fld>
            <a:endParaRPr lang="en-US"/>
          </a:p>
        </p:txBody>
      </p:sp>
      <p:sp>
        <p:nvSpPr>
          <p:cNvPr id="6" name="Footer Placeholder 5">
            <a:extLst>
              <a:ext uri="{FF2B5EF4-FFF2-40B4-BE49-F238E27FC236}">
                <a16:creationId xmlns:a16="http://schemas.microsoft.com/office/drawing/2014/main" id="{77A7C935-E20D-482F-89A5-4255E88216F0}"/>
              </a:ext>
            </a:extLst>
          </p:cNvPr>
          <p:cNvSpPr>
            <a:spLocks noGrp="1"/>
          </p:cNvSpPr>
          <p:nvPr>
            <p:ph type="ftr" sz="quarter" idx="12"/>
          </p:nvPr>
        </p:nvSpPr>
        <p:spPr/>
        <p:txBody>
          <a:bodyPr/>
          <a:lstStyle>
            <a:lvl1pPr>
              <a:defRPr b="0" i="0">
                <a:latin typeface="Amazon Ember Display" panose="020F0603020204020204" pitchFamily="34" charset="0"/>
              </a:defRPr>
            </a:lvl1pPr>
          </a:lstStyle>
          <a:p>
            <a:endParaRPr lang="en-US"/>
          </a:p>
        </p:txBody>
      </p:sp>
      <p:sp>
        <p:nvSpPr>
          <p:cNvPr id="7" name="Slide Number Placeholder 6">
            <a:extLst>
              <a:ext uri="{FF2B5EF4-FFF2-40B4-BE49-F238E27FC236}">
                <a16:creationId xmlns:a16="http://schemas.microsoft.com/office/drawing/2014/main" id="{0E19C1A1-91E5-46D2-97FB-94E48C63B96F}"/>
              </a:ext>
            </a:extLst>
          </p:cNvPr>
          <p:cNvSpPr>
            <a:spLocks noGrp="1"/>
          </p:cNvSpPr>
          <p:nvPr>
            <p:ph type="sldNum" sz="quarter" idx="13"/>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981057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840">
          <p15:clr>
            <a:srgbClr val="9FCC3B"/>
          </p15:clr>
        </p15:guide>
        <p15:guide id="2" orient="horz" pos="1128">
          <p15:clr>
            <a:srgbClr val="9FCC3B"/>
          </p15:clr>
        </p15:guide>
        <p15:guide id="3" orient="horz" pos="1344">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Subtitle, and Bullete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a:xfrm>
            <a:off x="539262" y="914401"/>
            <a:ext cx="10972800" cy="535531"/>
          </a:xfrm>
          <a:prstGeom prst="rect">
            <a:avLst/>
          </a:prstGeom>
        </p:spPr>
        <p:txBody>
          <a:bodyPr>
            <a:noAutofit/>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Title, subtitle, and bulleted content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609600" y="1981200"/>
            <a:ext cx="10972800" cy="1844608"/>
          </a:xfrm>
        </p:spPr>
        <p:txBody>
          <a:bodyPr/>
          <a:lstStyle>
            <a:lvl1pPr>
              <a:defRPr b="0" i="0">
                <a:latin typeface="Amazon Ember Display" panose="020F0603020204020204" pitchFamily="34" charset="0"/>
                <a:ea typeface="Amazon Ember Display" panose="020F0603020204020204" pitchFamily="34" charset="0"/>
                <a:cs typeface="Amazon Ember Display" panose="020F0603020204020204" pitchFamily="34" charset="0"/>
              </a:defRPr>
            </a:lvl1pPr>
            <a:lvl2pPr>
              <a:defRPr b="0" i="0">
                <a:latin typeface="Amazon Ember Display" panose="020F0603020204020204" pitchFamily="34" charset="0"/>
                <a:ea typeface="Amazon Ember Display" panose="020F0603020204020204" pitchFamily="34" charset="0"/>
                <a:cs typeface="Amazon Ember Display" panose="020F0603020204020204" pitchFamily="34" charset="0"/>
              </a:defRPr>
            </a:lvl2pPr>
            <a:lvl3pPr>
              <a:defRPr b="0" i="0">
                <a:latin typeface="Amazon Ember Display" panose="020F0603020204020204" pitchFamily="34" charset="0"/>
                <a:ea typeface="Amazon Ember Display" panose="020F0603020204020204" pitchFamily="34" charset="0"/>
                <a:cs typeface="Amazon Ember Display" panose="020F0603020204020204" pitchFamily="34" charset="0"/>
              </a:defRPr>
            </a:lvl3pPr>
            <a:lvl4pPr>
              <a:defRPr b="0" i="0">
                <a:latin typeface="Amazon Ember Display" panose="020F0603020204020204" pitchFamily="34" charset="0"/>
                <a:ea typeface="Amazon Ember Display" panose="020F0603020204020204" pitchFamily="34" charset="0"/>
                <a:cs typeface="Amazon Ember Display" panose="020F0603020204020204" pitchFamily="34" charset="0"/>
              </a:defRPr>
            </a:lvl4pPr>
            <a:lvl5pPr>
              <a:defRPr b="0" i="0">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a:t>Enter text or click icon to add media</a:t>
            </a:r>
          </a:p>
          <a:p>
            <a:pPr lvl="1"/>
            <a:r>
              <a:rPr lang="en-US"/>
              <a:t>Second level</a:t>
            </a:r>
          </a:p>
          <a:p>
            <a:pPr lvl="2"/>
            <a:r>
              <a:rPr lang="en-US"/>
              <a:t>Third level</a:t>
            </a:r>
          </a:p>
          <a:p>
            <a:pPr lvl="3"/>
            <a:r>
              <a:rPr lang="en-US"/>
              <a:t>Fourth level</a:t>
            </a:r>
          </a:p>
          <a:p>
            <a:pPr lvl="4"/>
            <a:r>
              <a:rPr lang="en-US"/>
              <a:t>Fifth level</a:t>
            </a:r>
          </a:p>
        </p:txBody>
      </p:sp>
      <p:sp>
        <p:nvSpPr>
          <p:cNvPr id="4" name="Text Placeholder 4">
            <a:extLst>
              <a:ext uri="{FF2B5EF4-FFF2-40B4-BE49-F238E27FC236}">
                <a16:creationId xmlns:a16="http://schemas.microsoft.com/office/drawing/2014/main" id="{C73DDF9C-7004-4F4E-8707-3F8553760CAE}"/>
              </a:ext>
            </a:extLst>
          </p:cNvPr>
          <p:cNvSpPr>
            <a:spLocks noGrp="1"/>
          </p:cNvSpPr>
          <p:nvPr>
            <p:ph type="body" sz="quarter" idx="10" hasCustomPrompt="1"/>
          </p:nvPr>
        </p:nvSpPr>
        <p:spPr>
          <a:xfrm>
            <a:off x="609600" y="1457034"/>
            <a:ext cx="10972800" cy="341632"/>
          </a:xfrm>
        </p:spPr>
        <p:txBody>
          <a:bodyPr/>
          <a:lstStyle>
            <a:lvl1pPr marL="0" indent="0">
              <a:buNone/>
              <a:defRPr lang="en-US" sz="1800" b="0" i="0" kern="1200" cap="none" spc="0" baseline="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Enter subtitle</a:t>
            </a:r>
          </a:p>
        </p:txBody>
      </p:sp>
      <p:sp>
        <p:nvSpPr>
          <p:cNvPr id="5" name="Date Placeholder 4">
            <a:extLst>
              <a:ext uri="{FF2B5EF4-FFF2-40B4-BE49-F238E27FC236}">
                <a16:creationId xmlns:a16="http://schemas.microsoft.com/office/drawing/2014/main" id="{91E9B8C3-36CA-4A97-B3FF-2FCDD97E1A02}"/>
              </a:ext>
            </a:extLst>
          </p:cNvPr>
          <p:cNvSpPr>
            <a:spLocks noGrp="1"/>
          </p:cNvSpPr>
          <p:nvPr>
            <p:ph type="dt" sz="half" idx="11"/>
          </p:nvPr>
        </p:nvSpPr>
        <p:spPr/>
        <p:txBody>
          <a:bodyPr/>
          <a:lstStyle>
            <a:lvl1pPr>
              <a:defRPr b="0" i="0">
                <a:latin typeface="Amazon Ember Display" panose="020F0603020204020204" pitchFamily="34" charset="0"/>
              </a:defRPr>
            </a:lvl1pPr>
          </a:lstStyle>
          <a:p>
            <a:fld id="{F4FC2D43-256D-6645-BCF9-A844B8D70195}" type="datetime1">
              <a:rPr lang="en-US" smtClean="0"/>
              <a:pPr/>
              <a:t>5/14/26</a:t>
            </a:fld>
            <a:endParaRPr lang="en-US"/>
          </a:p>
        </p:txBody>
      </p:sp>
      <p:sp>
        <p:nvSpPr>
          <p:cNvPr id="6" name="Footer Placeholder 5">
            <a:extLst>
              <a:ext uri="{FF2B5EF4-FFF2-40B4-BE49-F238E27FC236}">
                <a16:creationId xmlns:a16="http://schemas.microsoft.com/office/drawing/2014/main" id="{9AEEE534-0361-47D3-8F92-2D7522A226D4}"/>
              </a:ext>
            </a:extLst>
          </p:cNvPr>
          <p:cNvSpPr>
            <a:spLocks noGrp="1"/>
          </p:cNvSpPr>
          <p:nvPr>
            <p:ph type="ftr" sz="quarter" idx="12"/>
          </p:nvPr>
        </p:nvSpPr>
        <p:spPr/>
        <p:txBody>
          <a:bodyPr/>
          <a:lstStyle>
            <a:lvl1pPr>
              <a:defRPr b="0" i="0">
                <a:latin typeface="Amazon Ember Display" panose="020F0603020204020204" pitchFamily="34" charset="0"/>
              </a:defRPr>
            </a:lvl1pPr>
          </a:lstStyle>
          <a:p>
            <a:endParaRPr lang="en-US"/>
          </a:p>
        </p:txBody>
      </p:sp>
      <p:sp>
        <p:nvSpPr>
          <p:cNvPr id="7" name="Slide Number Placeholder 6">
            <a:extLst>
              <a:ext uri="{FF2B5EF4-FFF2-40B4-BE49-F238E27FC236}">
                <a16:creationId xmlns:a16="http://schemas.microsoft.com/office/drawing/2014/main" id="{A34270F7-2BCA-4119-8F34-BD17AB29E14B}"/>
              </a:ext>
            </a:extLst>
          </p:cNvPr>
          <p:cNvSpPr>
            <a:spLocks noGrp="1"/>
          </p:cNvSpPr>
          <p:nvPr>
            <p:ph type="sldNum" sz="quarter" idx="13"/>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2170179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840">
          <p15:clr>
            <a:srgbClr val="9FCC3B"/>
          </p15:clr>
        </p15:guide>
        <p15:guide id="2" orient="horz" pos="1128">
          <p15:clr>
            <a:srgbClr val="9FCC3B"/>
          </p15:clr>
        </p15:guide>
        <p15:guide id="3" orient="horz" pos="1248">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itle, Content, and Imag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C03484E-63E1-C65B-B9E9-64BEBDE8D89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a:xfrm>
            <a:off x="539262" y="914401"/>
            <a:ext cx="5334000" cy="978729"/>
          </a:xfrm>
          <a:prstGeom prst="rect">
            <a:avLst/>
          </a:prstGeom>
        </p:spPr>
        <p:txBody>
          <a:bodyPr>
            <a:noAutofit/>
          </a:bodyPr>
          <a:lstStyle>
            <a:lvl1pPr>
              <a:defRPr sz="3600" b="0" i="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Title, content, and image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609600" y="2171700"/>
            <a:ext cx="5334000" cy="1540935"/>
          </a:xfrm>
        </p:spPr>
        <p:txBody>
          <a:bodyPr/>
          <a:lstStyle>
            <a:lvl1pPr marL="0" indent="0">
              <a:spcAft>
                <a:spcPts val="1800"/>
              </a:spcAft>
              <a:buNone/>
              <a:defRPr sz="2400" b="0" i="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85750" indent="0">
              <a:spcAft>
                <a:spcPts val="1800"/>
              </a:spcAft>
              <a:buNone/>
              <a:defRPr sz="2000" b="0" i="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28650" indent="0">
              <a:spcAft>
                <a:spcPts val="1800"/>
              </a:spcAft>
              <a:buNone/>
              <a:defRPr sz="1800" b="0" i="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0">
              <a:spcAft>
                <a:spcPts val="1800"/>
              </a:spcAft>
              <a:buNone/>
              <a:defRPr sz="1600"/>
            </a:lvl4pPr>
            <a:lvl5pPr marL="1143000" indent="0">
              <a:spcAft>
                <a:spcPts val="1800"/>
              </a:spcAft>
              <a:buNone/>
              <a:defRPr sz="1600"/>
            </a:lvl5pPr>
          </a:lstStyle>
          <a:p>
            <a:pPr lvl="0"/>
            <a:r>
              <a:rPr lang="en-US"/>
              <a:t>Enter text</a:t>
            </a:r>
          </a:p>
          <a:p>
            <a:pPr lvl="1"/>
            <a:r>
              <a:rPr lang="en-US"/>
              <a:t>Second level</a:t>
            </a:r>
          </a:p>
          <a:p>
            <a:pPr lvl="2"/>
            <a:r>
              <a:rPr lang="en-US"/>
              <a:t>Third level</a:t>
            </a:r>
          </a:p>
        </p:txBody>
      </p:sp>
      <p:sp>
        <p:nvSpPr>
          <p:cNvPr id="4" name="Date Placeholder 3">
            <a:extLst>
              <a:ext uri="{FF2B5EF4-FFF2-40B4-BE49-F238E27FC236}">
                <a16:creationId xmlns:a16="http://schemas.microsoft.com/office/drawing/2014/main" id="{FC3FE715-EC87-4B8E-9C5A-5A9D588BB97F}"/>
              </a:ext>
            </a:extLst>
          </p:cNvPr>
          <p:cNvSpPr>
            <a:spLocks noGrp="1"/>
          </p:cNvSpPr>
          <p:nvPr>
            <p:ph type="dt" sz="half" idx="11"/>
          </p:nvPr>
        </p:nvSpPr>
        <p:spPr/>
        <p:txBody>
          <a:bodyPr/>
          <a:lstStyle>
            <a:lvl1pPr>
              <a:defRPr b="0" i="0">
                <a:latin typeface="Amazon Ember Display" panose="020F0603020204020204" pitchFamily="34" charset="0"/>
              </a:defRPr>
            </a:lvl1pPr>
          </a:lstStyle>
          <a:p>
            <a:fld id="{08C0C526-AA41-9246-8D2F-123642CF358A}" type="datetime1">
              <a:rPr lang="en-US" smtClean="0"/>
              <a:pPr/>
              <a:t>5/14/26</a:t>
            </a:fld>
            <a:endParaRPr lang="en-US"/>
          </a:p>
        </p:txBody>
      </p:sp>
      <p:sp>
        <p:nvSpPr>
          <p:cNvPr id="6" name="Footer Placeholder 5">
            <a:extLst>
              <a:ext uri="{FF2B5EF4-FFF2-40B4-BE49-F238E27FC236}">
                <a16:creationId xmlns:a16="http://schemas.microsoft.com/office/drawing/2014/main" id="{18D5F6CD-847A-4EBE-9BAA-72269373CEED}"/>
              </a:ext>
            </a:extLst>
          </p:cNvPr>
          <p:cNvSpPr>
            <a:spLocks noGrp="1"/>
          </p:cNvSpPr>
          <p:nvPr>
            <p:ph type="ftr" sz="quarter" idx="12"/>
          </p:nvPr>
        </p:nvSpPr>
        <p:spPr/>
        <p:txBody>
          <a:bodyPr/>
          <a:lstStyle>
            <a:lvl1pPr>
              <a:defRPr b="0" i="0">
                <a:latin typeface="Amazon Ember Display" panose="020F0603020204020204" pitchFamily="34" charset="0"/>
              </a:defRPr>
            </a:lvl1pPr>
          </a:lstStyle>
          <a:p>
            <a:endParaRPr lang="en-US"/>
          </a:p>
        </p:txBody>
      </p:sp>
      <p:sp>
        <p:nvSpPr>
          <p:cNvPr id="7" name="Slide Number Placeholder 6">
            <a:extLst>
              <a:ext uri="{FF2B5EF4-FFF2-40B4-BE49-F238E27FC236}">
                <a16:creationId xmlns:a16="http://schemas.microsoft.com/office/drawing/2014/main" id="{E1C972F2-75D0-4C1D-B2C9-D4DDBBA7EBAC}"/>
              </a:ext>
            </a:extLst>
          </p:cNvPr>
          <p:cNvSpPr>
            <a:spLocks noGrp="1"/>
          </p:cNvSpPr>
          <p:nvPr>
            <p:ph type="sldNum" sz="quarter" idx="13"/>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
        <p:nvSpPr>
          <p:cNvPr id="9" name="TextBox 8">
            <a:extLst>
              <a:ext uri="{FF2B5EF4-FFF2-40B4-BE49-F238E27FC236}">
                <a16:creationId xmlns:a16="http://schemas.microsoft.com/office/drawing/2014/main" id="{72F72762-FFD8-44A0-D0C3-72BB36D53F86}"/>
              </a:ext>
            </a:extLst>
          </p:cNvPr>
          <p:cNvSpPr txBox="1"/>
          <p:nvPr userDrawn="1"/>
        </p:nvSpPr>
        <p:spPr>
          <a:xfrm>
            <a:off x="1141084" y="6389813"/>
            <a:ext cx="3937296" cy="184666"/>
          </a:xfrm>
          <a:prstGeom prst="rect">
            <a:avLst/>
          </a:prstGeom>
          <a:noFill/>
        </p:spPr>
        <p:txBody>
          <a:bodyPr wrap="none" rtlCol="0">
            <a:spAutoFit/>
          </a:bodyPr>
          <a:lstStyle/>
          <a:p>
            <a:pPr algn="l"/>
            <a:r>
              <a:rPr lang="en-US" sz="600" b="0" i="0">
                <a:solidFill>
                  <a:schemeClr val="bg1"/>
                </a:solidFill>
                <a:latin typeface="Amazon Ember Display" panose="020F0603020204020204" pitchFamily="34" charset="0"/>
              </a:rPr>
              <a:t>© 2026, Amazon Web Services, Inc. or its affiliates. All rights reserved. Amazon Confidential and Trademark.</a:t>
            </a:r>
          </a:p>
        </p:txBody>
      </p:sp>
    </p:spTree>
    <p:extLst>
      <p:ext uri="{BB962C8B-B14F-4D97-AF65-F5344CB8AC3E}">
        <p14:creationId xmlns:p14="http://schemas.microsoft.com/office/powerpoint/2010/main" val="59282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1368">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_Title, Content, and Image">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76996DA-5BE5-07A1-3E6B-5009A6B7A22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a:xfrm>
            <a:off x="539262" y="914401"/>
            <a:ext cx="5334000" cy="978729"/>
          </a:xfrm>
          <a:prstGeom prst="rect">
            <a:avLst/>
          </a:prstGeom>
        </p:spPr>
        <p:txBody>
          <a:bodyPr>
            <a:noAutofit/>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Title, content, and image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609600" y="2171700"/>
            <a:ext cx="5334000" cy="1540935"/>
          </a:xfrm>
        </p:spPr>
        <p:txBody>
          <a:bodyPr/>
          <a:lstStyle>
            <a:lvl1pPr marL="0" indent="0">
              <a:spcAft>
                <a:spcPts val="1800"/>
              </a:spcAft>
              <a:buNone/>
              <a:defRPr sz="24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85750" indent="0">
              <a:spcAft>
                <a:spcPts val="1800"/>
              </a:spcAft>
              <a:buNone/>
              <a:defRPr sz="2000" b="0" i="0">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28650" indent="0">
              <a:spcAft>
                <a:spcPts val="1800"/>
              </a:spcAft>
              <a:buNone/>
              <a:defRPr sz="1800" b="0" i="0">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0">
              <a:spcAft>
                <a:spcPts val="1800"/>
              </a:spcAft>
              <a:buNone/>
              <a:defRPr sz="1600"/>
            </a:lvl4pPr>
            <a:lvl5pPr marL="1143000" indent="0">
              <a:spcAft>
                <a:spcPts val="1800"/>
              </a:spcAft>
              <a:buNone/>
              <a:defRPr sz="1600"/>
            </a:lvl5pPr>
          </a:lstStyle>
          <a:p>
            <a:pPr lvl="0"/>
            <a:r>
              <a:rPr lang="en-US"/>
              <a:t>Enter text</a:t>
            </a:r>
          </a:p>
          <a:p>
            <a:pPr lvl="1"/>
            <a:r>
              <a:rPr lang="en-US"/>
              <a:t>Second level</a:t>
            </a:r>
          </a:p>
          <a:p>
            <a:pPr lvl="2"/>
            <a:r>
              <a:rPr lang="en-US"/>
              <a:t>Third level</a:t>
            </a:r>
          </a:p>
        </p:txBody>
      </p:sp>
      <p:sp>
        <p:nvSpPr>
          <p:cNvPr id="4" name="Date Placeholder 3">
            <a:extLst>
              <a:ext uri="{FF2B5EF4-FFF2-40B4-BE49-F238E27FC236}">
                <a16:creationId xmlns:a16="http://schemas.microsoft.com/office/drawing/2014/main" id="{FC3FE715-EC87-4B8E-9C5A-5A9D588BB97F}"/>
              </a:ext>
            </a:extLst>
          </p:cNvPr>
          <p:cNvSpPr>
            <a:spLocks noGrp="1"/>
          </p:cNvSpPr>
          <p:nvPr>
            <p:ph type="dt" sz="half" idx="11"/>
          </p:nvPr>
        </p:nvSpPr>
        <p:spPr/>
        <p:txBody>
          <a:bodyPr/>
          <a:lstStyle>
            <a:lvl1pPr>
              <a:defRPr b="0" i="0">
                <a:latin typeface="Amazon Ember Display" panose="020F0603020204020204" pitchFamily="34" charset="0"/>
              </a:defRPr>
            </a:lvl1pPr>
          </a:lstStyle>
          <a:p>
            <a:fld id="{08C0C526-AA41-9246-8D2F-123642CF358A}" type="datetime1">
              <a:rPr lang="en-US" smtClean="0"/>
              <a:pPr/>
              <a:t>5/14/26</a:t>
            </a:fld>
            <a:endParaRPr lang="en-US"/>
          </a:p>
        </p:txBody>
      </p:sp>
      <p:sp>
        <p:nvSpPr>
          <p:cNvPr id="6" name="Footer Placeholder 5">
            <a:extLst>
              <a:ext uri="{FF2B5EF4-FFF2-40B4-BE49-F238E27FC236}">
                <a16:creationId xmlns:a16="http://schemas.microsoft.com/office/drawing/2014/main" id="{18D5F6CD-847A-4EBE-9BAA-72269373CEED}"/>
              </a:ext>
            </a:extLst>
          </p:cNvPr>
          <p:cNvSpPr>
            <a:spLocks noGrp="1"/>
          </p:cNvSpPr>
          <p:nvPr>
            <p:ph type="ftr" sz="quarter" idx="12"/>
          </p:nvPr>
        </p:nvSpPr>
        <p:spPr/>
        <p:txBody>
          <a:bodyPr/>
          <a:lstStyle>
            <a:lvl1pPr>
              <a:defRPr b="0" i="0">
                <a:latin typeface="Amazon Ember Display" panose="020F0603020204020204" pitchFamily="34" charset="0"/>
              </a:defRPr>
            </a:lvl1pPr>
          </a:lstStyle>
          <a:p>
            <a:endParaRPr lang="en-US"/>
          </a:p>
        </p:txBody>
      </p:sp>
      <p:sp>
        <p:nvSpPr>
          <p:cNvPr id="7" name="Slide Number Placeholder 6">
            <a:extLst>
              <a:ext uri="{FF2B5EF4-FFF2-40B4-BE49-F238E27FC236}">
                <a16:creationId xmlns:a16="http://schemas.microsoft.com/office/drawing/2014/main" id="{E1C972F2-75D0-4C1D-B2C9-D4DDBBA7EBAC}"/>
              </a:ext>
            </a:extLst>
          </p:cNvPr>
          <p:cNvSpPr>
            <a:spLocks noGrp="1"/>
          </p:cNvSpPr>
          <p:nvPr>
            <p:ph type="sldNum" sz="quarter" idx="13"/>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
        <p:nvSpPr>
          <p:cNvPr id="5" name="TextBox 4">
            <a:extLst>
              <a:ext uri="{FF2B5EF4-FFF2-40B4-BE49-F238E27FC236}">
                <a16:creationId xmlns:a16="http://schemas.microsoft.com/office/drawing/2014/main" id="{6E4A259B-C4CE-849A-F79A-9E5DAF81688F}"/>
              </a:ext>
            </a:extLst>
          </p:cNvPr>
          <p:cNvSpPr txBox="1"/>
          <p:nvPr userDrawn="1"/>
        </p:nvSpPr>
        <p:spPr>
          <a:xfrm>
            <a:off x="1141084"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2026, Amazon Web Services, Inc. or its affiliates. All rights reserved. Amazon Confidential and Trademark.</a:t>
            </a:r>
          </a:p>
        </p:txBody>
      </p:sp>
      <p:pic>
        <p:nvPicPr>
          <p:cNvPr id="8" name="Picture 7">
            <a:extLst>
              <a:ext uri="{FF2B5EF4-FFF2-40B4-BE49-F238E27FC236}">
                <a16:creationId xmlns:a16="http://schemas.microsoft.com/office/drawing/2014/main" id="{01BD7AE4-AC04-819B-6BE0-5525488F82E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8830"/>
          </a:xfrm>
          <a:prstGeom prst="rect">
            <a:avLst/>
          </a:prstGeom>
        </p:spPr>
      </p:pic>
    </p:spTree>
    <p:extLst>
      <p:ext uri="{BB962C8B-B14F-4D97-AF65-F5344CB8AC3E}">
        <p14:creationId xmlns:p14="http://schemas.microsoft.com/office/powerpoint/2010/main" val="559332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1368">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1A0033"/>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F3A03B37-6F96-EEE5-6D3D-8FE6A854A474}"/>
              </a:ext>
            </a:extLst>
          </p:cNvPr>
          <p:cNvPicPr>
            <a:picLocks noChangeAspect="1"/>
          </p:cNvPicPr>
          <p:nvPr userDrawn="1"/>
        </p:nvPicPr>
        <p:blipFill>
          <a:blip r:embed="rId2">
            <a:extLst>
              <a:ext uri="{28A0092B-C50C-407E-A947-70E740481C1C}">
                <a14:useLocalDpi xmlns:a14="http://schemas.microsoft.com/office/drawing/2010/main" val="0"/>
              </a:ext>
            </a:extLst>
          </a:blip>
          <a:srcRect b="5055"/>
          <a:stretch/>
        </p:blipFill>
        <p:spPr>
          <a:xfrm>
            <a:off x="0" y="0"/>
            <a:ext cx="12192000" cy="6858000"/>
          </a:xfrm>
          <a:prstGeom prst="rect">
            <a:avLst/>
          </a:prstGeom>
        </p:spPr>
      </p:pic>
      <p:sp>
        <p:nvSpPr>
          <p:cNvPr id="2" name="Title 1">
            <a:extLst>
              <a:ext uri="{FF2B5EF4-FFF2-40B4-BE49-F238E27FC236}">
                <a16:creationId xmlns:a16="http://schemas.microsoft.com/office/drawing/2014/main" id="{B62A4C8A-667C-40C7-9A6D-BA3F977C5FDD}"/>
              </a:ext>
            </a:extLst>
          </p:cNvPr>
          <p:cNvSpPr>
            <a:spLocks noGrp="1"/>
          </p:cNvSpPr>
          <p:nvPr>
            <p:ph type="title" hasCustomPrompt="1"/>
          </p:nvPr>
        </p:nvSpPr>
        <p:spPr>
          <a:xfrm>
            <a:off x="539262" y="914401"/>
            <a:ext cx="10972800" cy="535531"/>
          </a:xfrm>
          <a:prstGeom prst="rect">
            <a:avLst/>
          </a:prstGeom>
        </p:spPr>
        <p:txBody>
          <a:bodyPr>
            <a:noAutofit/>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Two-column layout</a:t>
            </a:r>
          </a:p>
        </p:txBody>
      </p:sp>
      <p:sp>
        <p:nvSpPr>
          <p:cNvPr id="3" name="Content Placeholder 2">
            <a:extLst>
              <a:ext uri="{FF2B5EF4-FFF2-40B4-BE49-F238E27FC236}">
                <a16:creationId xmlns:a16="http://schemas.microsoft.com/office/drawing/2014/main" id="{9B10331E-4F8F-4DEC-91C1-F631560E6601}"/>
              </a:ext>
            </a:extLst>
          </p:cNvPr>
          <p:cNvSpPr>
            <a:spLocks noGrp="1"/>
          </p:cNvSpPr>
          <p:nvPr>
            <p:ph sz="half" idx="1" hasCustomPrompt="1"/>
          </p:nvPr>
        </p:nvSpPr>
        <p:spPr>
          <a:xfrm>
            <a:off x="609600" y="1714500"/>
            <a:ext cx="5248274" cy="2574038"/>
          </a:xfrm>
        </p:spPr>
        <p:txBody>
          <a:bodyPr/>
          <a:lstStyle>
            <a:lvl1pPr marL="0" indent="0">
              <a:spcAft>
                <a:spcPts val="1800"/>
              </a:spcAft>
              <a:buNone/>
              <a:defRPr sz="24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85750" indent="0">
              <a:spcAft>
                <a:spcPts val="1800"/>
              </a:spcAft>
              <a:buNone/>
              <a:defRPr sz="2000" b="0" i="0">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28650" indent="0">
              <a:spcAft>
                <a:spcPts val="1800"/>
              </a:spcAft>
              <a:buNone/>
              <a:defRPr sz="1800" b="0" i="0">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0">
              <a:spcAft>
                <a:spcPts val="1800"/>
              </a:spcAft>
              <a:buNone/>
              <a:defRPr sz="1600" b="0" i="0">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3000" indent="0">
              <a:spcAft>
                <a:spcPts val="1800"/>
              </a:spcAft>
              <a:buNone/>
              <a:defRPr sz="1600" b="0" i="0">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a:t>Enter text or click icon to add media</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F72257F-5E84-444A-B9C4-CCB856025EB2}"/>
              </a:ext>
            </a:extLst>
          </p:cNvPr>
          <p:cNvSpPr>
            <a:spLocks noGrp="1"/>
          </p:cNvSpPr>
          <p:nvPr>
            <p:ph sz="half" idx="2" hasCustomPrompt="1"/>
          </p:nvPr>
        </p:nvSpPr>
        <p:spPr>
          <a:xfrm>
            <a:off x="6334125" y="1714499"/>
            <a:ext cx="5248276" cy="2574038"/>
          </a:xfrm>
        </p:spPr>
        <p:txBody>
          <a:bodyPr/>
          <a:lstStyle>
            <a:lvl1pPr marL="0" indent="0">
              <a:spcAft>
                <a:spcPts val="1800"/>
              </a:spcAft>
              <a:buNone/>
              <a:defRPr sz="24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85750" indent="0">
              <a:spcAft>
                <a:spcPts val="1800"/>
              </a:spcAft>
              <a:buNone/>
              <a:defRPr sz="2000" b="0" i="0">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28650" indent="0">
              <a:spcAft>
                <a:spcPts val="1800"/>
              </a:spcAft>
              <a:buNone/>
              <a:defRPr sz="1800" b="0" i="0">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0">
              <a:spcAft>
                <a:spcPts val="1800"/>
              </a:spcAft>
              <a:buNone/>
              <a:defRPr sz="1600" b="0" i="0">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3000" indent="0">
              <a:spcAft>
                <a:spcPts val="1800"/>
              </a:spcAft>
              <a:buNone/>
              <a:defRPr sz="1600" b="0" i="0">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a:t>Enter text or click icon to add media</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B8530C4-DC55-4C62-84CC-692229E78516}"/>
              </a:ext>
            </a:extLst>
          </p:cNvPr>
          <p:cNvSpPr>
            <a:spLocks noGrp="1"/>
          </p:cNvSpPr>
          <p:nvPr>
            <p:ph type="dt" sz="half" idx="10"/>
          </p:nvPr>
        </p:nvSpPr>
        <p:spPr/>
        <p:txBody>
          <a:bodyPr/>
          <a:lstStyle>
            <a:lvl1pPr>
              <a:defRPr b="0" i="0">
                <a:latin typeface="Amazon Ember Display" panose="020F0603020204020204" pitchFamily="34" charset="0"/>
              </a:defRPr>
            </a:lvl1pPr>
          </a:lstStyle>
          <a:p>
            <a:fld id="{C6CBC29B-2875-A847-90DD-93F5B9D216F5}" type="datetime1">
              <a:rPr lang="en-US" smtClean="0"/>
              <a:pPr/>
              <a:t>5/14/26</a:t>
            </a:fld>
            <a:endParaRPr lang="en-US"/>
          </a:p>
        </p:txBody>
      </p:sp>
      <p:sp>
        <p:nvSpPr>
          <p:cNvPr id="6" name="Footer Placeholder 5">
            <a:extLst>
              <a:ext uri="{FF2B5EF4-FFF2-40B4-BE49-F238E27FC236}">
                <a16:creationId xmlns:a16="http://schemas.microsoft.com/office/drawing/2014/main" id="{A64B8C68-5C05-4F96-9FF2-B531F83A5392}"/>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7" name="Slide Number Placeholder 6">
            <a:extLst>
              <a:ext uri="{FF2B5EF4-FFF2-40B4-BE49-F238E27FC236}">
                <a16:creationId xmlns:a16="http://schemas.microsoft.com/office/drawing/2014/main" id="{A6B81369-2E97-4C0B-9762-D765E28372D1}"/>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39770372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type="twoObj" preserve="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A4C8A-667C-40C7-9A6D-BA3F977C5FDD}"/>
              </a:ext>
            </a:extLst>
          </p:cNvPr>
          <p:cNvSpPr>
            <a:spLocks noGrp="1"/>
          </p:cNvSpPr>
          <p:nvPr>
            <p:ph type="title" hasCustomPrompt="1"/>
          </p:nvPr>
        </p:nvSpPr>
        <p:spPr>
          <a:xfrm>
            <a:off x="539262" y="914401"/>
            <a:ext cx="10972800" cy="535531"/>
          </a:xfrm>
          <a:prstGeom prst="rect">
            <a:avLst/>
          </a:prstGeom>
        </p:spPr>
        <p:txBody>
          <a:bodyPr>
            <a:noAutofit/>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Two-column layout</a:t>
            </a:r>
          </a:p>
        </p:txBody>
      </p:sp>
      <p:sp>
        <p:nvSpPr>
          <p:cNvPr id="3" name="Content Placeholder 2">
            <a:extLst>
              <a:ext uri="{FF2B5EF4-FFF2-40B4-BE49-F238E27FC236}">
                <a16:creationId xmlns:a16="http://schemas.microsoft.com/office/drawing/2014/main" id="{9B10331E-4F8F-4DEC-91C1-F631560E6601}"/>
              </a:ext>
            </a:extLst>
          </p:cNvPr>
          <p:cNvSpPr>
            <a:spLocks noGrp="1"/>
          </p:cNvSpPr>
          <p:nvPr>
            <p:ph sz="half" idx="1" hasCustomPrompt="1"/>
          </p:nvPr>
        </p:nvSpPr>
        <p:spPr>
          <a:xfrm>
            <a:off x="609600" y="1714500"/>
            <a:ext cx="5248274" cy="2574038"/>
          </a:xfrm>
        </p:spPr>
        <p:txBody>
          <a:bodyPr/>
          <a:lstStyle>
            <a:lvl1pPr marL="0" indent="0">
              <a:spcAft>
                <a:spcPts val="1800"/>
              </a:spcAft>
              <a:buNone/>
              <a:defRPr sz="24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85750" indent="0">
              <a:spcAft>
                <a:spcPts val="1800"/>
              </a:spcAft>
              <a:buNone/>
              <a:defRPr sz="2000" b="0" i="0">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28650" indent="0">
              <a:spcAft>
                <a:spcPts val="1800"/>
              </a:spcAft>
              <a:buNone/>
              <a:defRPr sz="1800" b="0" i="0">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0">
              <a:spcAft>
                <a:spcPts val="1800"/>
              </a:spcAft>
              <a:buNone/>
              <a:defRPr sz="1600" b="0" i="0">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3000" indent="0">
              <a:spcAft>
                <a:spcPts val="1800"/>
              </a:spcAft>
              <a:buNone/>
              <a:defRPr sz="1600" b="0" i="0">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a:t>Enter text or click icon to add media</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F72257F-5E84-444A-B9C4-CCB856025EB2}"/>
              </a:ext>
            </a:extLst>
          </p:cNvPr>
          <p:cNvSpPr>
            <a:spLocks noGrp="1"/>
          </p:cNvSpPr>
          <p:nvPr>
            <p:ph sz="half" idx="2" hasCustomPrompt="1"/>
          </p:nvPr>
        </p:nvSpPr>
        <p:spPr>
          <a:xfrm>
            <a:off x="6334125" y="1714499"/>
            <a:ext cx="5248276" cy="2574038"/>
          </a:xfrm>
        </p:spPr>
        <p:txBody>
          <a:bodyPr/>
          <a:lstStyle>
            <a:lvl1pPr marL="0" indent="0">
              <a:spcAft>
                <a:spcPts val="1800"/>
              </a:spcAft>
              <a:buNone/>
              <a:defRPr sz="24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85750" indent="0">
              <a:spcAft>
                <a:spcPts val="1800"/>
              </a:spcAft>
              <a:buNone/>
              <a:defRPr sz="2000" b="0" i="0">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28650" indent="0">
              <a:spcAft>
                <a:spcPts val="1800"/>
              </a:spcAft>
              <a:buNone/>
              <a:defRPr sz="1800" b="0" i="0">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0">
              <a:spcAft>
                <a:spcPts val="1800"/>
              </a:spcAft>
              <a:buNone/>
              <a:defRPr sz="1600" b="0" i="0">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3000" indent="0">
              <a:spcAft>
                <a:spcPts val="1800"/>
              </a:spcAft>
              <a:buNone/>
              <a:defRPr sz="1600" b="0" i="0">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a:t>Enter text or click icon to add media</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B8530C4-DC55-4C62-84CC-692229E78516}"/>
              </a:ext>
            </a:extLst>
          </p:cNvPr>
          <p:cNvSpPr>
            <a:spLocks noGrp="1"/>
          </p:cNvSpPr>
          <p:nvPr>
            <p:ph type="dt" sz="half" idx="10"/>
          </p:nvPr>
        </p:nvSpPr>
        <p:spPr/>
        <p:txBody>
          <a:bodyPr/>
          <a:lstStyle>
            <a:lvl1pPr>
              <a:defRPr b="0" i="0">
                <a:latin typeface="Amazon Ember Display" panose="020F0603020204020204" pitchFamily="34" charset="0"/>
              </a:defRPr>
            </a:lvl1pPr>
          </a:lstStyle>
          <a:p>
            <a:fld id="{C6CBC29B-2875-A847-90DD-93F5B9D216F5}" type="datetime1">
              <a:rPr lang="en-US" smtClean="0"/>
              <a:pPr/>
              <a:t>5/14/26</a:t>
            </a:fld>
            <a:endParaRPr lang="en-US"/>
          </a:p>
        </p:txBody>
      </p:sp>
      <p:sp>
        <p:nvSpPr>
          <p:cNvPr id="6" name="Footer Placeholder 5">
            <a:extLst>
              <a:ext uri="{FF2B5EF4-FFF2-40B4-BE49-F238E27FC236}">
                <a16:creationId xmlns:a16="http://schemas.microsoft.com/office/drawing/2014/main" id="{A64B8C68-5C05-4F96-9FF2-B531F83A5392}"/>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7" name="Slide Number Placeholder 6">
            <a:extLst>
              <a:ext uri="{FF2B5EF4-FFF2-40B4-BE49-F238E27FC236}">
                <a16:creationId xmlns:a16="http://schemas.microsoft.com/office/drawing/2014/main" id="{A6B81369-2E97-4C0B-9762-D765E28372D1}"/>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1082470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D5D51-461F-4BF3-B83C-3319F4FEFF79}"/>
              </a:ext>
            </a:extLst>
          </p:cNvPr>
          <p:cNvSpPr>
            <a:spLocks noGrp="1"/>
          </p:cNvSpPr>
          <p:nvPr>
            <p:ph type="title" hasCustomPrompt="1"/>
          </p:nvPr>
        </p:nvSpPr>
        <p:spPr>
          <a:xfrm>
            <a:off x="539262" y="917577"/>
            <a:ext cx="10972800" cy="535531"/>
          </a:xfrm>
          <a:prstGeom prst="rect">
            <a:avLst/>
          </a:prstGeom>
        </p:spPr>
        <p:txBody>
          <a:bodyPr>
            <a:noAutofit/>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Two-column layout with subheadings</a:t>
            </a:r>
          </a:p>
        </p:txBody>
      </p:sp>
      <p:sp>
        <p:nvSpPr>
          <p:cNvPr id="3" name="Text Placeholder 2">
            <a:extLst>
              <a:ext uri="{FF2B5EF4-FFF2-40B4-BE49-F238E27FC236}">
                <a16:creationId xmlns:a16="http://schemas.microsoft.com/office/drawing/2014/main" id="{BC1CA65A-3F20-4CCD-AE7B-297E975BC0E8}"/>
              </a:ext>
            </a:extLst>
          </p:cNvPr>
          <p:cNvSpPr>
            <a:spLocks noGrp="1"/>
          </p:cNvSpPr>
          <p:nvPr>
            <p:ph type="body" idx="1" hasCustomPrompt="1"/>
          </p:nvPr>
        </p:nvSpPr>
        <p:spPr>
          <a:xfrm>
            <a:off x="609599" y="1743647"/>
            <a:ext cx="5248656" cy="369332"/>
          </a:xfrm>
        </p:spPr>
        <p:txBody>
          <a:bodyPr anchor="t"/>
          <a:lstStyle>
            <a:lvl1pPr marL="0" indent="0">
              <a:buNone/>
              <a:defRPr sz="2000" b="0" i="0">
                <a:solidFill>
                  <a:schemeClr val="accent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4" name="Content Placeholder 3">
            <a:extLst>
              <a:ext uri="{FF2B5EF4-FFF2-40B4-BE49-F238E27FC236}">
                <a16:creationId xmlns:a16="http://schemas.microsoft.com/office/drawing/2014/main" id="{1DBED614-1324-4FC8-94DC-2BB58446A188}"/>
              </a:ext>
            </a:extLst>
          </p:cNvPr>
          <p:cNvSpPr>
            <a:spLocks noGrp="1"/>
          </p:cNvSpPr>
          <p:nvPr>
            <p:ph sz="half" idx="2" hasCustomPrompt="1"/>
          </p:nvPr>
        </p:nvSpPr>
        <p:spPr>
          <a:xfrm>
            <a:off x="609598" y="2141554"/>
            <a:ext cx="5248656" cy="885371"/>
          </a:xfrm>
        </p:spPr>
        <p:txBody>
          <a:bodyPr/>
          <a:lstStyle>
            <a:lvl1pPr marL="0" indent="0">
              <a:buNone/>
              <a:defRPr sz="18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85750" indent="0">
              <a:buNone/>
              <a:defRPr sz="1600" b="0" i="0">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28650" indent="0">
              <a:buNone/>
              <a:defRPr sz="1400" b="0" i="0">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858838" indent="0">
              <a:buNone/>
              <a:defRPr sz="1200"/>
            </a:lvl4pPr>
            <a:lvl5pPr marL="1030288" indent="0">
              <a:buNone/>
              <a:defRPr sz="1200"/>
            </a:lvl5pPr>
          </a:lstStyle>
          <a:p>
            <a:pPr lvl="0"/>
            <a:r>
              <a:rPr lang="en-US"/>
              <a:t>Enter text or click icon to add media</a:t>
            </a:r>
          </a:p>
          <a:p>
            <a:pPr lvl="1"/>
            <a:r>
              <a:rPr lang="en-US"/>
              <a:t>Second level</a:t>
            </a:r>
          </a:p>
          <a:p>
            <a:pPr lvl="2"/>
            <a:r>
              <a:rPr lang="en-US"/>
              <a:t>Third level</a:t>
            </a:r>
          </a:p>
        </p:txBody>
      </p:sp>
      <p:sp>
        <p:nvSpPr>
          <p:cNvPr id="5" name="Text Placeholder 4">
            <a:extLst>
              <a:ext uri="{FF2B5EF4-FFF2-40B4-BE49-F238E27FC236}">
                <a16:creationId xmlns:a16="http://schemas.microsoft.com/office/drawing/2014/main" id="{7BCE1A54-1330-4A91-B63D-5CFA63F9FFDF}"/>
              </a:ext>
            </a:extLst>
          </p:cNvPr>
          <p:cNvSpPr>
            <a:spLocks noGrp="1"/>
          </p:cNvSpPr>
          <p:nvPr>
            <p:ph type="body" sz="quarter" idx="3" hasCustomPrompt="1"/>
          </p:nvPr>
        </p:nvSpPr>
        <p:spPr>
          <a:xfrm>
            <a:off x="6334125" y="1743647"/>
            <a:ext cx="5248656" cy="369332"/>
          </a:xfrm>
        </p:spPr>
        <p:txBody>
          <a:bodyPr anchor="t"/>
          <a:lstStyle>
            <a:lvl1pPr marL="0" indent="0">
              <a:buNone/>
              <a:defRPr sz="2000" b="0" i="0">
                <a:solidFill>
                  <a:schemeClr val="accent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6" name="Content Placeholder 5">
            <a:extLst>
              <a:ext uri="{FF2B5EF4-FFF2-40B4-BE49-F238E27FC236}">
                <a16:creationId xmlns:a16="http://schemas.microsoft.com/office/drawing/2014/main" id="{8249DC76-96C3-408F-9627-4D642BE1BDD7}"/>
              </a:ext>
            </a:extLst>
          </p:cNvPr>
          <p:cNvSpPr>
            <a:spLocks noGrp="1"/>
          </p:cNvSpPr>
          <p:nvPr>
            <p:ph sz="quarter" idx="4" hasCustomPrompt="1"/>
          </p:nvPr>
        </p:nvSpPr>
        <p:spPr>
          <a:xfrm>
            <a:off x="6334125" y="2141554"/>
            <a:ext cx="5248656" cy="885371"/>
          </a:xfrm>
        </p:spPr>
        <p:txBody>
          <a:bodyPr/>
          <a:lstStyle>
            <a:lvl1pPr marL="0" indent="0">
              <a:buNone/>
              <a:defRPr sz="18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85750" indent="0">
              <a:buNone/>
              <a:defRPr sz="1600" b="0" i="0">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28650" indent="0">
              <a:buNone/>
              <a:defRPr sz="1400" b="0" i="0">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858838" indent="0">
              <a:buNone/>
              <a:defRPr sz="1200"/>
            </a:lvl4pPr>
            <a:lvl5pPr marL="1030288" indent="0">
              <a:buNone/>
              <a:defRPr sz="1200"/>
            </a:lvl5pPr>
          </a:lstStyle>
          <a:p>
            <a:pPr lvl="0"/>
            <a:r>
              <a:rPr lang="en-US"/>
              <a:t>Enter text or click icon to add media</a:t>
            </a:r>
          </a:p>
          <a:p>
            <a:pPr lvl="1"/>
            <a:r>
              <a:rPr lang="en-US"/>
              <a:t>Second level</a:t>
            </a:r>
          </a:p>
          <a:p>
            <a:pPr lvl="2"/>
            <a:r>
              <a:rPr lang="en-US"/>
              <a:t>Third level</a:t>
            </a:r>
          </a:p>
        </p:txBody>
      </p:sp>
      <p:sp>
        <p:nvSpPr>
          <p:cNvPr id="7" name="Date Placeholder 6">
            <a:extLst>
              <a:ext uri="{FF2B5EF4-FFF2-40B4-BE49-F238E27FC236}">
                <a16:creationId xmlns:a16="http://schemas.microsoft.com/office/drawing/2014/main" id="{996D1DC3-FE4E-4BC2-8CA3-4ED12B138031}"/>
              </a:ext>
            </a:extLst>
          </p:cNvPr>
          <p:cNvSpPr>
            <a:spLocks noGrp="1"/>
          </p:cNvSpPr>
          <p:nvPr>
            <p:ph type="dt" sz="half" idx="10"/>
          </p:nvPr>
        </p:nvSpPr>
        <p:spPr/>
        <p:txBody>
          <a:bodyPr/>
          <a:lstStyle>
            <a:lvl1pPr>
              <a:defRPr b="0" i="0">
                <a:latin typeface="Amazon Ember Display" panose="020F0603020204020204" pitchFamily="34" charset="0"/>
              </a:defRPr>
            </a:lvl1pPr>
          </a:lstStyle>
          <a:p>
            <a:fld id="{D467C09E-9944-944E-A974-7D6AA4E02B83}" type="datetime1">
              <a:rPr lang="en-US" smtClean="0"/>
              <a:pPr/>
              <a:t>5/14/26</a:t>
            </a:fld>
            <a:endParaRPr lang="en-US"/>
          </a:p>
        </p:txBody>
      </p:sp>
      <p:sp>
        <p:nvSpPr>
          <p:cNvPr id="8" name="Footer Placeholder 7">
            <a:extLst>
              <a:ext uri="{FF2B5EF4-FFF2-40B4-BE49-F238E27FC236}">
                <a16:creationId xmlns:a16="http://schemas.microsoft.com/office/drawing/2014/main" id="{E24AE993-84F9-4B17-BB98-5AAAFAF3EAE6}"/>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9" name="Slide Number Placeholder 8">
            <a:extLst>
              <a:ext uri="{FF2B5EF4-FFF2-40B4-BE49-F238E27FC236}">
                <a16:creationId xmlns:a16="http://schemas.microsoft.com/office/drawing/2014/main" id="{DE2CB0EC-BB93-4417-89BD-8704180EA225}"/>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4216418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344">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type="twoTxTwoObj" preserve="1">
  <p:cSld name="Three column with sub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D5D51-461F-4BF3-B83C-3319F4FEFF79}"/>
              </a:ext>
            </a:extLst>
          </p:cNvPr>
          <p:cNvSpPr>
            <a:spLocks noGrp="1"/>
          </p:cNvSpPr>
          <p:nvPr>
            <p:ph type="title" hasCustomPrompt="1"/>
          </p:nvPr>
        </p:nvSpPr>
        <p:spPr>
          <a:xfrm>
            <a:off x="539262" y="917577"/>
            <a:ext cx="10972800" cy="535531"/>
          </a:xfrm>
          <a:prstGeom prst="rect">
            <a:avLst/>
          </a:prstGeom>
        </p:spPr>
        <p:txBody>
          <a:bodyPr>
            <a:noAutofit/>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Three-column layout with subheadings</a:t>
            </a:r>
          </a:p>
        </p:txBody>
      </p:sp>
      <p:sp>
        <p:nvSpPr>
          <p:cNvPr id="3" name="Text Placeholder 2">
            <a:extLst>
              <a:ext uri="{FF2B5EF4-FFF2-40B4-BE49-F238E27FC236}">
                <a16:creationId xmlns:a16="http://schemas.microsoft.com/office/drawing/2014/main" id="{BC1CA65A-3F20-4CCD-AE7B-297E975BC0E8}"/>
              </a:ext>
            </a:extLst>
          </p:cNvPr>
          <p:cNvSpPr>
            <a:spLocks noGrp="1"/>
          </p:cNvSpPr>
          <p:nvPr>
            <p:ph type="body" idx="1" hasCustomPrompt="1"/>
          </p:nvPr>
        </p:nvSpPr>
        <p:spPr>
          <a:xfrm>
            <a:off x="609599" y="1743647"/>
            <a:ext cx="3483864" cy="369332"/>
          </a:xfrm>
        </p:spPr>
        <p:txBody>
          <a:bodyPr anchor="t"/>
          <a:lstStyle>
            <a:lvl1pPr marL="0" indent="0">
              <a:buNone/>
              <a:defRPr sz="2000" b="0" i="0">
                <a:solidFill>
                  <a:schemeClr val="accent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4" name="Content Placeholder 3">
            <a:extLst>
              <a:ext uri="{FF2B5EF4-FFF2-40B4-BE49-F238E27FC236}">
                <a16:creationId xmlns:a16="http://schemas.microsoft.com/office/drawing/2014/main" id="{1DBED614-1324-4FC8-94DC-2BB58446A188}"/>
              </a:ext>
            </a:extLst>
          </p:cNvPr>
          <p:cNvSpPr>
            <a:spLocks noGrp="1"/>
          </p:cNvSpPr>
          <p:nvPr>
            <p:ph sz="half" idx="2" hasCustomPrompt="1"/>
          </p:nvPr>
        </p:nvSpPr>
        <p:spPr>
          <a:xfrm>
            <a:off x="609598" y="2141554"/>
            <a:ext cx="3483864" cy="1134670"/>
          </a:xfrm>
        </p:spPr>
        <p:txBody>
          <a:bodyPr/>
          <a:lstStyle>
            <a:lvl1pPr marL="0" indent="0">
              <a:buNone/>
              <a:defRPr sz="18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85750" indent="0">
              <a:buNone/>
              <a:defRPr sz="1600" b="0" i="0">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28650" indent="0">
              <a:buNone/>
              <a:defRPr sz="1400" b="0" i="0">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858838" indent="0">
              <a:buNone/>
              <a:defRPr sz="1200"/>
            </a:lvl4pPr>
            <a:lvl5pPr marL="1030288" indent="0">
              <a:buNone/>
              <a:defRPr sz="1200"/>
            </a:lvl5pPr>
          </a:lstStyle>
          <a:p>
            <a:pPr lvl="0"/>
            <a:r>
              <a:rPr lang="en-US"/>
              <a:t>Enter text or click icon to add media</a:t>
            </a:r>
          </a:p>
          <a:p>
            <a:pPr lvl="1"/>
            <a:r>
              <a:rPr lang="en-US"/>
              <a:t>Second level</a:t>
            </a:r>
          </a:p>
          <a:p>
            <a:pPr lvl="2"/>
            <a:r>
              <a:rPr lang="en-US"/>
              <a:t>Third level</a:t>
            </a:r>
          </a:p>
        </p:txBody>
      </p:sp>
      <p:sp>
        <p:nvSpPr>
          <p:cNvPr id="5" name="Text Placeholder 4">
            <a:extLst>
              <a:ext uri="{FF2B5EF4-FFF2-40B4-BE49-F238E27FC236}">
                <a16:creationId xmlns:a16="http://schemas.microsoft.com/office/drawing/2014/main" id="{7BCE1A54-1330-4A91-B63D-5CFA63F9FFDF}"/>
              </a:ext>
            </a:extLst>
          </p:cNvPr>
          <p:cNvSpPr>
            <a:spLocks noGrp="1"/>
          </p:cNvSpPr>
          <p:nvPr>
            <p:ph type="body" sz="quarter" idx="3" hasCustomPrompt="1"/>
          </p:nvPr>
        </p:nvSpPr>
        <p:spPr>
          <a:xfrm>
            <a:off x="4354068" y="1743647"/>
            <a:ext cx="3483864" cy="369332"/>
          </a:xfrm>
        </p:spPr>
        <p:txBody>
          <a:bodyPr anchor="t"/>
          <a:lstStyle>
            <a:lvl1pPr marL="0" indent="0">
              <a:buNone/>
              <a:defRPr sz="2000" b="0" i="0">
                <a:solidFill>
                  <a:schemeClr val="accent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6" name="Content Placeholder 5">
            <a:extLst>
              <a:ext uri="{FF2B5EF4-FFF2-40B4-BE49-F238E27FC236}">
                <a16:creationId xmlns:a16="http://schemas.microsoft.com/office/drawing/2014/main" id="{8249DC76-96C3-408F-9627-4D642BE1BDD7}"/>
              </a:ext>
            </a:extLst>
          </p:cNvPr>
          <p:cNvSpPr>
            <a:spLocks noGrp="1"/>
          </p:cNvSpPr>
          <p:nvPr>
            <p:ph sz="quarter" idx="4" hasCustomPrompt="1"/>
          </p:nvPr>
        </p:nvSpPr>
        <p:spPr>
          <a:xfrm>
            <a:off x="4354067" y="2141554"/>
            <a:ext cx="3483864" cy="1134670"/>
          </a:xfrm>
        </p:spPr>
        <p:txBody>
          <a:bodyPr/>
          <a:lstStyle>
            <a:lvl1pPr marL="0" indent="0">
              <a:buNone/>
              <a:defRPr sz="18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85750" indent="0">
              <a:buNone/>
              <a:defRPr sz="1600" b="0" i="0">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28650" indent="0">
              <a:buNone/>
              <a:defRPr sz="1400" b="0" i="0">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858838" indent="0">
              <a:buNone/>
              <a:defRPr sz="1200"/>
            </a:lvl4pPr>
            <a:lvl5pPr marL="1030288" indent="0">
              <a:buNone/>
              <a:defRPr sz="1200"/>
            </a:lvl5pPr>
          </a:lstStyle>
          <a:p>
            <a:pPr lvl="0"/>
            <a:r>
              <a:rPr lang="en-US"/>
              <a:t>Enter text or click icon to add media</a:t>
            </a:r>
          </a:p>
          <a:p>
            <a:pPr lvl="1"/>
            <a:r>
              <a:rPr lang="en-US"/>
              <a:t>Second level</a:t>
            </a:r>
          </a:p>
          <a:p>
            <a:pPr lvl="2"/>
            <a:r>
              <a:rPr lang="en-US"/>
              <a:t>Third level</a:t>
            </a:r>
          </a:p>
        </p:txBody>
      </p:sp>
      <p:sp>
        <p:nvSpPr>
          <p:cNvPr id="7" name="Text Placeholder 4">
            <a:extLst>
              <a:ext uri="{FF2B5EF4-FFF2-40B4-BE49-F238E27FC236}">
                <a16:creationId xmlns:a16="http://schemas.microsoft.com/office/drawing/2014/main" id="{EB7A6272-EB3F-49FE-8293-213DA74B26E7}"/>
              </a:ext>
            </a:extLst>
          </p:cNvPr>
          <p:cNvSpPr>
            <a:spLocks noGrp="1"/>
          </p:cNvSpPr>
          <p:nvPr>
            <p:ph type="body" sz="quarter" idx="10" hasCustomPrompt="1"/>
          </p:nvPr>
        </p:nvSpPr>
        <p:spPr>
          <a:xfrm>
            <a:off x="8098536" y="1743647"/>
            <a:ext cx="3483864" cy="369332"/>
          </a:xfrm>
        </p:spPr>
        <p:txBody>
          <a:bodyPr anchor="t"/>
          <a:lstStyle>
            <a:lvl1pPr marL="0" indent="0">
              <a:buNone/>
              <a:defRPr sz="2000" b="0" i="0">
                <a:solidFill>
                  <a:schemeClr val="accent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8" name="Content Placeholder 5">
            <a:extLst>
              <a:ext uri="{FF2B5EF4-FFF2-40B4-BE49-F238E27FC236}">
                <a16:creationId xmlns:a16="http://schemas.microsoft.com/office/drawing/2014/main" id="{A4C7D216-B044-4089-8FA7-0E2598881E88}"/>
              </a:ext>
            </a:extLst>
          </p:cNvPr>
          <p:cNvSpPr>
            <a:spLocks noGrp="1"/>
          </p:cNvSpPr>
          <p:nvPr>
            <p:ph sz="quarter" idx="11" hasCustomPrompt="1"/>
          </p:nvPr>
        </p:nvSpPr>
        <p:spPr>
          <a:xfrm>
            <a:off x="8098536" y="2141554"/>
            <a:ext cx="3483864" cy="1134670"/>
          </a:xfrm>
        </p:spPr>
        <p:txBody>
          <a:bodyPr/>
          <a:lstStyle>
            <a:lvl1pPr marL="0" indent="0">
              <a:buNone/>
              <a:defRPr sz="18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85750" indent="0">
              <a:buNone/>
              <a:defRPr sz="1600" b="0" i="0">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28650" indent="0">
              <a:buNone/>
              <a:defRPr sz="1400" b="0" i="0">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858838" indent="0">
              <a:buNone/>
              <a:defRPr sz="1200"/>
            </a:lvl4pPr>
            <a:lvl5pPr marL="1030288" indent="0">
              <a:buNone/>
              <a:defRPr sz="1200"/>
            </a:lvl5pPr>
          </a:lstStyle>
          <a:p>
            <a:pPr lvl="0"/>
            <a:r>
              <a:rPr lang="en-US"/>
              <a:t>Enter text or click icon to add media</a:t>
            </a:r>
          </a:p>
          <a:p>
            <a:pPr lvl="1"/>
            <a:r>
              <a:rPr lang="en-US"/>
              <a:t>Second level</a:t>
            </a:r>
          </a:p>
          <a:p>
            <a:pPr lvl="2"/>
            <a:r>
              <a:rPr lang="en-US"/>
              <a:t>Third level</a:t>
            </a:r>
          </a:p>
        </p:txBody>
      </p:sp>
      <p:sp>
        <p:nvSpPr>
          <p:cNvPr id="9" name="Date Placeholder 8">
            <a:extLst>
              <a:ext uri="{FF2B5EF4-FFF2-40B4-BE49-F238E27FC236}">
                <a16:creationId xmlns:a16="http://schemas.microsoft.com/office/drawing/2014/main" id="{4B58E081-E30E-4521-AEC0-F25E96B2F80B}"/>
              </a:ext>
            </a:extLst>
          </p:cNvPr>
          <p:cNvSpPr>
            <a:spLocks noGrp="1"/>
          </p:cNvSpPr>
          <p:nvPr>
            <p:ph type="dt" sz="half" idx="12"/>
          </p:nvPr>
        </p:nvSpPr>
        <p:spPr/>
        <p:txBody>
          <a:bodyPr/>
          <a:lstStyle>
            <a:lvl1pPr>
              <a:defRPr b="0" i="0">
                <a:latin typeface="Amazon Ember Display" panose="020F0603020204020204" pitchFamily="34" charset="0"/>
              </a:defRPr>
            </a:lvl1pPr>
          </a:lstStyle>
          <a:p>
            <a:fld id="{6F02E835-1245-C748-8E9F-651FE6B45587}" type="datetime1">
              <a:rPr lang="en-US" smtClean="0"/>
              <a:pPr/>
              <a:t>5/14/26</a:t>
            </a:fld>
            <a:endParaRPr lang="en-US"/>
          </a:p>
        </p:txBody>
      </p:sp>
      <p:sp>
        <p:nvSpPr>
          <p:cNvPr id="10" name="Footer Placeholder 9">
            <a:extLst>
              <a:ext uri="{FF2B5EF4-FFF2-40B4-BE49-F238E27FC236}">
                <a16:creationId xmlns:a16="http://schemas.microsoft.com/office/drawing/2014/main" id="{8E5D495B-454B-46AE-A85D-594A0B9FDDCC}"/>
              </a:ext>
            </a:extLst>
          </p:cNvPr>
          <p:cNvSpPr>
            <a:spLocks noGrp="1"/>
          </p:cNvSpPr>
          <p:nvPr>
            <p:ph type="ftr" sz="quarter" idx="13"/>
          </p:nvPr>
        </p:nvSpPr>
        <p:spPr/>
        <p:txBody>
          <a:bodyPr/>
          <a:lstStyle>
            <a:lvl1pPr>
              <a:defRPr b="0" i="0">
                <a:latin typeface="Amazon Ember Display" panose="020F0603020204020204" pitchFamily="34" charset="0"/>
              </a:defRPr>
            </a:lvl1pPr>
          </a:lstStyle>
          <a:p>
            <a:endParaRPr lang="en-US"/>
          </a:p>
        </p:txBody>
      </p:sp>
      <p:sp>
        <p:nvSpPr>
          <p:cNvPr id="11" name="Slide Number Placeholder 10">
            <a:extLst>
              <a:ext uri="{FF2B5EF4-FFF2-40B4-BE49-F238E27FC236}">
                <a16:creationId xmlns:a16="http://schemas.microsoft.com/office/drawing/2014/main" id="{7F05D547-F845-48C9-979D-DD2269BB9C80}"/>
              </a:ext>
            </a:extLst>
          </p:cNvPr>
          <p:cNvSpPr>
            <a:spLocks noGrp="1"/>
          </p:cNvSpPr>
          <p:nvPr>
            <p:ph type="sldNum" sz="quarter" idx="14"/>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1834244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344">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_Three column with sub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D5D51-461F-4BF3-B83C-3319F4FEFF79}"/>
              </a:ext>
            </a:extLst>
          </p:cNvPr>
          <p:cNvSpPr>
            <a:spLocks noGrp="1"/>
          </p:cNvSpPr>
          <p:nvPr>
            <p:ph type="title" hasCustomPrompt="1"/>
          </p:nvPr>
        </p:nvSpPr>
        <p:spPr>
          <a:xfrm>
            <a:off x="539262" y="917577"/>
            <a:ext cx="10972800" cy="535531"/>
          </a:xfrm>
          <a:prstGeom prst="rect">
            <a:avLst/>
          </a:prstGeom>
        </p:spPr>
        <p:txBody>
          <a:bodyPr>
            <a:noAutofit/>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Three-column layout with subheadings and images</a:t>
            </a:r>
          </a:p>
        </p:txBody>
      </p:sp>
      <p:sp>
        <p:nvSpPr>
          <p:cNvPr id="3" name="Text Placeholder 2">
            <a:extLst>
              <a:ext uri="{FF2B5EF4-FFF2-40B4-BE49-F238E27FC236}">
                <a16:creationId xmlns:a16="http://schemas.microsoft.com/office/drawing/2014/main" id="{BC1CA65A-3F20-4CCD-AE7B-297E975BC0E8}"/>
              </a:ext>
            </a:extLst>
          </p:cNvPr>
          <p:cNvSpPr>
            <a:spLocks noGrp="1"/>
          </p:cNvSpPr>
          <p:nvPr>
            <p:ph type="body" idx="1" hasCustomPrompt="1"/>
          </p:nvPr>
        </p:nvSpPr>
        <p:spPr>
          <a:xfrm>
            <a:off x="609599" y="3286697"/>
            <a:ext cx="3483864" cy="369332"/>
          </a:xfrm>
        </p:spPr>
        <p:txBody>
          <a:bodyPr anchor="t"/>
          <a:lstStyle>
            <a:lvl1pPr marL="0" indent="0">
              <a:buNone/>
              <a:defRPr sz="2000" b="0" i="0">
                <a:solidFill>
                  <a:schemeClr val="accent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4" name="Content Placeholder 3">
            <a:extLst>
              <a:ext uri="{FF2B5EF4-FFF2-40B4-BE49-F238E27FC236}">
                <a16:creationId xmlns:a16="http://schemas.microsoft.com/office/drawing/2014/main" id="{1DBED614-1324-4FC8-94DC-2BB58446A188}"/>
              </a:ext>
            </a:extLst>
          </p:cNvPr>
          <p:cNvSpPr>
            <a:spLocks noGrp="1"/>
          </p:cNvSpPr>
          <p:nvPr>
            <p:ph sz="half" idx="2" hasCustomPrompt="1"/>
          </p:nvPr>
        </p:nvSpPr>
        <p:spPr>
          <a:xfrm>
            <a:off x="609598" y="3656030"/>
            <a:ext cx="3483864" cy="885371"/>
          </a:xfrm>
        </p:spPr>
        <p:txBody>
          <a:bodyPr/>
          <a:lstStyle>
            <a:lvl1pPr marL="0" indent="0">
              <a:buNone/>
              <a:defRPr sz="18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85750" indent="0">
              <a:buNone/>
              <a:defRPr sz="1600" b="0" i="0">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28650" indent="0">
              <a:buNone/>
              <a:defRPr sz="1400" b="0" i="0">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5" name="Text Placeholder 4">
            <a:extLst>
              <a:ext uri="{FF2B5EF4-FFF2-40B4-BE49-F238E27FC236}">
                <a16:creationId xmlns:a16="http://schemas.microsoft.com/office/drawing/2014/main" id="{7BCE1A54-1330-4A91-B63D-5CFA63F9FFDF}"/>
              </a:ext>
            </a:extLst>
          </p:cNvPr>
          <p:cNvSpPr>
            <a:spLocks noGrp="1"/>
          </p:cNvSpPr>
          <p:nvPr>
            <p:ph type="body" sz="quarter" idx="3" hasCustomPrompt="1"/>
          </p:nvPr>
        </p:nvSpPr>
        <p:spPr>
          <a:xfrm>
            <a:off x="4354068" y="3286697"/>
            <a:ext cx="3483864" cy="369332"/>
          </a:xfrm>
        </p:spPr>
        <p:txBody>
          <a:bodyPr anchor="t"/>
          <a:lstStyle>
            <a:lvl1pPr marL="0" indent="0">
              <a:buNone/>
              <a:defRPr sz="2000" b="0" i="0">
                <a:solidFill>
                  <a:schemeClr val="accent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6" name="Content Placeholder 5">
            <a:extLst>
              <a:ext uri="{FF2B5EF4-FFF2-40B4-BE49-F238E27FC236}">
                <a16:creationId xmlns:a16="http://schemas.microsoft.com/office/drawing/2014/main" id="{8249DC76-96C3-408F-9627-4D642BE1BDD7}"/>
              </a:ext>
            </a:extLst>
          </p:cNvPr>
          <p:cNvSpPr>
            <a:spLocks noGrp="1"/>
          </p:cNvSpPr>
          <p:nvPr>
            <p:ph sz="quarter" idx="4" hasCustomPrompt="1"/>
          </p:nvPr>
        </p:nvSpPr>
        <p:spPr>
          <a:xfrm>
            <a:off x="4354067" y="3656030"/>
            <a:ext cx="3483864" cy="885371"/>
          </a:xfrm>
        </p:spPr>
        <p:txBody>
          <a:bodyPr/>
          <a:lstStyle>
            <a:lvl1pPr marL="0" indent="0">
              <a:buNone/>
              <a:defRPr sz="18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85750" indent="0">
              <a:buNone/>
              <a:defRPr sz="1600" b="0" i="0">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28650" indent="0">
              <a:buNone/>
              <a:defRPr sz="1400" b="0" i="0">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7" name="Text Placeholder 4">
            <a:extLst>
              <a:ext uri="{FF2B5EF4-FFF2-40B4-BE49-F238E27FC236}">
                <a16:creationId xmlns:a16="http://schemas.microsoft.com/office/drawing/2014/main" id="{EB7A6272-EB3F-49FE-8293-213DA74B26E7}"/>
              </a:ext>
            </a:extLst>
          </p:cNvPr>
          <p:cNvSpPr>
            <a:spLocks noGrp="1"/>
          </p:cNvSpPr>
          <p:nvPr>
            <p:ph type="body" sz="quarter" idx="10" hasCustomPrompt="1"/>
          </p:nvPr>
        </p:nvSpPr>
        <p:spPr>
          <a:xfrm>
            <a:off x="8098536" y="3286697"/>
            <a:ext cx="3483864" cy="369332"/>
          </a:xfrm>
        </p:spPr>
        <p:txBody>
          <a:bodyPr anchor="t"/>
          <a:lstStyle>
            <a:lvl1pPr marL="0" indent="0">
              <a:buNone/>
              <a:defRPr sz="2000" b="0" i="0">
                <a:solidFill>
                  <a:schemeClr val="accent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8" name="Content Placeholder 5">
            <a:extLst>
              <a:ext uri="{FF2B5EF4-FFF2-40B4-BE49-F238E27FC236}">
                <a16:creationId xmlns:a16="http://schemas.microsoft.com/office/drawing/2014/main" id="{A4C7D216-B044-4089-8FA7-0E2598881E88}"/>
              </a:ext>
            </a:extLst>
          </p:cNvPr>
          <p:cNvSpPr>
            <a:spLocks noGrp="1"/>
          </p:cNvSpPr>
          <p:nvPr>
            <p:ph sz="quarter" idx="11" hasCustomPrompt="1"/>
          </p:nvPr>
        </p:nvSpPr>
        <p:spPr>
          <a:xfrm>
            <a:off x="8098536" y="3656030"/>
            <a:ext cx="3483864" cy="885371"/>
          </a:xfrm>
        </p:spPr>
        <p:txBody>
          <a:bodyPr/>
          <a:lstStyle>
            <a:lvl1pPr marL="0" indent="0">
              <a:buNone/>
              <a:defRPr sz="18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85750" indent="0">
              <a:buNone/>
              <a:defRPr sz="1600" b="0" i="0">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28650" indent="0">
              <a:buNone/>
              <a:defRPr sz="1400" b="0" i="0">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9" name="Date Placeholder 8">
            <a:extLst>
              <a:ext uri="{FF2B5EF4-FFF2-40B4-BE49-F238E27FC236}">
                <a16:creationId xmlns:a16="http://schemas.microsoft.com/office/drawing/2014/main" id="{FFCFB8E8-C9F0-4143-9378-EA7F6C76665B}"/>
              </a:ext>
            </a:extLst>
          </p:cNvPr>
          <p:cNvSpPr>
            <a:spLocks noGrp="1"/>
          </p:cNvSpPr>
          <p:nvPr>
            <p:ph type="dt" sz="half" idx="12"/>
          </p:nvPr>
        </p:nvSpPr>
        <p:spPr/>
        <p:txBody>
          <a:bodyPr/>
          <a:lstStyle>
            <a:lvl1pPr>
              <a:defRPr b="0" i="0">
                <a:latin typeface="Amazon Ember Display" panose="020F0603020204020204" pitchFamily="34" charset="0"/>
              </a:defRPr>
            </a:lvl1pPr>
          </a:lstStyle>
          <a:p>
            <a:fld id="{F96E8718-D810-5D42-BBA7-DBDBA7B074E9}" type="datetime1">
              <a:rPr lang="en-US" smtClean="0"/>
              <a:pPr/>
              <a:t>5/14/26</a:t>
            </a:fld>
            <a:endParaRPr lang="en-US"/>
          </a:p>
        </p:txBody>
      </p:sp>
      <p:sp>
        <p:nvSpPr>
          <p:cNvPr id="10" name="Footer Placeholder 9">
            <a:extLst>
              <a:ext uri="{FF2B5EF4-FFF2-40B4-BE49-F238E27FC236}">
                <a16:creationId xmlns:a16="http://schemas.microsoft.com/office/drawing/2014/main" id="{D7D1B458-DF75-45ED-B8CC-69A72676AB03}"/>
              </a:ext>
            </a:extLst>
          </p:cNvPr>
          <p:cNvSpPr>
            <a:spLocks noGrp="1"/>
          </p:cNvSpPr>
          <p:nvPr>
            <p:ph type="ftr" sz="quarter" idx="13"/>
          </p:nvPr>
        </p:nvSpPr>
        <p:spPr/>
        <p:txBody>
          <a:bodyPr/>
          <a:lstStyle>
            <a:lvl1pPr>
              <a:defRPr b="0" i="0">
                <a:latin typeface="Amazon Ember Display" panose="020F0603020204020204" pitchFamily="34" charset="0"/>
              </a:defRPr>
            </a:lvl1pPr>
          </a:lstStyle>
          <a:p>
            <a:endParaRPr lang="en-US"/>
          </a:p>
        </p:txBody>
      </p:sp>
      <p:sp>
        <p:nvSpPr>
          <p:cNvPr id="11" name="Slide Number Placeholder 10">
            <a:extLst>
              <a:ext uri="{FF2B5EF4-FFF2-40B4-BE49-F238E27FC236}">
                <a16:creationId xmlns:a16="http://schemas.microsoft.com/office/drawing/2014/main" id="{7BB1AFFF-5B96-4371-BCA2-F0CE04ECF7FC}"/>
              </a:ext>
            </a:extLst>
          </p:cNvPr>
          <p:cNvSpPr>
            <a:spLocks noGrp="1"/>
          </p:cNvSpPr>
          <p:nvPr>
            <p:ph type="sldNum" sz="quarter" idx="14"/>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
        <p:nvSpPr>
          <p:cNvPr id="13" name="Picture Placeholder 12">
            <a:extLst>
              <a:ext uri="{FF2B5EF4-FFF2-40B4-BE49-F238E27FC236}">
                <a16:creationId xmlns:a16="http://schemas.microsoft.com/office/drawing/2014/main" id="{E1FED918-02AD-4AE8-80A2-5FBE2CA7CD40}"/>
              </a:ext>
            </a:extLst>
          </p:cNvPr>
          <p:cNvSpPr>
            <a:spLocks noGrp="1"/>
          </p:cNvSpPr>
          <p:nvPr>
            <p:ph type="pic" sz="quarter" idx="15" hasCustomPrompt="1"/>
          </p:nvPr>
        </p:nvSpPr>
        <p:spPr>
          <a:xfrm>
            <a:off x="1500631" y="1553369"/>
            <a:ext cx="1701800" cy="1481931"/>
          </a:xfrm>
        </p:spPr>
        <p:txBody>
          <a:bodyPr>
            <a:noAutofit/>
          </a:bodyPr>
          <a:lstStyle>
            <a:lvl1pPr marL="0" indent="0">
              <a:buNone/>
              <a:defRPr sz="18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Click icon to add image</a:t>
            </a:r>
          </a:p>
        </p:txBody>
      </p:sp>
      <p:sp>
        <p:nvSpPr>
          <p:cNvPr id="14" name="Picture Placeholder 12">
            <a:extLst>
              <a:ext uri="{FF2B5EF4-FFF2-40B4-BE49-F238E27FC236}">
                <a16:creationId xmlns:a16="http://schemas.microsoft.com/office/drawing/2014/main" id="{6A07340D-F35E-44B1-83E7-553D9B9F4A1B}"/>
              </a:ext>
            </a:extLst>
          </p:cNvPr>
          <p:cNvSpPr>
            <a:spLocks noGrp="1"/>
          </p:cNvSpPr>
          <p:nvPr>
            <p:ph type="pic" sz="quarter" idx="16" hasCustomPrompt="1"/>
          </p:nvPr>
        </p:nvSpPr>
        <p:spPr>
          <a:xfrm>
            <a:off x="5245099" y="1553369"/>
            <a:ext cx="1701800" cy="1481931"/>
          </a:xfrm>
        </p:spPr>
        <p:txBody>
          <a:bodyPr>
            <a:noAutofit/>
          </a:bodyPr>
          <a:lstStyle>
            <a:lvl1pPr marL="0" indent="0">
              <a:buNone/>
              <a:defRPr sz="18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Click icon to add image</a:t>
            </a:r>
          </a:p>
        </p:txBody>
      </p:sp>
      <p:sp>
        <p:nvSpPr>
          <p:cNvPr id="15" name="Picture Placeholder 12">
            <a:extLst>
              <a:ext uri="{FF2B5EF4-FFF2-40B4-BE49-F238E27FC236}">
                <a16:creationId xmlns:a16="http://schemas.microsoft.com/office/drawing/2014/main" id="{0E39C743-124E-4ED1-8147-16B673DA194A}"/>
              </a:ext>
            </a:extLst>
          </p:cNvPr>
          <p:cNvSpPr>
            <a:spLocks noGrp="1"/>
          </p:cNvSpPr>
          <p:nvPr>
            <p:ph type="pic" sz="quarter" idx="17" hasCustomPrompt="1"/>
          </p:nvPr>
        </p:nvSpPr>
        <p:spPr>
          <a:xfrm>
            <a:off x="8989568" y="1553369"/>
            <a:ext cx="1701800" cy="1481931"/>
          </a:xfrm>
        </p:spPr>
        <p:txBody>
          <a:bodyPr>
            <a:noAutofit/>
          </a:bodyPr>
          <a:lstStyle>
            <a:lvl1pPr marL="0" indent="0">
              <a:buNone/>
              <a:defRPr sz="18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Click icon to add image</a:t>
            </a:r>
          </a:p>
        </p:txBody>
      </p:sp>
    </p:spTree>
    <p:extLst>
      <p:ext uri="{BB962C8B-B14F-4D97-AF65-F5344CB8AC3E}">
        <p14:creationId xmlns:p14="http://schemas.microsoft.com/office/powerpoint/2010/main" val="3060452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064">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type="twoTxTwoObj" preserve="1">
  <p:cSld name="Four column with sub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D5D51-461F-4BF3-B83C-3319F4FEFF79}"/>
              </a:ext>
            </a:extLst>
          </p:cNvPr>
          <p:cNvSpPr>
            <a:spLocks noGrp="1"/>
          </p:cNvSpPr>
          <p:nvPr>
            <p:ph type="title" hasCustomPrompt="1"/>
          </p:nvPr>
        </p:nvSpPr>
        <p:spPr>
          <a:xfrm>
            <a:off x="539262" y="917577"/>
            <a:ext cx="10972800" cy="535531"/>
          </a:xfrm>
          <a:prstGeom prst="rect">
            <a:avLst/>
          </a:prstGeom>
        </p:spPr>
        <p:txBody>
          <a:bodyPr>
            <a:noAutofit/>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Four-column layout with subheadings</a:t>
            </a:r>
          </a:p>
        </p:txBody>
      </p:sp>
      <p:sp>
        <p:nvSpPr>
          <p:cNvPr id="3" name="Text Placeholder 2">
            <a:extLst>
              <a:ext uri="{FF2B5EF4-FFF2-40B4-BE49-F238E27FC236}">
                <a16:creationId xmlns:a16="http://schemas.microsoft.com/office/drawing/2014/main" id="{BC1CA65A-3F20-4CCD-AE7B-297E975BC0E8}"/>
              </a:ext>
            </a:extLst>
          </p:cNvPr>
          <p:cNvSpPr>
            <a:spLocks noGrp="1"/>
          </p:cNvSpPr>
          <p:nvPr>
            <p:ph type="body" idx="1" hasCustomPrompt="1"/>
          </p:nvPr>
        </p:nvSpPr>
        <p:spPr>
          <a:xfrm>
            <a:off x="609599" y="1743647"/>
            <a:ext cx="2377440" cy="369332"/>
          </a:xfrm>
        </p:spPr>
        <p:txBody>
          <a:bodyPr anchor="t"/>
          <a:lstStyle>
            <a:lvl1pPr marL="0" indent="0">
              <a:buNone/>
              <a:defRPr sz="2000" b="0" i="0">
                <a:solidFill>
                  <a:schemeClr val="accent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4" name="Content Placeholder 3">
            <a:extLst>
              <a:ext uri="{FF2B5EF4-FFF2-40B4-BE49-F238E27FC236}">
                <a16:creationId xmlns:a16="http://schemas.microsoft.com/office/drawing/2014/main" id="{1DBED614-1324-4FC8-94DC-2BB58446A188}"/>
              </a:ext>
            </a:extLst>
          </p:cNvPr>
          <p:cNvSpPr>
            <a:spLocks noGrp="1"/>
          </p:cNvSpPr>
          <p:nvPr>
            <p:ph sz="half" idx="2" hasCustomPrompt="1"/>
          </p:nvPr>
        </p:nvSpPr>
        <p:spPr>
          <a:xfrm>
            <a:off x="609598" y="2141554"/>
            <a:ext cx="2377440" cy="885371"/>
          </a:xfrm>
        </p:spPr>
        <p:txBody>
          <a:bodyPr/>
          <a:lstStyle>
            <a:lvl1pPr marL="0" indent="0">
              <a:buNone/>
              <a:defRPr sz="18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85750" indent="0">
              <a:buNone/>
              <a:defRPr sz="1600" b="0" i="0">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28650" indent="0">
              <a:buNone/>
              <a:defRPr sz="1400" b="0" i="0">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5" name="Text Placeholder 4">
            <a:extLst>
              <a:ext uri="{FF2B5EF4-FFF2-40B4-BE49-F238E27FC236}">
                <a16:creationId xmlns:a16="http://schemas.microsoft.com/office/drawing/2014/main" id="{7BCE1A54-1330-4A91-B63D-5CFA63F9FFDF}"/>
              </a:ext>
            </a:extLst>
          </p:cNvPr>
          <p:cNvSpPr>
            <a:spLocks noGrp="1"/>
          </p:cNvSpPr>
          <p:nvPr>
            <p:ph type="body" sz="quarter" idx="3" hasCustomPrompt="1"/>
          </p:nvPr>
        </p:nvSpPr>
        <p:spPr>
          <a:xfrm>
            <a:off x="3474719" y="1743647"/>
            <a:ext cx="2377440" cy="369332"/>
          </a:xfrm>
        </p:spPr>
        <p:txBody>
          <a:bodyPr anchor="t"/>
          <a:lstStyle>
            <a:lvl1pPr marL="0" indent="0">
              <a:buNone/>
              <a:defRPr sz="2000" b="0" i="0">
                <a:solidFill>
                  <a:schemeClr val="accent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6" name="Content Placeholder 5">
            <a:extLst>
              <a:ext uri="{FF2B5EF4-FFF2-40B4-BE49-F238E27FC236}">
                <a16:creationId xmlns:a16="http://schemas.microsoft.com/office/drawing/2014/main" id="{8249DC76-96C3-408F-9627-4D642BE1BDD7}"/>
              </a:ext>
            </a:extLst>
          </p:cNvPr>
          <p:cNvSpPr>
            <a:spLocks noGrp="1"/>
          </p:cNvSpPr>
          <p:nvPr>
            <p:ph sz="quarter" idx="4" hasCustomPrompt="1"/>
          </p:nvPr>
        </p:nvSpPr>
        <p:spPr>
          <a:xfrm>
            <a:off x="3474719" y="2141554"/>
            <a:ext cx="2377440" cy="885371"/>
          </a:xfrm>
        </p:spPr>
        <p:txBody>
          <a:bodyPr/>
          <a:lstStyle>
            <a:lvl1pPr marL="0" indent="0">
              <a:buNone/>
              <a:defRPr sz="18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85750" indent="0">
              <a:buNone/>
              <a:defRPr sz="1600" b="0" i="0">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28650" indent="0">
              <a:buNone/>
              <a:defRPr sz="1400" b="0" i="0">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7" name="Text Placeholder 4">
            <a:extLst>
              <a:ext uri="{FF2B5EF4-FFF2-40B4-BE49-F238E27FC236}">
                <a16:creationId xmlns:a16="http://schemas.microsoft.com/office/drawing/2014/main" id="{EB7A6272-EB3F-49FE-8293-213DA74B26E7}"/>
              </a:ext>
            </a:extLst>
          </p:cNvPr>
          <p:cNvSpPr>
            <a:spLocks noGrp="1"/>
          </p:cNvSpPr>
          <p:nvPr>
            <p:ph type="body" sz="quarter" idx="10" hasCustomPrompt="1"/>
          </p:nvPr>
        </p:nvSpPr>
        <p:spPr>
          <a:xfrm>
            <a:off x="6339839" y="1743647"/>
            <a:ext cx="2377440" cy="369332"/>
          </a:xfrm>
        </p:spPr>
        <p:txBody>
          <a:bodyPr anchor="t"/>
          <a:lstStyle>
            <a:lvl1pPr marL="0" indent="0">
              <a:buNone/>
              <a:defRPr sz="2000" b="0" i="0">
                <a:solidFill>
                  <a:schemeClr val="accent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8" name="Content Placeholder 5">
            <a:extLst>
              <a:ext uri="{FF2B5EF4-FFF2-40B4-BE49-F238E27FC236}">
                <a16:creationId xmlns:a16="http://schemas.microsoft.com/office/drawing/2014/main" id="{A4C7D216-B044-4089-8FA7-0E2598881E88}"/>
              </a:ext>
            </a:extLst>
          </p:cNvPr>
          <p:cNvSpPr>
            <a:spLocks noGrp="1"/>
          </p:cNvSpPr>
          <p:nvPr>
            <p:ph sz="quarter" idx="11" hasCustomPrompt="1"/>
          </p:nvPr>
        </p:nvSpPr>
        <p:spPr>
          <a:xfrm>
            <a:off x="6339840" y="2141554"/>
            <a:ext cx="2377440" cy="885371"/>
          </a:xfrm>
        </p:spPr>
        <p:txBody>
          <a:bodyPr/>
          <a:lstStyle>
            <a:lvl1pPr marL="0" indent="0">
              <a:buNone/>
              <a:defRPr sz="18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85750" indent="0">
              <a:buNone/>
              <a:defRPr sz="1600" b="0" i="0">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28650" indent="0">
              <a:buNone/>
              <a:defRPr sz="1400" b="0" i="0">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9" name="Text Placeholder 4">
            <a:extLst>
              <a:ext uri="{FF2B5EF4-FFF2-40B4-BE49-F238E27FC236}">
                <a16:creationId xmlns:a16="http://schemas.microsoft.com/office/drawing/2014/main" id="{4A70CBA4-9A7C-4AA6-80BD-DA7E39D565C8}"/>
              </a:ext>
            </a:extLst>
          </p:cNvPr>
          <p:cNvSpPr>
            <a:spLocks noGrp="1"/>
          </p:cNvSpPr>
          <p:nvPr>
            <p:ph type="body" sz="quarter" idx="12" hasCustomPrompt="1"/>
          </p:nvPr>
        </p:nvSpPr>
        <p:spPr>
          <a:xfrm>
            <a:off x="9204960" y="1743647"/>
            <a:ext cx="2377440" cy="369332"/>
          </a:xfrm>
        </p:spPr>
        <p:txBody>
          <a:bodyPr anchor="t"/>
          <a:lstStyle>
            <a:lvl1pPr marL="0" indent="0">
              <a:buNone/>
              <a:defRPr sz="2000" b="0" i="0">
                <a:solidFill>
                  <a:schemeClr val="accent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10" name="Content Placeholder 5">
            <a:extLst>
              <a:ext uri="{FF2B5EF4-FFF2-40B4-BE49-F238E27FC236}">
                <a16:creationId xmlns:a16="http://schemas.microsoft.com/office/drawing/2014/main" id="{188FFD55-A15C-40BB-919A-289EBCA6F226}"/>
              </a:ext>
            </a:extLst>
          </p:cNvPr>
          <p:cNvSpPr>
            <a:spLocks noGrp="1"/>
          </p:cNvSpPr>
          <p:nvPr>
            <p:ph sz="quarter" idx="13" hasCustomPrompt="1"/>
          </p:nvPr>
        </p:nvSpPr>
        <p:spPr>
          <a:xfrm>
            <a:off x="9204960" y="2141554"/>
            <a:ext cx="2377440" cy="885371"/>
          </a:xfrm>
        </p:spPr>
        <p:txBody>
          <a:bodyPr/>
          <a:lstStyle>
            <a:lvl1pPr marL="0" indent="0">
              <a:buNone/>
              <a:defRPr sz="18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85750" indent="0">
              <a:buNone/>
              <a:defRPr sz="1600" b="0" i="0">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28650" indent="0">
              <a:buNone/>
              <a:defRPr sz="1400" b="0" i="0">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11" name="Date Placeholder 10">
            <a:extLst>
              <a:ext uri="{FF2B5EF4-FFF2-40B4-BE49-F238E27FC236}">
                <a16:creationId xmlns:a16="http://schemas.microsoft.com/office/drawing/2014/main" id="{ADEB3A35-9813-4635-AE9D-3B9F6CA53160}"/>
              </a:ext>
            </a:extLst>
          </p:cNvPr>
          <p:cNvSpPr>
            <a:spLocks noGrp="1"/>
          </p:cNvSpPr>
          <p:nvPr>
            <p:ph type="dt" sz="half" idx="14"/>
          </p:nvPr>
        </p:nvSpPr>
        <p:spPr/>
        <p:txBody>
          <a:bodyPr/>
          <a:lstStyle>
            <a:lvl1pPr>
              <a:defRPr b="0" i="0">
                <a:latin typeface="Amazon Ember Display" panose="020F0603020204020204" pitchFamily="34" charset="0"/>
              </a:defRPr>
            </a:lvl1pPr>
          </a:lstStyle>
          <a:p>
            <a:fld id="{2B958DF5-F549-8B46-95E0-C2CB36033BB5}" type="datetime1">
              <a:rPr lang="en-US" smtClean="0"/>
              <a:pPr/>
              <a:t>5/14/26</a:t>
            </a:fld>
            <a:endParaRPr lang="en-US"/>
          </a:p>
        </p:txBody>
      </p:sp>
      <p:sp>
        <p:nvSpPr>
          <p:cNvPr id="12" name="Footer Placeholder 11">
            <a:extLst>
              <a:ext uri="{FF2B5EF4-FFF2-40B4-BE49-F238E27FC236}">
                <a16:creationId xmlns:a16="http://schemas.microsoft.com/office/drawing/2014/main" id="{2617FC00-CD62-4B48-80A6-4E68401E9601}"/>
              </a:ext>
            </a:extLst>
          </p:cNvPr>
          <p:cNvSpPr>
            <a:spLocks noGrp="1"/>
          </p:cNvSpPr>
          <p:nvPr>
            <p:ph type="ftr" sz="quarter" idx="15"/>
          </p:nvPr>
        </p:nvSpPr>
        <p:spPr/>
        <p:txBody>
          <a:bodyPr/>
          <a:lstStyle>
            <a:lvl1pPr>
              <a:defRPr b="0" i="0">
                <a:latin typeface="Amazon Ember Display" panose="020F0603020204020204" pitchFamily="34" charset="0"/>
              </a:defRPr>
            </a:lvl1pPr>
          </a:lstStyle>
          <a:p>
            <a:endParaRPr lang="en-US"/>
          </a:p>
        </p:txBody>
      </p:sp>
      <p:sp>
        <p:nvSpPr>
          <p:cNvPr id="13" name="Slide Number Placeholder 12">
            <a:extLst>
              <a:ext uri="{FF2B5EF4-FFF2-40B4-BE49-F238E27FC236}">
                <a16:creationId xmlns:a16="http://schemas.microsoft.com/office/drawing/2014/main" id="{1F0D3C1B-0D24-4BCA-810C-31D050008A6D}"/>
              </a:ext>
            </a:extLst>
          </p:cNvPr>
          <p:cNvSpPr>
            <a:spLocks noGrp="1"/>
          </p:cNvSpPr>
          <p:nvPr>
            <p:ph type="sldNum" sz="quarter" idx="16"/>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434433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344">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C643E-9D53-435F-9BF5-216545CC17ED}"/>
              </a:ext>
            </a:extLst>
          </p:cNvPr>
          <p:cNvSpPr>
            <a:spLocks noGrp="1"/>
          </p:cNvSpPr>
          <p:nvPr>
            <p:ph type="title" hasCustomPrompt="1"/>
          </p:nvPr>
        </p:nvSpPr>
        <p:spPr>
          <a:xfrm>
            <a:off x="539262" y="917577"/>
            <a:ext cx="10972800" cy="535531"/>
          </a:xfrm>
          <a:prstGeom prst="rect">
            <a:avLst/>
          </a:prstGeom>
        </p:spPr>
        <p:txBody>
          <a:bodyPr anchor="t" anchorCtr="0">
            <a:noAutofit/>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Picture with caption layout</a:t>
            </a:r>
          </a:p>
        </p:txBody>
      </p:sp>
      <p:sp>
        <p:nvSpPr>
          <p:cNvPr id="3" name="Picture Placeholder 2">
            <a:extLst>
              <a:ext uri="{FF2B5EF4-FFF2-40B4-BE49-F238E27FC236}">
                <a16:creationId xmlns:a16="http://schemas.microsoft.com/office/drawing/2014/main" id="{170FD460-44A4-4368-BEE3-4B57384F2DAD}"/>
              </a:ext>
            </a:extLst>
          </p:cNvPr>
          <p:cNvSpPr>
            <a:spLocks noGrp="1"/>
          </p:cNvSpPr>
          <p:nvPr>
            <p:ph type="pic" idx="1"/>
          </p:nvPr>
        </p:nvSpPr>
        <p:spPr>
          <a:xfrm>
            <a:off x="6210300" y="1714501"/>
            <a:ext cx="5372100" cy="4495798"/>
          </a:xfrm>
        </p:spPr>
        <p:txBody>
          <a:bodyPr>
            <a:noAutofit/>
          </a:bodyPr>
          <a:lstStyle>
            <a:lvl1pPr marL="0" indent="0">
              <a:buNone/>
              <a:defRPr sz="24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6F8F45C-51B3-4A66-AF8A-1A15D1257108}"/>
              </a:ext>
            </a:extLst>
          </p:cNvPr>
          <p:cNvSpPr>
            <a:spLocks noGrp="1"/>
          </p:cNvSpPr>
          <p:nvPr>
            <p:ph type="body" sz="half" idx="2" hasCustomPrompt="1"/>
          </p:nvPr>
        </p:nvSpPr>
        <p:spPr>
          <a:xfrm>
            <a:off x="609598" y="1714501"/>
            <a:ext cx="5372101" cy="313932"/>
          </a:xfrm>
        </p:spPr>
        <p:txBody>
          <a:bodyPr/>
          <a:lstStyle>
            <a:lvl1pPr marL="0" indent="0">
              <a:buNone/>
              <a:defRPr sz="1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Enter descriptive text here</a:t>
            </a:r>
          </a:p>
        </p:txBody>
      </p:sp>
      <p:sp>
        <p:nvSpPr>
          <p:cNvPr id="5" name="Date Placeholder 4">
            <a:extLst>
              <a:ext uri="{FF2B5EF4-FFF2-40B4-BE49-F238E27FC236}">
                <a16:creationId xmlns:a16="http://schemas.microsoft.com/office/drawing/2014/main" id="{9CAB3B1C-D783-464F-B951-6F802A18E624}"/>
              </a:ext>
            </a:extLst>
          </p:cNvPr>
          <p:cNvSpPr>
            <a:spLocks noGrp="1"/>
          </p:cNvSpPr>
          <p:nvPr>
            <p:ph type="dt" sz="half" idx="10"/>
          </p:nvPr>
        </p:nvSpPr>
        <p:spPr/>
        <p:txBody>
          <a:bodyPr/>
          <a:lstStyle>
            <a:lvl1pPr>
              <a:defRPr b="0" i="0">
                <a:latin typeface="Amazon Ember Display" panose="020F0603020204020204" pitchFamily="34" charset="0"/>
              </a:defRPr>
            </a:lvl1pPr>
          </a:lstStyle>
          <a:p>
            <a:fld id="{96301397-8FE7-FB4B-82EE-58C288712F6D}" type="datetime1">
              <a:rPr lang="en-US" smtClean="0"/>
              <a:pPr/>
              <a:t>5/14/26</a:t>
            </a:fld>
            <a:endParaRPr lang="en-US"/>
          </a:p>
        </p:txBody>
      </p:sp>
      <p:sp>
        <p:nvSpPr>
          <p:cNvPr id="6" name="Footer Placeholder 5">
            <a:extLst>
              <a:ext uri="{FF2B5EF4-FFF2-40B4-BE49-F238E27FC236}">
                <a16:creationId xmlns:a16="http://schemas.microsoft.com/office/drawing/2014/main" id="{ECB0C078-A6D5-4C61-A732-EC72F4B2E54F}"/>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7" name="Slide Number Placeholder 6">
            <a:extLst>
              <a:ext uri="{FF2B5EF4-FFF2-40B4-BE49-F238E27FC236}">
                <a16:creationId xmlns:a16="http://schemas.microsoft.com/office/drawing/2014/main" id="{6BFCB9B7-F1A6-4E7E-9A44-4A1BF91C8917}"/>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278474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Full Screen Photo">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45DE8161-89FB-4C0E-91DC-BB077E8FD54C}"/>
              </a:ext>
            </a:extLst>
          </p:cNvPr>
          <p:cNvSpPr>
            <a:spLocks noGrp="1"/>
          </p:cNvSpPr>
          <p:nvPr>
            <p:ph type="pic" sz="quarter" idx="10"/>
          </p:nvPr>
        </p:nvSpPr>
        <p:spPr>
          <a:xfrm>
            <a:off x="0" y="1"/>
            <a:ext cx="12192000" cy="6857998"/>
          </a:xfrm>
          <a:solidFill>
            <a:schemeClr val="bg2"/>
          </a:solidFill>
        </p:spPr>
        <p:txBody>
          <a:bodyPr anchor="ctr">
            <a:noAutofit/>
          </a:bodyPr>
          <a:lstStyle>
            <a:lvl1pPr marL="0" indent="0" algn="ctr">
              <a:buNone/>
              <a:defRPr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Click icon to add picture</a:t>
            </a:r>
          </a:p>
        </p:txBody>
      </p:sp>
    </p:spTree>
    <p:extLst>
      <p:ext uri="{BB962C8B-B14F-4D97-AF65-F5344CB8AC3E}">
        <p14:creationId xmlns:p14="http://schemas.microsoft.com/office/powerpoint/2010/main" val="1256977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Customer logo wall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B31D2-1E8A-4798-BD13-0606620FD062}"/>
              </a:ext>
            </a:extLst>
          </p:cNvPr>
          <p:cNvSpPr>
            <a:spLocks noGrp="1"/>
          </p:cNvSpPr>
          <p:nvPr>
            <p:ph type="title" hasCustomPrompt="1"/>
          </p:nvPr>
        </p:nvSpPr>
        <p:spPr>
          <a:xfrm>
            <a:off x="539262" y="914401"/>
            <a:ext cx="10972800" cy="535531"/>
          </a:xfrm>
          <a:prstGeom prst="rect">
            <a:avLst/>
          </a:prstGeom>
        </p:spPr>
        <p:txBody>
          <a:bodyPr>
            <a:noAutofit/>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Customer logo wall layout</a:t>
            </a:r>
          </a:p>
        </p:txBody>
      </p:sp>
      <p:sp>
        <p:nvSpPr>
          <p:cNvPr id="3" name="Date Placeholder 2">
            <a:extLst>
              <a:ext uri="{FF2B5EF4-FFF2-40B4-BE49-F238E27FC236}">
                <a16:creationId xmlns:a16="http://schemas.microsoft.com/office/drawing/2014/main" id="{D4046C62-58BE-4875-9CF1-988E9FBC80B5}"/>
              </a:ext>
            </a:extLst>
          </p:cNvPr>
          <p:cNvSpPr>
            <a:spLocks noGrp="1"/>
          </p:cNvSpPr>
          <p:nvPr>
            <p:ph type="dt" sz="half" idx="10"/>
          </p:nvPr>
        </p:nvSpPr>
        <p:spPr/>
        <p:txBody>
          <a:bodyPr/>
          <a:lstStyle>
            <a:lvl1pPr>
              <a:defRPr b="0" i="0">
                <a:latin typeface="Amazon Ember Display" panose="020F0603020204020204" pitchFamily="34" charset="0"/>
              </a:defRPr>
            </a:lvl1pPr>
          </a:lstStyle>
          <a:p>
            <a:fld id="{C3A8789C-A0D1-A74F-A15D-501FE221905E}" type="datetime1">
              <a:rPr lang="en-US" smtClean="0"/>
              <a:pPr/>
              <a:t>5/14/26</a:t>
            </a:fld>
            <a:endParaRPr lang="en-US"/>
          </a:p>
        </p:txBody>
      </p:sp>
      <p:sp>
        <p:nvSpPr>
          <p:cNvPr id="4" name="Footer Placeholder 3">
            <a:extLst>
              <a:ext uri="{FF2B5EF4-FFF2-40B4-BE49-F238E27FC236}">
                <a16:creationId xmlns:a16="http://schemas.microsoft.com/office/drawing/2014/main" id="{C09F8648-DA5C-4249-B315-5FCC6764F2E8}"/>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5" name="Slide Number Placeholder 4">
            <a:extLst>
              <a:ext uri="{FF2B5EF4-FFF2-40B4-BE49-F238E27FC236}">
                <a16:creationId xmlns:a16="http://schemas.microsoft.com/office/drawing/2014/main" id="{7AB4976B-D5E7-498C-99B5-7AA17CD10183}"/>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
        <p:nvSpPr>
          <p:cNvPr id="8" name="Content Placeholder 7">
            <a:extLst>
              <a:ext uri="{FF2B5EF4-FFF2-40B4-BE49-F238E27FC236}">
                <a16:creationId xmlns:a16="http://schemas.microsoft.com/office/drawing/2014/main" id="{67C4FF75-DBF1-4846-9B49-7424CC9B81D0}"/>
              </a:ext>
            </a:extLst>
          </p:cNvPr>
          <p:cNvSpPr>
            <a:spLocks noGrp="1"/>
          </p:cNvSpPr>
          <p:nvPr>
            <p:ph sz="quarter" idx="13" hasCustomPrompt="1"/>
          </p:nvPr>
        </p:nvSpPr>
        <p:spPr>
          <a:xfrm>
            <a:off x="790841" y="2194560"/>
            <a:ext cx="1828800" cy="1097280"/>
          </a:xfrm>
        </p:spPr>
        <p:txBody>
          <a:bodyPr>
            <a:noAutofit/>
          </a:bodyPr>
          <a:lstStyle>
            <a:lvl1pPr marL="0" indent="0">
              <a:buNone/>
              <a:defRPr sz="11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85750" indent="0">
              <a:buNone/>
              <a:defRPr/>
            </a:lvl2pPr>
            <a:lvl3pPr marL="628650" indent="0">
              <a:buNone/>
              <a:defRPr/>
            </a:lvl3pPr>
            <a:lvl4pPr marL="858838" indent="0">
              <a:buNone/>
              <a:defRPr/>
            </a:lvl4pPr>
            <a:lvl5pPr marL="1030288" indent="0">
              <a:buNone/>
              <a:defRPr/>
            </a:lvl5pPr>
          </a:lstStyle>
          <a:p>
            <a:pPr lvl="0"/>
            <a:r>
              <a:rPr lang="en-US"/>
              <a:t>Click photo icon to add logo</a:t>
            </a:r>
          </a:p>
        </p:txBody>
      </p:sp>
      <p:sp>
        <p:nvSpPr>
          <p:cNvPr id="9" name="Content Placeholder 7">
            <a:extLst>
              <a:ext uri="{FF2B5EF4-FFF2-40B4-BE49-F238E27FC236}">
                <a16:creationId xmlns:a16="http://schemas.microsoft.com/office/drawing/2014/main" id="{AA3F6BBD-CD6D-4350-B54B-BE6A362B5E0C}"/>
              </a:ext>
            </a:extLst>
          </p:cNvPr>
          <p:cNvSpPr>
            <a:spLocks noGrp="1"/>
          </p:cNvSpPr>
          <p:nvPr>
            <p:ph sz="quarter" idx="14" hasCustomPrompt="1"/>
          </p:nvPr>
        </p:nvSpPr>
        <p:spPr>
          <a:xfrm>
            <a:off x="9572359" y="2194560"/>
            <a:ext cx="1828800" cy="1097280"/>
          </a:xfrm>
        </p:spPr>
        <p:txBody>
          <a:bodyPr>
            <a:noAutofit/>
          </a:bodyPr>
          <a:lstStyle>
            <a:lvl1pPr marL="0" indent="0">
              <a:buNone/>
              <a:defRPr sz="11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85750" indent="0">
              <a:buNone/>
              <a:defRPr/>
            </a:lvl2pPr>
            <a:lvl3pPr marL="628650" indent="0">
              <a:buNone/>
              <a:defRPr/>
            </a:lvl3pPr>
            <a:lvl4pPr marL="858838" indent="0">
              <a:buNone/>
              <a:defRPr/>
            </a:lvl4pPr>
            <a:lvl5pPr marL="1030288" indent="0">
              <a:buNone/>
              <a:defRPr/>
            </a:lvl5pPr>
          </a:lstStyle>
          <a:p>
            <a:pPr lvl="0"/>
            <a:r>
              <a:rPr lang="en-US"/>
              <a:t>Click photo icon to add logo</a:t>
            </a:r>
          </a:p>
        </p:txBody>
      </p:sp>
      <p:sp>
        <p:nvSpPr>
          <p:cNvPr id="10" name="Content Placeholder 7">
            <a:extLst>
              <a:ext uri="{FF2B5EF4-FFF2-40B4-BE49-F238E27FC236}">
                <a16:creationId xmlns:a16="http://schemas.microsoft.com/office/drawing/2014/main" id="{F03249D0-599C-470C-AF38-A23174D881DA}"/>
              </a:ext>
            </a:extLst>
          </p:cNvPr>
          <p:cNvSpPr>
            <a:spLocks noGrp="1"/>
          </p:cNvSpPr>
          <p:nvPr>
            <p:ph sz="quarter" idx="15" hasCustomPrompt="1"/>
          </p:nvPr>
        </p:nvSpPr>
        <p:spPr>
          <a:xfrm>
            <a:off x="3718014" y="2194560"/>
            <a:ext cx="1828800" cy="1097280"/>
          </a:xfrm>
        </p:spPr>
        <p:txBody>
          <a:bodyPr>
            <a:noAutofit/>
          </a:bodyPr>
          <a:lstStyle>
            <a:lvl1pPr marL="0" indent="0">
              <a:buNone/>
              <a:defRPr sz="11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85750" indent="0">
              <a:buNone/>
              <a:defRPr/>
            </a:lvl2pPr>
            <a:lvl3pPr marL="628650" indent="0">
              <a:buNone/>
              <a:defRPr/>
            </a:lvl3pPr>
            <a:lvl4pPr marL="858838" indent="0">
              <a:buNone/>
              <a:defRPr/>
            </a:lvl4pPr>
            <a:lvl5pPr marL="1030288" indent="0">
              <a:buNone/>
              <a:defRPr/>
            </a:lvl5pPr>
          </a:lstStyle>
          <a:p>
            <a:pPr lvl="0"/>
            <a:r>
              <a:rPr lang="en-US"/>
              <a:t>Click photo icon to add logo</a:t>
            </a:r>
          </a:p>
        </p:txBody>
      </p:sp>
      <p:sp>
        <p:nvSpPr>
          <p:cNvPr id="11" name="Content Placeholder 7">
            <a:extLst>
              <a:ext uri="{FF2B5EF4-FFF2-40B4-BE49-F238E27FC236}">
                <a16:creationId xmlns:a16="http://schemas.microsoft.com/office/drawing/2014/main" id="{494B0474-3C2B-4A1F-847C-77DB62476761}"/>
              </a:ext>
            </a:extLst>
          </p:cNvPr>
          <p:cNvSpPr>
            <a:spLocks noGrp="1"/>
          </p:cNvSpPr>
          <p:nvPr>
            <p:ph sz="quarter" idx="16" hasCustomPrompt="1"/>
          </p:nvPr>
        </p:nvSpPr>
        <p:spPr>
          <a:xfrm>
            <a:off x="6645187" y="2194560"/>
            <a:ext cx="1828800" cy="1097280"/>
          </a:xfrm>
        </p:spPr>
        <p:txBody>
          <a:bodyPr>
            <a:noAutofit/>
          </a:bodyPr>
          <a:lstStyle>
            <a:lvl1pPr marL="0" indent="0">
              <a:buNone/>
              <a:defRPr sz="11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85750" indent="0">
              <a:buNone/>
              <a:defRPr/>
            </a:lvl2pPr>
            <a:lvl3pPr marL="628650" indent="0">
              <a:buNone/>
              <a:defRPr/>
            </a:lvl3pPr>
            <a:lvl4pPr marL="858838" indent="0">
              <a:buNone/>
              <a:defRPr/>
            </a:lvl4pPr>
            <a:lvl5pPr marL="1030288" indent="0">
              <a:buNone/>
              <a:defRPr/>
            </a:lvl5pPr>
          </a:lstStyle>
          <a:p>
            <a:pPr lvl="0"/>
            <a:r>
              <a:rPr lang="en-US"/>
              <a:t>Click photo icon to add logo</a:t>
            </a:r>
          </a:p>
        </p:txBody>
      </p:sp>
      <p:sp>
        <p:nvSpPr>
          <p:cNvPr id="12" name="Content Placeholder 7">
            <a:extLst>
              <a:ext uri="{FF2B5EF4-FFF2-40B4-BE49-F238E27FC236}">
                <a16:creationId xmlns:a16="http://schemas.microsoft.com/office/drawing/2014/main" id="{6B3D3A2C-F2FE-4E58-9179-32ACA63A87E0}"/>
              </a:ext>
            </a:extLst>
          </p:cNvPr>
          <p:cNvSpPr>
            <a:spLocks noGrp="1"/>
          </p:cNvSpPr>
          <p:nvPr>
            <p:ph sz="quarter" idx="17" hasCustomPrompt="1"/>
          </p:nvPr>
        </p:nvSpPr>
        <p:spPr>
          <a:xfrm>
            <a:off x="790841" y="4059936"/>
            <a:ext cx="1828800" cy="1097280"/>
          </a:xfrm>
        </p:spPr>
        <p:txBody>
          <a:bodyPr>
            <a:noAutofit/>
          </a:bodyPr>
          <a:lstStyle>
            <a:lvl1pPr marL="0" indent="0">
              <a:buNone/>
              <a:defRPr sz="11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85750" indent="0">
              <a:buNone/>
              <a:defRPr/>
            </a:lvl2pPr>
            <a:lvl3pPr marL="628650" indent="0">
              <a:buNone/>
              <a:defRPr/>
            </a:lvl3pPr>
            <a:lvl4pPr marL="858838" indent="0">
              <a:buNone/>
              <a:defRPr/>
            </a:lvl4pPr>
            <a:lvl5pPr marL="1030288" indent="0">
              <a:buNone/>
              <a:defRPr/>
            </a:lvl5pPr>
          </a:lstStyle>
          <a:p>
            <a:pPr lvl="0"/>
            <a:r>
              <a:rPr lang="en-US"/>
              <a:t>Click photo icon to add logo</a:t>
            </a:r>
          </a:p>
        </p:txBody>
      </p:sp>
      <p:sp>
        <p:nvSpPr>
          <p:cNvPr id="13" name="Content Placeholder 7">
            <a:extLst>
              <a:ext uri="{FF2B5EF4-FFF2-40B4-BE49-F238E27FC236}">
                <a16:creationId xmlns:a16="http://schemas.microsoft.com/office/drawing/2014/main" id="{D9DA6D6E-7CB2-43EC-A618-77FD5AC68695}"/>
              </a:ext>
            </a:extLst>
          </p:cNvPr>
          <p:cNvSpPr>
            <a:spLocks noGrp="1"/>
          </p:cNvSpPr>
          <p:nvPr>
            <p:ph sz="quarter" idx="18" hasCustomPrompt="1"/>
          </p:nvPr>
        </p:nvSpPr>
        <p:spPr>
          <a:xfrm>
            <a:off x="9572359" y="4059936"/>
            <a:ext cx="1828800" cy="1097280"/>
          </a:xfrm>
        </p:spPr>
        <p:txBody>
          <a:bodyPr>
            <a:noAutofit/>
          </a:bodyPr>
          <a:lstStyle>
            <a:lvl1pPr marL="0" indent="0">
              <a:buNone/>
              <a:defRPr sz="11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85750" indent="0">
              <a:buNone/>
              <a:defRPr/>
            </a:lvl2pPr>
            <a:lvl3pPr marL="628650" indent="0">
              <a:buNone/>
              <a:defRPr/>
            </a:lvl3pPr>
            <a:lvl4pPr marL="858838" indent="0">
              <a:buNone/>
              <a:defRPr/>
            </a:lvl4pPr>
            <a:lvl5pPr marL="1030288" indent="0">
              <a:buNone/>
              <a:defRPr/>
            </a:lvl5pPr>
          </a:lstStyle>
          <a:p>
            <a:pPr lvl="0"/>
            <a:r>
              <a:rPr lang="en-US"/>
              <a:t>Click photo icon to add logo</a:t>
            </a:r>
          </a:p>
        </p:txBody>
      </p:sp>
      <p:sp>
        <p:nvSpPr>
          <p:cNvPr id="14" name="Content Placeholder 7">
            <a:extLst>
              <a:ext uri="{FF2B5EF4-FFF2-40B4-BE49-F238E27FC236}">
                <a16:creationId xmlns:a16="http://schemas.microsoft.com/office/drawing/2014/main" id="{DD3BB708-38D6-4216-8681-62B5B1293221}"/>
              </a:ext>
            </a:extLst>
          </p:cNvPr>
          <p:cNvSpPr>
            <a:spLocks noGrp="1"/>
          </p:cNvSpPr>
          <p:nvPr>
            <p:ph sz="quarter" idx="19" hasCustomPrompt="1"/>
          </p:nvPr>
        </p:nvSpPr>
        <p:spPr>
          <a:xfrm>
            <a:off x="3718014" y="4059936"/>
            <a:ext cx="1828800" cy="1097280"/>
          </a:xfrm>
        </p:spPr>
        <p:txBody>
          <a:bodyPr>
            <a:noAutofit/>
          </a:bodyPr>
          <a:lstStyle>
            <a:lvl1pPr marL="0" indent="0">
              <a:buNone/>
              <a:defRPr sz="11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85750" indent="0">
              <a:buNone/>
              <a:defRPr/>
            </a:lvl2pPr>
            <a:lvl3pPr marL="628650" indent="0">
              <a:buNone/>
              <a:defRPr/>
            </a:lvl3pPr>
            <a:lvl4pPr marL="858838" indent="0">
              <a:buNone/>
              <a:defRPr/>
            </a:lvl4pPr>
            <a:lvl5pPr marL="1030288" indent="0">
              <a:buNone/>
              <a:defRPr/>
            </a:lvl5pPr>
          </a:lstStyle>
          <a:p>
            <a:pPr lvl="0"/>
            <a:r>
              <a:rPr lang="en-US"/>
              <a:t>Click photo icon to add logo</a:t>
            </a:r>
          </a:p>
        </p:txBody>
      </p:sp>
      <p:sp>
        <p:nvSpPr>
          <p:cNvPr id="15" name="Content Placeholder 7">
            <a:extLst>
              <a:ext uri="{FF2B5EF4-FFF2-40B4-BE49-F238E27FC236}">
                <a16:creationId xmlns:a16="http://schemas.microsoft.com/office/drawing/2014/main" id="{D95B1CF7-30AD-446D-BB48-437779BB20A2}"/>
              </a:ext>
            </a:extLst>
          </p:cNvPr>
          <p:cNvSpPr>
            <a:spLocks noGrp="1"/>
          </p:cNvSpPr>
          <p:nvPr>
            <p:ph sz="quarter" idx="20" hasCustomPrompt="1"/>
          </p:nvPr>
        </p:nvSpPr>
        <p:spPr>
          <a:xfrm>
            <a:off x="6645187" y="4059936"/>
            <a:ext cx="1828800" cy="1097280"/>
          </a:xfrm>
        </p:spPr>
        <p:txBody>
          <a:bodyPr>
            <a:noAutofit/>
          </a:bodyPr>
          <a:lstStyle>
            <a:lvl1pPr marL="0" indent="0">
              <a:buNone/>
              <a:defRPr sz="11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85750" indent="0">
              <a:buNone/>
              <a:defRPr/>
            </a:lvl2pPr>
            <a:lvl3pPr marL="628650" indent="0">
              <a:buNone/>
              <a:defRPr/>
            </a:lvl3pPr>
            <a:lvl4pPr marL="858838" indent="0">
              <a:buNone/>
              <a:defRPr/>
            </a:lvl4pPr>
            <a:lvl5pPr marL="1030288" indent="0">
              <a:buNone/>
              <a:defRPr/>
            </a:lvl5pPr>
          </a:lstStyle>
          <a:p>
            <a:pPr lvl="0"/>
            <a:r>
              <a:rPr lang="en-US"/>
              <a:t>Click photo icon to add logo</a:t>
            </a:r>
          </a:p>
        </p:txBody>
      </p:sp>
    </p:spTree>
    <p:extLst>
      <p:ext uri="{BB962C8B-B14F-4D97-AF65-F5344CB8AC3E}">
        <p14:creationId xmlns:p14="http://schemas.microsoft.com/office/powerpoint/2010/main" val="3884084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type="twoObj" preserve="1">
  <p:cSld name="Two Content with Bulle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A4C8A-667C-40C7-9A6D-BA3F977C5FDD}"/>
              </a:ext>
            </a:extLst>
          </p:cNvPr>
          <p:cNvSpPr>
            <a:spLocks noGrp="1"/>
          </p:cNvSpPr>
          <p:nvPr>
            <p:ph type="title" hasCustomPrompt="1"/>
          </p:nvPr>
        </p:nvSpPr>
        <p:spPr>
          <a:xfrm>
            <a:off x="539262" y="914401"/>
            <a:ext cx="10972800" cy="535531"/>
          </a:xfrm>
          <a:prstGeom prst="rect">
            <a:avLst/>
          </a:prstGeom>
        </p:spPr>
        <p:txBody>
          <a:bodyPr>
            <a:noAutofit/>
          </a:bodyPr>
          <a:lstStyle>
            <a:lvl1pPr>
              <a:defRPr sz="32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Two-column with bullets layout</a:t>
            </a:r>
          </a:p>
        </p:txBody>
      </p:sp>
      <p:sp>
        <p:nvSpPr>
          <p:cNvPr id="3" name="Content Placeholder 2">
            <a:extLst>
              <a:ext uri="{FF2B5EF4-FFF2-40B4-BE49-F238E27FC236}">
                <a16:creationId xmlns:a16="http://schemas.microsoft.com/office/drawing/2014/main" id="{9B10331E-4F8F-4DEC-91C1-F631560E6601}"/>
              </a:ext>
            </a:extLst>
          </p:cNvPr>
          <p:cNvSpPr>
            <a:spLocks noGrp="1"/>
          </p:cNvSpPr>
          <p:nvPr>
            <p:ph sz="half" idx="1" hasCustomPrompt="1"/>
          </p:nvPr>
        </p:nvSpPr>
        <p:spPr>
          <a:xfrm>
            <a:off x="609600" y="1714500"/>
            <a:ext cx="5248274" cy="1983107"/>
          </a:xfrm>
        </p:spPr>
        <p:txBody>
          <a:bodyPr/>
          <a:lstStyle>
            <a:lvl1pPr marL="342900" indent="-342900">
              <a:buFont typeface="Arial" panose="020B0604020202020204" pitchFamily="34" charset="0"/>
              <a:buChar char="•"/>
              <a:defRPr sz="24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800100" indent="-342900">
              <a:buFont typeface="Arial" panose="020B0604020202020204" pitchFamily="34" charset="0"/>
              <a:buChar char="•"/>
              <a:defRPr sz="2000" b="0" i="0">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1200150" indent="-285750">
              <a:buFont typeface="Arial" panose="020B0604020202020204" pitchFamily="34" charset="0"/>
              <a:buChar char="•"/>
              <a:defRPr sz="1800" b="0" i="0">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1657350" indent="-285750">
              <a:buFont typeface="Arial" panose="020B0604020202020204" pitchFamily="34" charset="0"/>
              <a:buChar char="•"/>
              <a:defRPr sz="1600" b="0" i="0">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2114550" indent="-285750">
              <a:buFont typeface="Arial" panose="020B0604020202020204" pitchFamily="34" charset="0"/>
              <a:buChar char="•"/>
              <a:defRPr sz="1600" b="0" i="0">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a:t>Enter text or click icon to add media</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F72257F-5E84-444A-B9C4-CCB856025EB2}"/>
              </a:ext>
            </a:extLst>
          </p:cNvPr>
          <p:cNvSpPr>
            <a:spLocks noGrp="1"/>
          </p:cNvSpPr>
          <p:nvPr>
            <p:ph sz="half" idx="2" hasCustomPrompt="1"/>
          </p:nvPr>
        </p:nvSpPr>
        <p:spPr>
          <a:xfrm>
            <a:off x="6334125" y="1714500"/>
            <a:ext cx="5248276" cy="1983107"/>
          </a:xfrm>
        </p:spPr>
        <p:txBody>
          <a:bodyPr/>
          <a:lstStyle>
            <a:lvl1pPr marL="342900" indent="-342900">
              <a:buFont typeface="Arial" panose="020B0604020202020204" pitchFamily="34" charset="0"/>
              <a:buChar char="•"/>
              <a:defRPr sz="24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800100" indent="-342900">
              <a:buFont typeface="Arial" panose="020B0604020202020204" pitchFamily="34" charset="0"/>
              <a:buChar char="•"/>
              <a:defRPr sz="2000" b="0" i="0">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1200150" indent="-285750">
              <a:buFont typeface="Arial" panose="020B0604020202020204" pitchFamily="34" charset="0"/>
              <a:buChar char="•"/>
              <a:defRPr sz="1800" b="0" i="0">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1657350" indent="-285750">
              <a:buFont typeface="Arial" panose="020B0604020202020204" pitchFamily="34" charset="0"/>
              <a:buChar char="•"/>
              <a:defRPr sz="1600" b="0" i="0">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2114550" indent="-285750">
              <a:buFont typeface="Arial" panose="020B0604020202020204" pitchFamily="34" charset="0"/>
              <a:buChar char="•"/>
              <a:defRPr sz="1600" b="0" i="0">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a:t>Enter text or click icon to add media</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3285F99-D5A6-480F-A674-A76B9194560B}"/>
              </a:ext>
            </a:extLst>
          </p:cNvPr>
          <p:cNvSpPr>
            <a:spLocks noGrp="1"/>
          </p:cNvSpPr>
          <p:nvPr>
            <p:ph type="dt" sz="half" idx="10"/>
          </p:nvPr>
        </p:nvSpPr>
        <p:spPr/>
        <p:txBody>
          <a:bodyPr/>
          <a:lstStyle>
            <a:lvl1pPr>
              <a:defRPr b="0" i="0">
                <a:latin typeface="Amazon Ember Display" panose="020F0603020204020204" pitchFamily="34" charset="0"/>
              </a:defRPr>
            </a:lvl1pPr>
          </a:lstStyle>
          <a:p>
            <a:fld id="{9C031CC3-E800-D94E-ACE2-59E99B1146F6}" type="datetime1">
              <a:rPr lang="en-US" smtClean="0"/>
              <a:pPr/>
              <a:t>5/14/26</a:t>
            </a:fld>
            <a:endParaRPr lang="en-US"/>
          </a:p>
        </p:txBody>
      </p:sp>
      <p:sp>
        <p:nvSpPr>
          <p:cNvPr id="6" name="Footer Placeholder 5">
            <a:extLst>
              <a:ext uri="{FF2B5EF4-FFF2-40B4-BE49-F238E27FC236}">
                <a16:creationId xmlns:a16="http://schemas.microsoft.com/office/drawing/2014/main" id="{A46AC62E-3DD2-43DB-9AAA-009DDB88F8DD}"/>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7" name="Slide Number Placeholder 6">
            <a:extLst>
              <a:ext uri="{FF2B5EF4-FFF2-40B4-BE49-F238E27FC236}">
                <a16:creationId xmlns:a16="http://schemas.microsoft.com/office/drawing/2014/main" id="{0BB9EF5C-832F-4F15-B95C-60157E7BD831}"/>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346060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wo Content with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A4C8A-667C-40C7-9A6D-BA3F977C5FDD}"/>
              </a:ext>
            </a:extLst>
          </p:cNvPr>
          <p:cNvSpPr>
            <a:spLocks noGrp="1"/>
          </p:cNvSpPr>
          <p:nvPr>
            <p:ph type="title" hasCustomPrompt="1"/>
          </p:nvPr>
        </p:nvSpPr>
        <p:spPr>
          <a:xfrm>
            <a:off x="539262" y="914401"/>
            <a:ext cx="10972800" cy="535531"/>
          </a:xfrm>
          <a:prstGeom prst="rect">
            <a:avLst/>
          </a:prstGeom>
        </p:spPr>
        <p:txBody>
          <a:bodyPr>
            <a:noAutofit/>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Two-column with subtitle layout</a:t>
            </a:r>
          </a:p>
        </p:txBody>
      </p:sp>
      <p:sp>
        <p:nvSpPr>
          <p:cNvPr id="3" name="Content Placeholder 2">
            <a:extLst>
              <a:ext uri="{FF2B5EF4-FFF2-40B4-BE49-F238E27FC236}">
                <a16:creationId xmlns:a16="http://schemas.microsoft.com/office/drawing/2014/main" id="{9B10331E-4F8F-4DEC-91C1-F631560E6601}"/>
              </a:ext>
            </a:extLst>
          </p:cNvPr>
          <p:cNvSpPr>
            <a:spLocks noGrp="1"/>
          </p:cNvSpPr>
          <p:nvPr>
            <p:ph sz="half" idx="1" hasCustomPrompt="1"/>
          </p:nvPr>
        </p:nvSpPr>
        <p:spPr>
          <a:xfrm>
            <a:off x="609600" y="2133600"/>
            <a:ext cx="5248274" cy="2574038"/>
          </a:xfrm>
        </p:spPr>
        <p:txBody>
          <a:bodyPr/>
          <a:lstStyle>
            <a:lvl1pPr marL="0" indent="0">
              <a:spcAft>
                <a:spcPts val="1800"/>
              </a:spcAft>
              <a:buNone/>
              <a:defRPr sz="24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85750" indent="0">
              <a:spcAft>
                <a:spcPts val="1800"/>
              </a:spcAft>
              <a:buNone/>
              <a:defRPr sz="2000" b="0" i="0">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28650" indent="0">
              <a:spcAft>
                <a:spcPts val="1800"/>
              </a:spcAft>
              <a:buNone/>
              <a:defRPr sz="1800" b="0" i="0">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0">
              <a:spcAft>
                <a:spcPts val="1800"/>
              </a:spcAft>
              <a:buNone/>
              <a:defRPr sz="1600" b="0" i="0">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3000" indent="0">
              <a:spcAft>
                <a:spcPts val="1800"/>
              </a:spcAft>
              <a:buNone/>
              <a:defRPr sz="1600" b="0" i="0">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a:t>Enter text or click icon to add media</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F72257F-5E84-444A-B9C4-CCB856025EB2}"/>
              </a:ext>
            </a:extLst>
          </p:cNvPr>
          <p:cNvSpPr>
            <a:spLocks noGrp="1"/>
          </p:cNvSpPr>
          <p:nvPr>
            <p:ph sz="half" idx="2" hasCustomPrompt="1"/>
          </p:nvPr>
        </p:nvSpPr>
        <p:spPr>
          <a:xfrm>
            <a:off x="6334125" y="2133598"/>
            <a:ext cx="5248276" cy="2574038"/>
          </a:xfrm>
        </p:spPr>
        <p:txBody>
          <a:bodyPr/>
          <a:lstStyle>
            <a:lvl1pPr marL="0" indent="0">
              <a:spcAft>
                <a:spcPts val="1800"/>
              </a:spcAft>
              <a:buNone/>
              <a:defRPr sz="24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85750" indent="0">
              <a:spcAft>
                <a:spcPts val="1800"/>
              </a:spcAft>
              <a:buNone/>
              <a:defRPr sz="2000" b="0" i="0">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28650" indent="0">
              <a:spcAft>
                <a:spcPts val="1800"/>
              </a:spcAft>
              <a:buNone/>
              <a:defRPr sz="1800" b="0" i="0">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0">
              <a:spcAft>
                <a:spcPts val="1800"/>
              </a:spcAft>
              <a:buNone/>
              <a:defRPr sz="1600" b="0" i="0">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3000" indent="0">
              <a:spcAft>
                <a:spcPts val="1800"/>
              </a:spcAft>
              <a:buNone/>
              <a:defRPr sz="1600" b="0" i="0">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a:t>Enter text or click icon to add media</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29D7037-6014-41C7-AAA4-041F7B6E5108}"/>
              </a:ext>
            </a:extLst>
          </p:cNvPr>
          <p:cNvSpPr>
            <a:spLocks noGrp="1"/>
          </p:cNvSpPr>
          <p:nvPr>
            <p:ph type="body" sz="quarter" idx="10" hasCustomPrompt="1"/>
          </p:nvPr>
        </p:nvSpPr>
        <p:spPr>
          <a:xfrm>
            <a:off x="619125" y="1455968"/>
            <a:ext cx="10972800" cy="341632"/>
          </a:xfrm>
        </p:spPr>
        <p:txBody>
          <a:bodyPr/>
          <a:lstStyle>
            <a:lvl1pPr marL="0" indent="0">
              <a:buNone/>
              <a:defRPr lang="en-US" sz="1800" b="0" i="0" kern="1200" cap="none" spc="0" baseline="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Enter subtitle</a:t>
            </a:r>
          </a:p>
        </p:txBody>
      </p:sp>
      <p:sp>
        <p:nvSpPr>
          <p:cNvPr id="6" name="Date Placeholder 5">
            <a:extLst>
              <a:ext uri="{FF2B5EF4-FFF2-40B4-BE49-F238E27FC236}">
                <a16:creationId xmlns:a16="http://schemas.microsoft.com/office/drawing/2014/main" id="{B7882DCB-3FBB-4107-96D9-358054987DA9}"/>
              </a:ext>
            </a:extLst>
          </p:cNvPr>
          <p:cNvSpPr>
            <a:spLocks noGrp="1"/>
          </p:cNvSpPr>
          <p:nvPr>
            <p:ph type="dt" sz="half" idx="11"/>
          </p:nvPr>
        </p:nvSpPr>
        <p:spPr/>
        <p:txBody>
          <a:bodyPr/>
          <a:lstStyle>
            <a:lvl1pPr>
              <a:defRPr b="0" i="0">
                <a:latin typeface="Amazon Ember Display" panose="020F0603020204020204" pitchFamily="34" charset="0"/>
              </a:defRPr>
            </a:lvl1pPr>
          </a:lstStyle>
          <a:p>
            <a:fld id="{344B5C68-7AAF-714C-BA5C-79EE2A2BF521}" type="datetime1">
              <a:rPr lang="en-US" smtClean="0"/>
              <a:pPr/>
              <a:t>5/14/26</a:t>
            </a:fld>
            <a:endParaRPr lang="en-US"/>
          </a:p>
        </p:txBody>
      </p:sp>
      <p:sp>
        <p:nvSpPr>
          <p:cNvPr id="7" name="Footer Placeholder 6">
            <a:extLst>
              <a:ext uri="{FF2B5EF4-FFF2-40B4-BE49-F238E27FC236}">
                <a16:creationId xmlns:a16="http://schemas.microsoft.com/office/drawing/2014/main" id="{DE50B923-C7E4-4160-8DCE-6199F6C430EF}"/>
              </a:ext>
            </a:extLst>
          </p:cNvPr>
          <p:cNvSpPr>
            <a:spLocks noGrp="1"/>
          </p:cNvSpPr>
          <p:nvPr>
            <p:ph type="ftr" sz="quarter" idx="12"/>
          </p:nvPr>
        </p:nvSpPr>
        <p:spPr/>
        <p:txBody>
          <a:bodyPr/>
          <a:lstStyle>
            <a:lvl1pPr>
              <a:defRPr b="0" i="0">
                <a:latin typeface="Amazon Ember Display" panose="020F0603020204020204" pitchFamily="34" charset="0"/>
              </a:defRPr>
            </a:lvl1pPr>
          </a:lstStyle>
          <a:p>
            <a:endParaRPr lang="en-US"/>
          </a:p>
        </p:txBody>
      </p:sp>
      <p:sp>
        <p:nvSpPr>
          <p:cNvPr id="8" name="Slide Number Placeholder 7">
            <a:extLst>
              <a:ext uri="{FF2B5EF4-FFF2-40B4-BE49-F238E27FC236}">
                <a16:creationId xmlns:a16="http://schemas.microsoft.com/office/drawing/2014/main" id="{C6778C9A-1C98-4EC3-A992-895A3DF0E693}"/>
              </a:ext>
            </a:extLst>
          </p:cNvPr>
          <p:cNvSpPr>
            <a:spLocks noGrp="1"/>
          </p:cNvSpPr>
          <p:nvPr>
            <p:ph type="sldNum" sz="quarter" idx="13"/>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1149554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guide id="2" orient="horz" pos="840">
          <p15:clr>
            <a:srgbClr val="9FCC3B"/>
          </p15:clr>
        </p15:guide>
        <p15:guide id="3" orient="horz" pos="1128">
          <p15:clr>
            <a:srgbClr val="9FCC3B"/>
          </p15:clr>
        </p15:guide>
        <p15:guide id="4" orient="horz" pos="1344">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wo Content, Subtitle, and Bulle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A4C8A-667C-40C7-9A6D-BA3F977C5FDD}"/>
              </a:ext>
            </a:extLst>
          </p:cNvPr>
          <p:cNvSpPr>
            <a:spLocks noGrp="1"/>
          </p:cNvSpPr>
          <p:nvPr>
            <p:ph type="title" hasCustomPrompt="1"/>
          </p:nvPr>
        </p:nvSpPr>
        <p:spPr>
          <a:xfrm>
            <a:off x="539262" y="914401"/>
            <a:ext cx="10972800" cy="535531"/>
          </a:xfrm>
          <a:prstGeom prst="rect">
            <a:avLst/>
          </a:prstGeom>
        </p:spPr>
        <p:txBody>
          <a:bodyPr>
            <a:noAutofit/>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Two-column, subtitle, bullets layout</a:t>
            </a:r>
          </a:p>
        </p:txBody>
      </p:sp>
      <p:sp>
        <p:nvSpPr>
          <p:cNvPr id="3" name="Content Placeholder 2">
            <a:extLst>
              <a:ext uri="{FF2B5EF4-FFF2-40B4-BE49-F238E27FC236}">
                <a16:creationId xmlns:a16="http://schemas.microsoft.com/office/drawing/2014/main" id="{9B10331E-4F8F-4DEC-91C1-F631560E6601}"/>
              </a:ext>
            </a:extLst>
          </p:cNvPr>
          <p:cNvSpPr>
            <a:spLocks noGrp="1"/>
          </p:cNvSpPr>
          <p:nvPr>
            <p:ph sz="half" idx="1" hasCustomPrompt="1"/>
          </p:nvPr>
        </p:nvSpPr>
        <p:spPr>
          <a:xfrm>
            <a:off x="609600" y="2133601"/>
            <a:ext cx="5248274" cy="1983107"/>
          </a:xfrm>
        </p:spPr>
        <p:txBody>
          <a:bodyPr/>
          <a:lstStyle>
            <a:lvl1pPr marL="342900" indent="-342900">
              <a:buFont typeface="Arial" panose="020B0604020202020204" pitchFamily="34" charset="0"/>
              <a:buChar char="•"/>
              <a:defRPr sz="24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800100" indent="-342900">
              <a:buFont typeface="Arial" panose="020B0604020202020204" pitchFamily="34" charset="0"/>
              <a:buChar char="•"/>
              <a:defRPr sz="2000" b="0" i="0">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1200150" indent="-285750">
              <a:buFont typeface="Arial" panose="020B0604020202020204" pitchFamily="34" charset="0"/>
              <a:buChar char="•"/>
              <a:defRPr sz="1800" b="0" i="0">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1657350" indent="-285750">
              <a:buFont typeface="Arial" panose="020B0604020202020204" pitchFamily="34" charset="0"/>
              <a:buChar char="•"/>
              <a:defRPr sz="1600" b="0" i="0">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2114550" indent="-285750">
              <a:buFont typeface="Arial" panose="020B0604020202020204" pitchFamily="34" charset="0"/>
              <a:buChar char="•"/>
              <a:defRPr sz="1600" b="0" i="0">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a:t>Enter text or click icon to add media</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F72257F-5E84-444A-B9C4-CCB856025EB2}"/>
              </a:ext>
            </a:extLst>
          </p:cNvPr>
          <p:cNvSpPr>
            <a:spLocks noGrp="1"/>
          </p:cNvSpPr>
          <p:nvPr>
            <p:ph sz="half" idx="2" hasCustomPrompt="1"/>
          </p:nvPr>
        </p:nvSpPr>
        <p:spPr>
          <a:xfrm>
            <a:off x="6334125" y="2133600"/>
            <a:ext cx="5248276" cy="1983107"/>
          </a:xfrm>
        </p:spPr>
        <p:txBody>
          <a:bodyPr/>
          <a:lstStyle>
            <a:lvl1pPr marL="342900" indent="-342900">
              <a:buFont typeface="Arial" panose="020B0604020202020204" pitchFamily="34" charset="0"/>
              <a:buChar char="•"/>
              <a:defRPr sz="24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800100" indent="-342900">
              <a:buFont typeface="Arial" panose="020B0604020202020204" pitchFamily="34" charset="0"/>
              <a:buChar char="•"/>
              <a:defRPr sz="2000" b="0" i="0">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1200150" indent="-285750">
              <a:buFont typeface="Arial" panose="020B0604020202020204" pitchFamily="34" charset="0"/>
              <a:buChar char="•"/>
              <a:defRPr sz="1800" b="0" i="0">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1657350" indent="-285750">
              <a:buFont typeface="Arial" panose="020B0604020202020204" pitchFamily="34" charset="0"/>
              <a:buChar char="•"/>
              <a:defRPr sz="1600" b="0" i="0">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2114550" indent="-285750">
              <a:buFont typeface="Arial" panose="020B0604020202020204" pitchFamily="34" charset="0"/>
              <a:buChar char="•"/>
              <a:defRPr sz="1600" b="0" i="0">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a:t>Enter text or click icon to add media</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48919E-8A8C-4C90-854E-20FDD2FCCD9E}"/>
              </a:ext>
            </a:extLst>
          </p:cNvPr>
          <p:cNvSpPr>
            <a:spLocks noGrp="1"/>
          </p:cNvSpPr>
          <p:nvPr>
            <p:ph type="body" sz="quarter" idx="10" hasCustomPrompt="1"/>
          </p:nvPr>
        </p:nvSpPr>
        <p:spPr>
          <a:xfrm>
            <a:off x="619125" y="1455968"/>
            <a:ext cx="10972800" cy="341632"/>
          </a:xfrm>
        </p:spPr>
        <p:txBody>
          <a:bodyPr/>
          <a:lstStyle>
            <a:lvl1pPr marL="0" indent="0">
              <a:buNone/>
              <a:defRPr lang="en-US" sz="1800" b="0" i="0" kern="1200" cap="none" spc="0" baseline="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Enter subtitle</a:t>
            </a:r>
          </a:p>
        </p:txBody>
      </p:sp>
      <p:sp>
        <p:nvSpPr>
          <p:cNvPr id="6" name="Date Placeholder 5">
            <a:extLst>
              <a:ext uri="{FF2B5EF4-FFF2-40B4-BE49-F238E27FC236}">
                <a16:creationId xmlns:a16="http://schemas.microsoft.com/office/drawing/2014/main" id="{CFEA9DE9-1720-43CB-BEB4-4A471EA86C1F}"/>
              </a:ext>
            </a:extLst>
          </p:cNvPr>
          <p:cNvSpPr>
            <a:spLocks noGrp="1"/>
          </p:cNvSpPr>
          <p:nvPr>
            <p:ph type="dt" sz="half" idx="11"/>
          </p:nvPr>
        </p:nvSpPr>
        <p:spPr/>
        <p:txBody>
          <a:bodyPr/>
          <a:lstStyle>
            <a:lvl1pPr>
              <a:defRPr b="0" i="0">
                <a:latin typeface="Amazon Ember Display" panose="020F0603020204020204" pitchFamily="34" charset="0"/>
              </a:defRPr>
            </a:lvl1pPr>
          </a:lstStyle>
          <a:p>
            <a:fld id="{122D055C-F955-814B-8E36-6633B2B2BF72}" type="datetime1">
              <a:rPr lang="en-US" smtClean="0"/>
              <a:pPr/>
              <a:t>5/14/26</a:t>
            </a:fld>
            <a:endParaRPr lang="en-US"/>
          </a:p>
        </p:txBody>
      </p:sp>
      <p:sp>
        <p:nvSpPr>
          <p:cNvPr id="7" name="Footer Placeholder 6">
            <a:extLst>
              <a:ext uri="{FF2B5EF4-FFF2-40B4-BE49-F238E27FC236}">
                <a16:creationId xmlns:a16="http://schemas.microsoft.com/office/drawing/2014/main" id="{C644196F-CE34-473D-A802-821F7968F214}"/>
              </a:ext>
            </a:extLst>
          </p:cNvPr>
          <p:cNvSpPr>
            <a:spLocks noGrp="1"/>
          </p:cNvSpPr>
          <p:nvPr>
            <p:ph type="ftr" sz="quarter" idx="12"/>
          </p:nvPr>
        </p:nvSpPr>
        <p:spPr/>
        <p:txBody>
          <a:bodyPr/>
          <a:lstStyle>
            <a:lvl1pPr>
              <a:defRPr b="0" i="0">
                <a:latin typeface="Amazon Ember Display" panose="020F0603020204020204" pitchFamily="34" charset="0"/>
              </a:defRPr>
            </a:lvl1pPr>
          </a:lstStyle>
          <a:p>
            <a:endParaRPr lang="en-US"/>
          </a:p>
        </p:txBody>
      </p:sp>
      <p:sp>
        <p:nvSpPr>
          <p:cNvPr id="8" name="Slide Number Placeholder 7">
            <a:extLst>
              <a:ext uri="{FF2B5EF4-FFF2-40B4-BE49-F238E27FC236}">
                <a16:creationId xmlns:a16="http://schemas.microsoft.com/office/drawing/2014/main" id="{AF4E16D6-76D0-4B95-931F-9F32F34A84E0}"/>
              </a:ext>
            </a:extLst>
          </p:cNvPr>
          <p:cNvSpPr>
            <a:spLocks noGrp="1"/>
          </p:cNvSpPr>
          <p:nvPr>
            <p:ph type="sldNum" sz="quarter" idx="13"/>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1449691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guide id="2" orient="horz" pos="840">
          <p15:clr>
            <a:srgbClr val="9FCC3B"/>
          </p15:clr>
        </p15:guide>
        <p15:guide id="3" orient="horz" pos="1128">
          <p15:clr>
            <a:srgbClr val="9FCC3B"/>
          </p15:clr>
        </p15:guide>
        <p15:guide id="4" orient="horz" pos="1344">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81763FF7-5605-71F8-6697-EB254219C7B0}"/>
              </a:ext>
            </a:extLst>
          </p:cNvPr>
          <p:cNvSpPr/>
          <p:nvPr userDrawn="1"/>
        </p:nvSpPr>
        <p:spPr>
          <a:xfrm>
            <a:off x="512957" y="501806"/>
            <a:ext cx="11240428" cy="5708494"/>
          </a:xfrm>
          <a:prstGeom prst="roundRect">
            <a:avLst>
              <a:gd name="adj" fmla="val 1532"/>
            </a:avLst>
          </a:prstGeom>
          <a:solidFill>
            <a:srgbClr val="1D262F"/>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b="0" i="0" err="1">
              <a:solidFill>
                <a:schemeClr val="tx1"/>
              </a:solidFill>
              <a:latin typeface="Amazon Ember Display" panose="020F0603020204020204" pitchFamily="34" charset="0"/>
            </a:endParaRPr>
          </a:p>
        </p:txBody>
      </p:sp>
      <p:sp>
        <p:nvSpPr>
          <p:cNvPr id="9" name="Text Placeholder 8">
            <a:extLst>
              <a:ext uri="{FF2B5EF4-FFF2-40B4-BE49-F238E27FC236}">
                <a16:creationId xmlns:a16="http://schemas.microsoft.com/office/drawing/2014/main" id="{2CC38951-92FB-41A4-A9D4-F3B7D3577EC9}"/>
              </a:ext>
            </a:extLst>
          </p:cNvPr>
          <p:cNvSpPr>
            <a:spLocks noGrp="1"/>
          </p:cNvSpPr>
          <p:nvPr>
            <p:ph type="body" sz="quarter" idx="15" hasCustomPrompt="1"/>
          </p:nvPr>
        </p:nvSpPr>
        <p:spPr>
          <a:xfrm>
            <a:off x="1540082" y="4127500"/>
            <a:ext cx="8067261" cy="369332"/>
          </a:xfrm>
        </p:spPr>
        <p:txBody>
          <a:bodyPr/>
          <a:lstStyle>
            <a:lvl1pPr marL="0" indent="0">
              <a:spcAft>
                <a:spcPts val="0"/>
              </a:spcAft>
              <a:buNone/>
              <a:defRPr sz="20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a:t>Quoted person’s name</a:t>
            </a:r>
          </a:p>
        </p:txBody>
      </p:sp>
      <p:sp>
        <p:nvSpPr>
          <p:cNvPr id="11" name="Text Placeholder 10">
            <a:extLst>
              <a:ext uri="{FF2B5EF4-FFF2-40B4-BE49-F238E27FC236}">
                <a16:creationId xmlns:a16="http://schemas.microsoft.com/office/drawing/2014/main" id="{3C436BC0-B224-4E6F-99AF-155A3657C058}"/>
              </a:ext>
            </a:extLst>
          </p:cNvPr>
          <p:cNvSpPr>
            <a:spLocks noGrp="1"/>
          </p:cNvSpPr>
          <p:nvPr>
            <p:ph type="body" sz="quarter" idx="16" hasCustomPrompt="1"/>
          </p:nvPr>
        </p:nvSpPr>
        <p:spPr>
          <a:xfrm>
            <a:off x="1540082" y="4496832"/>
            <a:ext cx="8067261" cy="313932"/>
          </a:xfrm>
        </p:spPr>
        <p:txBody>
          <a:bodyPr/>
          <a:lstStyle>
            <a:lvl1pPr marL="0" indent="0">
              <a:buNone/>
              <a:defRPr sz="1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a:t>Quoted person’s affiliation</a:t>
            </a:r>
          </a:p>
        </p:txBody>
      </p:sp>
      <p:sp>
        <p:nvSpPr>
          <p:cNvPr id="3" name="Date Placeholder 2">
            <a:extLst>
              <a:ext uri="{FF2B5EF4-FFF2-40B4-BE49-F238E27FC236}">
                <a16:creationId xmlns:a16="http://schemas.microsoft.com/office/drawing/2014/main" id="{B11DEF90-4BC7-4449-B8ED-B9BEFD74704A}"/>
              </a:ext>
            </a:extLst>
          </p:cNvPr>
          <p:cNvSpPr>
            <a:spLocks noGrp="1"/>
          </p:cNvSpPr>
          <p:nvPr>
            <p:ph type="dt" sz="half" idx="17"/>
          </p:nvPr>
        </p:nvSpPr>
        <p:spPr/>
        <p:txBody>
          <a:bodyPr/>
          <a:lstStyle>
            <a:lvl1pPr>
              <a:defRPr b="0" i="0">
                <a:latin typeface="Amazon Ember Display" panose="020F0603020204020204" pitchFamily="34" charset="0"/>
              </a:defRPr>
            </a:lvl1pPr>
          </a:lstStyle>
          <a:p>
            <a:fld id="{82BEA218-CD6F-B44E-B26C-C64BF244E0F0}" type="datetime1">
              <a:rPr lang="en-US" smtClean="0"/>
              <a:pPr/>
              <a:t>5/14/26</a:t>
            </a:fld>
            <a:endParaRPr lang="en-US"/>
          </a:p>
        </p:txBody>
      </p:sp>
      <p:sp>
        <p:nvSpPr>
          <p:cNvPr id="4" name="Footer Placeholder 3">
            <a:extLst>
              <a:ext uri="{FF2B5EF4-FFF2-40B4-BE49-F238E27FC236}">
                <a16:creationId xmlns:a16="http://schemas.microsoft.com/office/drawing/2014/main" id="{580F1DAA-08EC-40A3-9CC6-57B8099A6FAA}"/>
              </a:ext>
            </a:extLst>
          </p:cNvPr>
          <p:cNvSpPr>
            <a:spLocks noGrp="1"/>
          </p:cNvSpPr>
          <p:nvPr>
            <p:ph type="ftr" sz="quarter" idx="18"/>
          </p:nvPr>
        </p:nvSpPr>
        <p:spPr/>
        <p:txBody>
          <a:bodyPr/>
          <a:lstStyle>
            <a:lvl1pPr>
              <a:defRPr b="0" i="0">
                <a:latin typeface="Amazon Ember Display" panose="020F0603020204020204" pitchFamily="34" charset="0"/>
              </a:defRPr>
            </a:lvl1pPr>
          </a:lstStyle>
          <a:p>
            <a:endParaRPr lang="en-US"/>
          </a:p>
        </p:txBody>
      </p:sp>
      <p:sp>
        <p:nvSpPr>
          <p:cNvPr id="5" name="Slide Number Placeholder 4">
            <a:extLst>
              <a:ext uri="{FF2B5EF4-FFF2-40B4-BE49-F238E27FC236}">
                <a16:creationId xmlns:a16="http://schemas.microsoft.com/office/drawing/2014/main" id="{18D867C9-C0CC-45E6-BDB6-5AAA8DF8A9C3}"/>
              </a:ext>
            </a:extLst>
          </p:cNvPr>
          <p:cNvSpPr>
            <a:spLocks noGrp="1"/>
          </p:cNvSpPr>
          <p:nvPr>
            <p:ph type="sldNum" sz="quarter" idx="19"/>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pic>
        <p:nvPicPr>
          <p:cNvPr id="15" name="Picture 14">
            <a:extLst>
              <a:ext uri="{FF2B5EF4-FFF2-40B4-BE49-F238E27FC236}">
                <a16:creationId xmlns:a16="http://schemas.microsoft.com/office/drawing/2014/main" id="{39B32C00-084F-28C0-BB8F-C28174CF1CE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65928" y="1942480"/>
            <a:ext cx="398998" cy="338709"/>
          </a:xfrm>
          <a:prstGeom prst="rect">
            <a:avLst/>
          </a:prstGeom>
        </p:spPr>
      </p:pic>
      <p:sp>
        <p:nvSpPr>
          <p:cNvPr id="16" name="Title 1">
            <a:extLst>
              <a:ext uri="{FF2B5EF4-FFF2-40B4-BE49-F238E27FC236}">
                <a16:creationId xmlns:a16="http://schemas.microsoft.com/office/drawing/2014/main" id="{B57A2FB6-579C-8BDA-C03C-733FDD502CE2}"/>
              </a:ext>
            </a:extLst>
          </p:cNvPr>
          <p:cNvSpPr>
            <a:spLocks noGrp="1"/>
          </p:cNvSpPr>
          <p:nvPr>
            <p:ph type="title" hasCustomPrompt="1"/>
          </p:nvPr>
        </p:nvSpPr>
        <p:spPr>
          <a:xfrm>
            <a:off x="1540082" y="1975199"/>
            <a:ext cx="8067261" cy="1920526"/>
          </a:xfrm>
          <a:prstGeom prst="rect">
            <a:avLst/>
          </a:prstGeom>
        </p:spPr>
        <p:txBody>
          <a:bodyPr anchor="b" anchorCtr="0"/>
          <a:lstStyle>
            <a:lvl1pPr>
              <a:defRPr sz="44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Enter quote here. Reposition quote mark graphics to frame the quote.</a:t>
            </a:r>
          </a:p>
        </p:txBody>
      </p:sp>
    </p:spTree>
    <p:extLst>
      <p:ext uri="{BB962C8B-B14F-4D97-AF65-F5344CB8AC3E}">
        <p14:creationId xmlns:p14="http://schemas.microsoft.com/office/powerpoint/2010/main" val="10038214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464" userDrawn="1">
          <p15:clr>
            <a:srgbClr val="FBAE40"/>
          </p15:clr>
        </p15:guide>
        <p15:guide id="2" orient="horz" pos="2592">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Quote Gradient 1">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E5C7669-14A6-5D54-857D-1FADC64750D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ext Placeholder 8">
            <a:extLst>
              <a:ext uri="{FF2B5EF4-FFF2-40B4-BE49-F238E27FC236}">
                <a16:creationId xmlns:a16="http://schemas.microsoft.com/office/drawing/2014/main" id="{2CC38951-92FB-41A4-A9D4-F3B7D3577EC9}"/>
              </a:ext>
            </a:extLst>
          </p:cNvPr>
          <p:cNvSpPr>
            <a:spLocks noGrp="1"/>
          </p:cNvSpPr>
          <p:nvPr>
            <p:ph type="body" sz="quarter" idx="15" hasCustomPrompt="1"/>
          </p:nvPr>
        </p:nvSpPr>
        <p:spPr>
          <a:xfrm>
            <a:off x="1540082" y="4127500"/>
            <a:ext cx="8067261" cy="369332"/>
          </a:xfrm>
        </p:spPr>
        <p:txBody>
          <a:bodyPr/>
          <a:lstStyle>
            <a:lvl1pPr marL="0" indent="0">
              <a:spcAft>
                <a:spcPts val="0"/>
              </a:spcAft>
              <a:buNone/>
              <a:defRPr sz="20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a:t>Quoted person’s name</a:t>
            </a:r>
          </a:p>
        </p:txBody>
      </p:sp>
      <p:sp>
        <p:nvSpPr>
          <p:cNvPr id="11" name="Text Placeholder 10">
            <a:extLst>
              <a:ext uri="{FF2B5EF4-FFF2-40B4-BE49-F238E27FC236}">
                <a16:creationId xmlns:a16="http://schemas.microsoft.com/office/drawing/2014/main" id="{3C436BC0-B224-4E6F-99AF-155A3657C058}"/>
              </a:ext>
            </a:extLst>
          </p:cNvPr>
          <p:cNvSpPr>
            <a:spLocks noGrp="1"/>
          </p:cNvSpPr>
          <p:nvPr>
            <p:ph type="body" sz="quarter" idx="16" hasCustomPrompt="1"/>
          </p:nvPr>
        </p:nvSpPr>
        <p:spPr>
          <a:xfrm>
            <a:off x="1540082" y="4496832"/>
            <a:ext cx="8067261" cy="313932"/>
          </a:xfrm>
        </p:spPr>
        <p:txBody>
          <a:bodyPr/>
          <a:lstStyle>
            <a:lvl1pPr marL="0" indent="0">
              <a:buNone/>
              <a:defRPr sz="1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a:t>Quoted person’s affiliation</a:t>
            </a:r>
          </a:p>
        </p:txBody>
      </p:sp>
      <p:sp>
        <p:nvSpPr>
          <p:cNvPr id="3" name="Date Placeholder 2">
            <a:extLst>
              <a:ext uri="{FF2B5EF4-FFF2-40B4-BE49-F238E27FC236}">
                <a16:creationId xmlns:a16="http://schemas.microsoft.com/office/drawing/2014/main" id="{B11DEF90-4BC7-4449-B8ED-B9BEFD74704A}"/>
              </a:ext>
            </a:extLst>
          </p:cNvPr>
          <p:cNvSpPr>
            <a:spLocks noGrp="1"/>
          </p:cNvSpPr>
          <p:nvPr>
            <p:ph type="dt" sz="half" idx="17"/>
          </p:nvPr>
        </p:nvSpPr>
        <p:spPr/>
        <p:txBody>
          <a:bodyPr/>
          <a:lstStyle>
            <a:lvl1pPr>
              <a:defRPr b="0" i="0">
                <a:latin typeface="Amazon Ember Display" panose="020F0603020204020204" pitchFamily="34" charset="0"/>
              </a:defRPr>
            </a:lvl1pPr>
          </a:lstStyle>
          <a:p>
            <a:fld id="{82BEA218-CD6F-B44E-B26C-C64BF244E0F0}" type="datetime1">
              <a:rPr lang="en-US" smtClean="0"/>
              <a:pPr/>
              <a:t>5/14/26</a:t>
            </a:fld>
            <a:endParaRPr lang="en-US"/>
          </a:p>
        </p:txBody>
      </p:sp>
      <p:sp>
        <p:nvSpPr>
          <p:cNvPr id="4" name="Footer Placeholder 3">
            <a:extLst>
              <a:ext uri="{FF2B5EF4-FFF2-40B4-BE49-F238E27FC236}">
                <a16:creationId xmlns:a16="http://schemas.microsoft.com/office/drawing/2014/main" id="{580F1DAA-08EC-40A3-9CC6-57B8099A6FAA}"/>
              </a:ext>
            </a:extLst>
          </p:cNvPr>
          <p:cNvSpPr>
            <a:spLocks noGrp="1"/>
          </p:cNvSpPr>
          <p:nvPr>
            <p:ph type="ftr" sz="quarter" idx="18"/>
          </p:nvPr>
        </p:nvSpPr>
        <p:spPr/>
        <p:txBody>
          <a:bodyPr/>
          <a:lstStyle>
            <a:lvl1pPr>
              <a:defRPr b="0" i="0">
                <a:latin typeface="Amazon Ember Display" panose="020F0603020204020204" pitchFamily="34" charset="0"/>
              </a:defRPr>
            </a:lvl1pPr>
          </a:lstStyle>
          <a:p>
            <a:endParaRPr lang="en-US"/>
          </a:p>
        </p:txBody>
      </p:sp>
      <p:sp>
        <p:nvSpPr>
          <p:cNvPr id="5" name="Slide Number Placeholder 4">
            <a:extLst>
              <a:ext uri="{FF2B5EF4-FFF2-40B4-BE49-F238E27FC236}">
                <a16:creationId xmlns:a16="http://schemas.microsoft.com/office/drawing/2014/main" id="{18D867C9-C0CC-45E6-BDB6-5AAA8DF8A9C3}"/>
              </a:ext>
            </a:extLst>
          </p:cNvPr>
          <p:cNvSpPr>
            <a:spLocks noGrp="1"/>
          </p:cNvSpPr>
          <p:nvPr>
            <p:ph type="sldNum" sz="quarter" idx="19"/>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
        <p:nvSpPr>
          <p:cNvPr id="12" name="TextBox 11">
            <a:extLst>
              <a:ext uri="{FF2B5EF4-FFF2-40B4-BE49-F238E27FC236}">
                <a16:creationId xmlns:a16="http://schemas.microsoft.com/office/drawing/2014/main" id="{6A9F35CF-0293-AD03-12BE-0AD2771A7530}"/>
              </a:ext>
            </a:extLst>
          </p:cNvPr>
          <p:cNvSpPr txBox="1"/>
          <p:nvPr userDrawn="1"/>
        </p:nvSpPr>
        <p:spPr>
          <a:xfrm>
            <a:off x="1141084"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2026, Amazon Web Services, Inc. or its affiliates. All rights reserved. Amazon Confidential and Trademark.</a:t>
            </a:r>
          </a:p>
        </p:txBody>
      </p:sp>
      <p:pic>
        <p:nvPicPr>
          <p:cNvPr id="14" name="Picture 13">
            <a:extLst>
              <a:ext uri="{FF2B5EF4-FFF2-40B4-BE49-F238E27FC236}">
                <a16:creationId xmlns:a16="http://schemas.microsoft.com/office/drawing/2014/main" id="{520B9D2A-5256-0C86-DBF9-819E149FDD5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8830"/>
          </a:xfrm>
          <a:prstGeom prst="rect">
            <a:avLst/>
          </a:prstGeom>
        </p:spPr>
      </p:pic>
      <p:pic>
        <p:nvPicPr>
          <p:cNvPr id="13" name="Picture 12">
            <a:extLst>
              <a:ext uri="{FF2B5EF4-FFF2-40B4-BE49-F238E27FC236}">
                <a16:creationId xmlns:a16="http://schemas.microsoft.com/office/drawing/2014/main" id="{7F237FD4-93CF-BE6F-8A01-F39EF1E259EE}"/>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065928" y="1942480"/>
            <a:ext cx="398997" cy="338709"/>
          </a:xfrm>
          <a:prstGeom prst="rect">
            <a:avLst/>
          </a:prstGeom>
        </p:spPr>
      </p:pic>
      <p:sp>
        <p:nvSpPr>
          <p:cNvPr id="17" name="Title 1">
            <a:extLst>
              <a:ext uri="{FF2B5EF4-FFF2-40B4-BE49-F238E27FC236}">
                <a16:creationId xmlns:a16="http://schemas.microsoft.com/office/drawing/2014/main" id="{74CEA261-0749-39A4-C724-57029DDE91BD}"/>
              </a:ext>
            </a:extLst>
          </p:cNvPr>
          <p:cNvSpPr>
            <a:spLocks noGrp="1"/>
          </p:cNvSpPr>
          <p:nvPr>
            <p:ph type="title" hasCustomPrompt="1"/>
          </p:nvPr>
        </p:nvSpPr>
        <p:spPr>
          <a:xfrm>
            <a:off x="1540082" y="1975199"/>
            <a:ext cx="8067261" cy="1920526"/>
          </a:xfrm>
          <a:prstGeom prst="rect">
            <a:avLst/>
          </a:prstGeom>
        </p:spPr>
        <p:txBody>
          <a:bodyPr anchor="b" anchorCtr="0"/>
          <a:lstStyle>
            <a:lvl1pPr>
              <a:defRPr sz="44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Enter quote here. Reposition quote mark graphics to frame the quote.</a:t>
            </a:r>
          </a:p>
        </p:txBody>
      </p:sp>
    </p:spTree>
    <p:extLst>
      <p:ext uri="{BB962C8B-B14F-4D97-AF65-F5344CB8AC3E}">
        <p14:creationId xmlns:p14="http://schemas.microsoft.com/office/powerpoint/2010/main" val="717207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48">
          <p15:clr>
            <a:srgbClr val="FBAE40"/>
          </p15:clr>
        </p15:guide>
        <p15:guide id="2" orient="horz" pos="2592">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Quote Gradient 2">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1F8D0445-6250-D8A7-DA99-8E3E6B1939E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1117ECE-DA96-4373-B8B2-4E847C5ACBA3}"/>
              </a:ext>
            </a:extLst>
          </p:cNvPr>
          <p:cNvSpPr>
            <a:spLocks noGrp="1"/>
          </p:cNvSpPr>
          <p:nvPr>
            <p:ph type="title" hasCustomPrompt="1"/>
          </p:nvPr>
        </p:nvSpPr>
        <p:spPr>
          <a:xfrm>
            <a:off x="1540082" y="1975199"/>
            <a:ext cx="8067261" cy="1920526"/>
          </a:xfrm>
          <a:prstGeom prst="rect">
            <a:avLst/>
          </a:prstGeom>
        </p:spPr>
        <p:txBody>
          <a:bodyPr anchor="b" anchorCtr="0"/>
          <a:lstStyle>
            <a:lvl1pPr>
              <a:defRPr sz="44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Enter quote here. Reposition quote mark graphics to frame the quote.</a:t>
            </a:r>
          </a:p>
        </p:txBody>
      </p:sp>
      <p:sp>
        <p:nvSpPr>
          <p:cNvPr id="9" name="Text Placeholder 8">
            <a:extLst>
              <a:ext uri="{FF2B5EF4-FFF2-40B4-BE49-F238E27FC236}">
                <a16:creationId xmlns:a16="http://schemas.microsoft.com/office/drawing/2014/main" id="{2CC38951-92FB-41A4-A9D4-F3B7D3577EC9}"/>
              </a:ext>
            </a:extLst>
          </p:cNvPr>
          <p:cNvSpPr>
            <a:spLocks noGrp="1"/>
          </p:cNvSpPr>
          <p:nvPr>
            <p:ph type="body" sz="quarter" idx="15" hasCustomPrompt="1"/>
          </p:nvPr>
        </p:nvSpPr>
        <p:spPr>
          <a:xfrm>
            <a:off x="1540082" y="4127500"/>
            <a:ext cx="8067261" cy="369332"/>
          </a:xfrm>
        </p:spPr>
        <p:txBody>
          <a:bodyPr/>
          <a:lstStyle>
            <a:lvl1pPr marL="0" indent="0">
              <a:spcAft>
                <a:spcPts val="0"/>
              </a:spcAft>
              <a:buNone/>
              <a:defRPr sz="20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a:t>Quoted person’s name</a:t>
            </a:r>
          </a:p>
        </p:txBody>
      </p:sp>
      <p:sp>
        <p:nvSpPr>
          <p:cNvPr id="11" name="Text Placeholder 10">
            <a:extLst>
              <a:ext uri="{FF2B5EF4-FFF2-40B4-BE49-F238E27FC236}">
                <a16:creationId xmlns:a16="http://schemas.microsoft.com/office/drawing/2014/main" id="{3C436BC0-B224-4E6F-99AF-155A3657C058}"/>
              </a:ext>
            </a:extLst>
          </p:cNvPr>
          <p:cNvSpPr>
            <a:spLocks noGrp="1"/>
          </p:cNvSpPr>
          <p:nvPr>
            <p:ph type="body" sz="quarter" idx="16" hasCustomPrompt="1"/>
          </p:nvPr>
        </p:nvSpPr>
        <p:spPr>
          <a:xfrm>
            <a:off x="1540082" y="4496832"/>
            <a:ext cx="8067261" cy="313932"/>
          </a:xfrm>
        </p:spPr>
        <p:txBody>
          <a:bodyPr/>
          <a:lstStyle>
            <a:lvl1pPr marL="0" indent="0">
              <a:buNone/>
              <a:defRPr sz="1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a:t>Quoted person’s affiliation</a:t>
            </a:r>
          </a:p>
        </p:txBody>
      </p:sp>
      <p:sp>
        <p:nvSpPr>
          <p:cNvPr id="3" name="Date Placeholder 2">
            <a:extLst>
              <a:ext uri="{FF2B5EF4-FFF2-40B4-BE49-F238E27FC236}">
                <a16:creationId xmlns:a16="http://schemas.microsoft.com/office/drawing/2014/main" id="{B11DEF90-4BC7-4449-B8ED-B9BEFD74704A}"/>
              </a:ext>
            </a:extLst>
          </p:cNvPr>
          <p:cNvSpPr>
            <a:spLocks noGrp="1"/>
          </p:cNvSpPr>
          <p:nvPr>
            <p:ph type="dt" sz="half" idx="17"/>
          </p:nvPr>
        </p:nvSpPr>
        <p:spPr/>
        <p:txBody>
          <a:bodyPr/>
          <a:lstStyle>
            <a:lvl1pPr>
              <a:defRPr b="0" i="0">
                <a:latin typeface="Amazon Ember Display" panose="020F0603020204020204" pitchFamily="34" charset="0"/>
              </a:defRPr>
            </a:lvl1pPr>
          </a:lstStyle>
          <a:p>
            <a:fld id="{82BEA218-CD6F-B44E-B26C-C64BF244E0F0}" type="datetime1">
              <a:rPr lang="en-US" smtClean="0"/>
              <a:pPr/>
              <a:t>5/14/26</a:t>
            </a:fld>
            <a:endParaRPr lang="en-US"/>
          </a:p>
        </p:txBody>
      </p:sp>
      <p:sp>
        <p:nvSpPr>
          <p:cNvPr id="4" name="Footer Placeholder 3">
            <a:extLst>
              <a:ext uri="{FF2B5EF4-FFF2-40B4-BE49-F238E27FC236}">
                <a16:creationId xmlns:a16="http://schemas.microsoft.com/office/drawing/2014/main" id="{580F1DAA-08EC-40A3-9CC6-57B8099A6FAA}"/>
              </a:ext>
            </a:extLst>
          </p:cNvPr>
          <p:cNvSpPr>
            <a:spLocks noGrp="1"/>
          </p:cNvSpPr>
          <p:nvPr>
            <p:ph type="ftr" sz="quarter" idx="18"/>
          </p:nvPr>
        </p:nvSpPr>
        <p:spPr/>
        <p:txBody>
          <a:bodyPr/>
          <a:lstStyle>
            <a:lvl1pPr>
              <a:defRPr b="0" i="0">
                <a:latin typeface="Amazon Ember Display" panose="020F0603020204020204" pitchFamily="34" charset="0"/>
              </a:defRPr>
            </a:lvl1pPr>
          </a:lstStyle>
          <a:p>
            <a:endParaRPr lang="en-US"/>
          </a:p>
        </p:txBody>
      </p:sp>
      <p:sp>
        <p:nvSpPr>
          <p:cNvPr id="5" name="Slide Number Placeholder 4">
            <a:extLst>
              <a:ext uri="{FF2B5EF4-FFF2-40B4-BE49-F238E27FC236}">
                <a16:creationId xmlns:a16="http://schemas.microsoft.com/office/drawing/2014/main" id="{18D867C9-C0CC-45E6-BDB6-5AAA8DF8A9C3}"/>
              </a:ext>
            </a:extLst>
          </p:cNvPr>
          <p:cNvSpPr>
            <a:spLocks noGrp="1"/>
          </p:cNvSpPr>
          <p:nvPr>
            <p:ph type="sldNum" sz="quarter" idx="19"/>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
        <p:nvSpPr>
          <p:cNvPr id="12" name="TextBox 11">
            <a:extLst>
              <a:ext uri="{FF2B5EF4-FFF2-40B4-BE49-F238E27FC236}">
                <a16:creationId xmlns:a16="http://schemas.microsoft.com/office/drawing/2014/main" id="{59FA2AE2-2071-6FBA-C0DF-DC91D9C45E81}"/>
              </a:ext>
            </a:extLst>
          </p:cNvPr>
          <p:cNvSpPr txBox="1"/>
          <p:nvPr userDrawn="1"/>
        </p:nvSpPr>
        <p:spPr>
          <a:xfrm>
            <a:off x="1141084"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2026, Amazon Web Services, Inc. or its affiliates. All rights reserved. Amazon Confidential and Trademark.</a:t>
            </a:r>
          </a:p>
        </p:txBody>
      </p:sp>
      <p:pic>
        <p:nvPicPr>
          <p:cNvPr id="14" name="Picture 13">
            <a:extLst>
              <a:ext uri="{FF2B5EF4-FFF2-40B4-BE49-F238E27FC236}">
                <a16:creationId xmlns:a16="http://schemas.microsoft.com/office/drawing/2014/main" id="{3216E5BB-D7F1-57B7-F47C-38FAC1D8C9F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8830"/>
          </a:xfrm>
          <a:prstGeom prst="rect">
            <a:avLst/>
          </a:prstGeom>
        </p:spPr>
      </p:pic>
      <p:pic>
        <p:nvPicPr>
          <p:cNvPr id="6" name="Picture 5">
            <a:extLst>
              <a:ext uri="{FF2B5EF4-FFF2-40B4-BE49-F238E27FC236}">
                <a16:creationId xmlns:a16="http://schemas.microsoft.com/office/drawing/2014/main" id="{4ABE8694-CEBE-FC6B-2826-A3C160A81068}"/>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065928" y="1942480"/>
            <a:ext cx="398997" cy="338709"/>
          </a:xfrm>
          <a:prstGeom prst="rect">
            <a:avLst/>
          </a:prstGeom>
        </p:spPr>
      </p:pic>
    </p:spTree>
    <p:extLst>
      <p:ext uri="{BB962C8B-B14F-4D97-AF65-F5344CB8AC3E}">
        <p14:creationId xmlns:p14="http://schemas.microsoft.com/office/powerpoint/2010/main" val="2884478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48">
          <p15:clr>
            <a:srgbClr val="FBAE40"/>
          </p15:clr>
        </p15:guide>
        <p15:guide id="2" orient="horz" pos="2592">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Quote Gradient 3">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5B3E4E87-E0BD-16D9-98F9-BB7B231C4B2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ext Placeholder 8">
            <a:extLst>
              <a:ext uri="{FF2B5EF4-FFF2-40B4-BE49-F238E27FC236}">
                <a16:creationId xmlns:a16="http://schemas.microsoft.com/office/drawing/2014/main" id="{2CC38951-92FB-41A4-A9D4-F3B7D3577EC9}"/>
              </a:ext>
            </a:extLst>
          </p:cNvPr>
          <p:cNvSpPr>
            <a:spLocks noGrp="1"/>
          </p:cNvSpPr>
          <p:nvPr>
            <p:ph type="body" sz="quarter" idx="15" hasCustomPrompt="1"/>
          </p:nvPr>
        </p:nvSpPr>
        <p:spPr>
          <a:xfrm>
            <a:off x="1540082" y="4127500"/>
            <a:ext cx="8067261" cy="369332"/>
          </a:xfrm>
        </p:spPr>
        <p:txBody>
          <a:bodyPr/>
          <a:lstStyle>
            <a:lvl1pPr marL="0" indent="0">
              <a:spcAft>
                <a:spcPts val="0"/>
              </a:spcAft>
              <a:buNone/>
              <a:defRPr sz="20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a:t>Quoted person’s name</a:t>
            </a:r>
          </a:p>
        </p:txBody>
      </p:sp>
      <p:sp>
        <p:nvSpPr>
          <p:cNvPr id="11" name="Text Placeholder 10">
            <a:extLst>
              <a:ext uri="{FF2B5EF4-FFF2-40B4-BE49-F238E27FC236}">
                <a16:creationId xmlns:a16="http://schemas.microsoft.com/office/drawing/2014/main" id="{3C436BC0-B224-4E6F-99AF-155A3657C058}"/>
              </a:ext>
            </a:extLst>
          </p:cNvPr>
          <p:cNvSpPr>
            <a:spLocks noGrp="1"/>
          </p:cNvSpPr>
          <p:nvPr>
            <p:ph type="body" sz="quarter" idx="16" hasCustomPrompt="1"/>
          </p:nvPr>
        </p:nvSpPr>
        <p:spPr>
          <a:xfrm>
            <a:off x="1540082" y="4496832"/>
            <a:ext cx="8067261" cy="313932"/>
          </a:xfrm>
        </p:spPr>
        <p:txBody>
          <a:bodyPr/>
          <a:lstStyle>
            <a:lvl1pPr marL="0" indent="0">
              <a:buNone/>
              <a:defRPr sz="1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a:t>Quoted person’s affiliation</a:t>
            </a:r>
          </a:p>
        </p:txBody>
      </p:sp>
      <p:sp>
        <p:nvSpPr>
          <p:cNvPr id="3" name="Date Placeholder 2">
            <a:extLst>
              <a:ext uri="{FF2B5EF4-FFF2-40B4-BE49-F238E27FC236}">
                <a16:creationId xmlns:a16="http://schemas.microsoft.com/office/drawing/2014/main" id="{B11DEF90-4BC7-4449-B8ED-B9BEFD74704A}"/>
              </a:ext>
            </a:extLst>
          </p:cNvPr>
          <p:cNvSpPr>
            <a:spLocks noGrp="1"/>
          </p:cNvSpPr>
          <p:nvPr>
            <p:ph type="dt" sz="half" idx="17"/>
          </p:nvPr>
        </p:nvSpPr>
        <p:spPr/>
        <p:txBody>
          <a:bodyPr/>
          <a:lstStyle>
            <a:lvl1pPr>
              <a:defRPr b="0" i="0">
                <a:latin typeface="Amazon Ember Display" panose="020F0603020204020204" pitchFamily="34" charset="0"/>
              </a:defRPr>
            </a:lvl1pPr>
          </a:lstStyle>
          <a:p>
            <a:fld id="{82BEA218-CD6F-B44E-B26C-C64BF244E0F0}" type="datetime1">
              <a:rPr lang="en-US" smtClean="0"/>
              <a:pPr/>
              <a:t>5/14/26</a:t>
            </a:fld>
            <a:endParaRPr lang="en-US"/>
          </a:p>
        </p:txBody>
      </p:sp>
      <p:sp>
        <p:nvSpPr>
          <p:cNvPr id="4" name="Footer Placeholder 3">
            <a:extLst>
              <a:ext uri="{FF2B5EF4-FFF2-40B4-BE49-F238E27FC236}">
                <a16:creationId xmlns:a16="http://schemas.microsoft.com/office/drawing/2014/main" id="{580F1DAA-08EC-40A3-9CC6-57B8099A6FAA}"/>
              </a:ext>
            </a:extLst>
          </p:cNvPr>
          <p:cNvSpPr>
            <a:spLocks noGrp="1"/>
          </p:cNvSpPr>
          <p:nvPr>
            <p:ph type="ftr" sz="quarter" idx="18"/>
          </p:nvPr>
        </p:nvSpPr>
        <p:spPr/>
        <p:txBody>
          <a:bodyPr/>
          <a:lstStyle>
            <a:lvl1pPr>
              <a:defRPr b="0" i="0">
                <a:latin typeface="Amazon Ember Display" panose="020F0603020204020204" pitchFamily="34" charset="0"/>
              </a:defRPr>
            </a:lvl1pPr>
          </a:lstStyle>
          <a:p>
            <a:endParaRPr lang="en-US"/>
          </a:p>
        </p:txBody>
      </p:sp>
      <p:sp>
        <p:nvSpPr>
          <p:cNvPr id="5" name="Slide Number Placeholder 4">
            <a:extLst>
              <a:ext uri="{FF2B5EF4-FFF2-40B4-BE49-F238E27FC236}">
                <a16:creationId xmlns:a16="http://schemas.microsoft.com/office/drawing/2014/main" id="{18D867C9-C0CC-45E6-BDB6-5AAA8DF8A9C3}"/>
              </a:ext>
            </a:extLst>
          </p:cNvPr>
          <p:cNvSpPr>
            <a:spLocks noGrp="1"/>
          </p:cNvSpPr>
          <p:nvPr>
            <p:ph type="sldNum" sz="quarter" idx="19"/>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
        <p:nvSpPr>
          <p:cNvPr id="12" name="TextBox 11">
            <a:extLst>
              <a:ext uri="{FF2B5EF4-FFF2-40B4-BE49-F238E27FC236}">
                <a16:creationId xmlns:a16="http://schemas.microsoft.com/office/drawing/2014/main" id="{2F74E9CC-3075-EE68-DD01-BF810D0A2E59}"/>
              </a:ext>
            </a:extLst>
          </p:cNvPr>
          <p:cNvSpPr txBox="1"/>
          <p:nvPr userDrawn="1"/>
        </p:nvSpPr>
        <p:spPr>
          <a:xfrm>
            <a:off x="1141084"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2026, Amazon Web Services, Inc. or its affiliates. All rights reserved. Amazon Confidential and Trademark.</a:t>
            </a:r>
          </a:p>
        </p:txBody>
      </p:sp>
      <p:pic>
        <p:nvPicPr>
          <p:cNvPr id="16" name="Picture 15">
            <a:extLst>
              <a:ext uri="{FF2B5EF4-FFF2-40B4-BE49-F238E27FC236}">
                <a16:creationId xmlns:a16="http://schemas.microsoft.com/office/drawing/2014/main" id="{AC7AAD79-AAE6-EC0F-FBB1-3EC2FA0CE8B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8830"/>
          </a:xfrm>
          <a:prstGeom prst="rect">
            <a:avLst/>
          </a:prstGeom>
        </p:spPr>
      </p:pic>
      <p:pic>
        <p:nvPicPr>
          <p:cNvPr id="10" name="Picture 9">
            <a:extLst>
              <a:ext uri="{FF2B5EF4-FFF2-40B4-BE49-F238E27FC236}">
                <a16:creationId xmlns:a16="http://schemas.microsoft.com/office/drawing/2014/main" id="{A52BD0C7-FA87-6543-491D-C8D901F52BAB}"/>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065928" y="1942480"/>
            <a:ext cx="398998" cy="338709"/>
          </a:xfrm>
          <a:prstGeom prst="rect">
            <a:avLst/>
          </a:prstGeom>
        </p:spPr>
      </p:pic>
      <p:sp>
        <p:nvSpPr>
          <p:cNvPr id="13" name="Title 1">
            <a:extLst>
              <a:ext uri="{FF2B5EF4-FFF2-40B4-BE49-F238E27FC236}">
                <a16:creationId xmlns:a16="http://schemas.microsoft.com/office/drawing/2014/main" id="{41DB773A-50B4-2838-9D40-23B240064E7C}"/>
              </a:ext>
            </a:extLst>
          </p:cNvPr>
          <p:cNvSpPr>
            <a:spLocks noGrp="1"/>
          </p:cNvSpPr>
          <p:nvPr>
            <p:ph type="title" hasCustomPrompt="1"/>
          </p:nvPr>
        </p:nvSpPr>
        <p:spPr>
          <a:xfrm>
            <a:off x="1540082" y="1975199"/>
            <a:ext cx="8067261" cy="1920526"/>
          </a:xfrm>
          <a:prstGeom prst="rect">
            <a:avLst/>
          </a:prstGeom>
        </p:spPr>
        <p:txBody>
          <a:bodyPr anchor="b" anchorCtr="0"/>
          <a:lstStyle>
            <a:lvl1pPr>
              <a:defRPr sz="44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Enter quote here. Reposition quote mark graphics to frame the quote.</a:t>
            </a:r>
          </a:p>
        </p:txBody>
      </p:sp>
    </p:spTree>
    <p:extLst>
      <p:ext uri="{BB962C8B-B14F-4D97-AF65-F5344CB8AC3E}">
        <p14:creationId xmlns:p14="http://schemas.microsoft.com/office/powerpoint/2010/main" val="1592245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48">
          <p15:clr>
            <a:srgbClr val="FBAE40"/>
          </p15:clr>
        </p15:guide>
        <p15:guide id="2" orient="horz" pos="2592">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Section Header Option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A54A48E-55BF-C7C1-29F2-A6FC948011C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E915E6F-C631-449B-B22F-53FD20C9E896}"/>
              </a:ext>
            </a:extLst>
          </p:cNvPr>
          <p:cNvSpPr>
            <a:spLocks noGrp="1"/>
          </p:cNvSpPr>
          <p:nvPr>
            <p:ph type="title" hasCustomPrompt="1"/>
          </p:nvPr>
        </p:nvSpPr>
        <p:spPr>
          <a:xfrm>
            <a:off x="609600" y="2718036"/>
            <a:ext cx="7823200" cy="1421928"/>
          </a:xfrm>
          <a:prstGeom prst="rect">
            <a:avLst/>
          </a:prstGeom>
        </p:spPr>
        <p:txBody>
          <a:bodyPr anchor="ctr" anchorCtr="0"/>
          <a:lstStyle>
            <a:lvl1pPr>
              <a:defRPr sz="48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Section layout: Enter section name here</a:t>
            </a:r>
          </a:p>
        </p:txBody>
      </p:sp>
      <p:sp>
        <p:nvSpPr>
          <p:cNvPr id="6" name="Date Placeholder 5">
            <a:extLst>
              <a:ext uri="{FF2B5EF4-FFF2-40B4-BE49-F238E27FC236}">
                <a16:creationId xmlns:a16="http://schemas.microsoft.com/office/drawing/2014/main" id="{25053DED-8B0A-4549-8967-4B01D5F3B8AB}"/>
              </a:ext>
            </a:extLst>
          </p:cNvPr>
          <p:cNvSpPr>
            <a:spLocks noGrp="1"/>
          </p:cNvSpPr>
          <p:nvPr>
            <p:ph type="dt" sz="half" idx="10"/>
          </p:nvPr>
        </p:nvSpPr>
        <p:spPr/>
        <p:txBody>
          <a:bodyPr/>
          <a:lstStyle>
            <a:lvl1pPr>
              <a:defRPr b="0" i="0">
                <a:latin typeface="Amazon Ember Display" panose="020F0603020204020204" pitchFamily="34" charset="0"/>
              </a:defRPr>
            </a:lvl1pPr>
          </a:lstStyle>
          <a:p>
            <a:fld id="{504A1AE1-7907-F24D-8677-0B8F5F67234B}" type="datetime1">
              <a:rPr lang="en-US" smtClean="0"/>
              <a:pPr/>
              <a:t>5/14/26</a:t>
            </a:fld>
            <a:endParaRPr lang="en-US"/>
          </a:p>
        </p:txBody>
      </p:sp>
      <p:sp>
        <p:nvSpPr>
          <p:cNvPr id="7" name="Footer Placeholder 6">
            <a:extLst>
              <a:ext uri="{FF2B5EF4-FFF2-40B4-BE49-F238E27FC236}">
                <a16:creationId xmlns:a16="http://schemas.microsoft.com/office/drawing/2014/main" id="{3C84D5AC-C55E-442D-A261-2526AFE660A0}"/>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b="0" i="0">
                <a:solidFill>
                  <a:schemeClr val="tx2"/>
                </a:solidFill>
                <a:latin typeface="Amazon Ember Display" panose="020F0603020204020204" pitchFamily="34" charset="0"/>
              </a:defRPr>
            </a:lvl1pPr>
          </a:lstStyle>
          <a:p>
            <a:fld id="{EB4B8DE2-A4E8-46E4-8BBF-D75455EFF32C}" type="slidenum">
              <a:rPr lang="en-US" smtClean="0"/>
              <a:pPr/>
              <a:t>‹#›</a:t>
            </a:fld>
            <a:endParaRPr lang="en-US"/>
          </a:p>
        </p:txBody>
      </p:sp>
      <p:sp>
        <p:nvSpPr>
          <p:cNvPr id="5" name="TextBox 4">
            <a:extLst>
              <a:ext uri="{FF2B5EF4-FFF2-40B4-BE49-F238E27FC236}">
                <a16:creationId xmlns:a16="http://schemas.microsoft.com/office/drawing/2014/main" id="{1BD8B1BE-F62C-9842-9FF0-A53695D03916}"/>
              </a:ext>
            </a:extLst>
          </p:cNvPr>
          <p:cNvSpPr txBox="1"/>
          <p:nvPr userDrawn="1"/>
        </p:nvSpPr>
        <p:spPr>
          <a:xfrm>
            <a:off x="1141084"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2026, Amazon Web Services, Inc. or its affiliates. All rights reserved. Amazon Confidential and Trademark.</a:t>
            </a:r>
          </a:p>
        </p:txBody>
      </p:sp>
      <p:pic>
        <p:nvPicPr>
          <p:cNvPr id="3" name="Picture 2">
            <a:extLst>
              <a:ext uri="{FF2B5EF4-FFF2-40B4-BE49-F238E27FC236}">
                <a16:creationId xmlns:a16="http://schemas.microsoft.com/office/drawing/2014/main" id="{37116990-AF13-5F3A-8ED1-EFBA6434906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8830"/>
          </a:xfrm>
          <a:prstGeom prst="rect">
            <a:avLst/>
          </a:prstGeom>
        </p:spPr>
      </p:pic>
    </p:spTree>
    <p:extLst>
      <p:ext uri="{BB962C8B-B14F-4D97-AF65-F5344CB8AC3E}">
        <p14:creationId xmlns:p14="http://schemas.microsoft.com/office/powerpoint/2010/main" val="1071841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Section Header Option 1">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94046E6-CE12-7F6E-8811-7DF794DE7DB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E915E6F-C631-449B-B22F-53FD20C9E896}"/>
              </a:ext>
            </a:extLst>
          </p:cNvPr>
          <p:cNvSpPr>
            <a:spLocks noGrp="1"/>
          </p:cNvSpPr>
          <p:nvPr>
            <p:ph type="title" hasCustomPrompt="1"/>
          </p:nvPr>
        </p:nvSpPr>
        <p:spPr>
          <a:xfrm>
            <a:off x="609600" y="2718036"/>
            <a:ext cx="7823200" cy="1421928"/>
          </a:xfrm>
          <a:prstGeom prst="rect">
            <a:avLst/>
          </a:prstGeom>
        </p:spPr>
        <p:txBody>
          <a:bodyPr anchor="ctr" anchorCtr="0"/>
          <a:lstStyle>
            <a:lvl1pPr>
              <a:defRPr sz="48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Section layout: Enter section name here</a:t>
            </a:r>
          </a:p>
        </p:txBody>
      </p:sp>
      <p:sp>
        <p:nvSpPr>
          <p:cNvPr id="6" name="Date Placeholder 5">
            <a:extLst>
              <a:ext uri="{FF2B5EF4-FFF2-40B4-BE49-F238E27FC236}">
                <a16:creationId xmlns:a16="http://schemas.microsoft.com/office/drawing/2014/main" id="{25053DED-8B0A-4549-8967-4B01D5F3B8AB}"/>
              </a:ext>
            </a:extLst>
          </p:cNvPr>
          <p:cNvSpPr>
            <a:spLocks noGrp="1"/>
          </p:cNvSpPr>
          <p:nvPr>
            <p:ph type="dt" sz="half" idx="10"/>
          </p:nvPr>
        </p:nvSpPr>
        <p:spPr/>
        <p:txBody>
          <a:bodyPr/>
          <a:lstStyle>
            <a:lvl1pPr>
              <a:defRPr b="0" i="0">
                <a:latin typeface="Amazon Ember Display" panose="020F0603020204020204" pitchFamily="34" charset="0"/>
              </a:defRPr>
            </a:lvl1pPr>
          </a:lstStyle>
          <a:p>
            <a:fld id="{504A1AE1-7907-F24D-8677-0B8F5F67234B}" type="datetime1">
              <a:rPr lang="en-US" smtClean="0"/>
              <a:pPr/>
              <a:t>5/14/26</a:t>
            </a:fld>
            <a:endParaRPr lang="en-US"/>
          </a:p>
        </p:txBody>
      </p:sp>
      <p:sp>
        <p:nvSpPr>
          <p:cNvPr id="7" name="Footer Placeholder 6">
            <a:extLst>
              <a:ext uri="{FF2B5EF4-FFF2-40B4-BE49-F238E27FC236}">
                <a16:creationId xmlns:a16="http://schemas.microsoft.com/office/drawing/2014/main" id="{3C84D5AC-C55E-442D-A261-2526AFE660A0}"/>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b="0" i="0">
                <a:solidFill>
                  <a:schemeClr val="tx1"/>
                </a:solidFill>
                <a:latin typeface="Amazon Ember Display" panose="020F0603020204020204" pitchFamily="34" charset="0"/>
              </a:defRPr>
            </a:lvl1pPr>
          </a:lstStyle>
          <a:p>
            <a:fld id="{EB4B8DE2-A4E8-46E4-8BBF-D75455EFF32C}" type="slidenum">
              <a:rPr lang="en-US" smtClean="0"/>
              <a:pPr/>
              <a:t>‹#›</a:t>
            </a:fld>
            <a:endParaRPr lang="en-US"/>
          </a:p>
        </p:txBody>
      </p:sp>
      <p:sp>
        <p:nvSpPr>
          <p:cNvPr id="12" name="TextBox 11">
            <a:extLst>
              <a:ext uri="{FF2B5EF4-FFF2-40B4-BE49-F238E27FC236}">
                <a16:creationId xmlns:a16="http://schemas.microsoft.com/office/drawing/2014/main" id="{68CECC62-1D56-92A3-418D-0EC34FDA9B78}"/>
              </a:ext>
            </a:extLst>
          </p:cNvPr>
          <p:cNvSpPr txBox="1"/>
          <p:nvPr userDrawn="1"/>
        </p:nvSpPr>
        <p:spPr>
          <a:xfrm>
            <a:off x="1141084"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2026, Amazon Web Services, Inc. or its affiliates. All rights reserved. Amazon Confidential and Trademark.</a:t>
            </a:r>
          </a:p>
        </p:txBody>
      </p:sp>
      <p:pic>
        <p:nvPicPr>
          <p:cNvPr id="4" name="Picture 3">
            <a:extLst>
              <a:ext uri="{FF2B5EF4-FFF2-40B4-BE49-F238E27FC236}">
                <a16:creationId xmlns:a16="http://schemas.microsoft.com/office/drawing/2014/main" id="{A79B369C-4812-6B2A-CCF0-6346B4600A5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8830"/>
          </a:xfrm>
          <a:prstGeom prst="rect">
            <a:avLst/>
          </a:prstGeom>
        </p:spPr>
      </p:pic>
    </p:spTree>
    <p:extLst>
      <p:ext uri="{BB962C8B-B14F-4D97-AF65-F5344CB8AC3E}">
        <p14:creationId xmlns:p14="http://schemas.microsoft.com/office/powerpoint/2010/main" val="3490127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Section Header Option 3">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4D5A327-DE22-15C5-BDAA-59E2DD0AB55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E915E6F-C631-449B-B22F-53FD20C9E896}"/>
              </a:ext>
            </a:extLst>
          </p:cNvPr>
          <p:cNvSpPr>
            <a:spLocks noGrp="1"/>
          </p:cNvSpPr>
          <p:nvPr>
            <p:ph type="title" hasCustomPrompt="1"/>
          </p:nvPr>
        </p:nvSpPr>
        <p:spPr>
          <a:xfrm>
            <a:off x="609600" y="2718036"/>
            <a:ext cx="7823200" cy="1421928"/>
          </a:xfrm>
          <a:prstGeom prst="rect">
            <a:avLst/>
          </a:prstGeom>
        </p:spPr>
        <p:txBody>
          <a:bodyPr anchor="ctr" anchorCtr="0"/>
          <a:lstStyle>
            <a:lvl1pPr>
              <a:defRPr sz="48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Section layout: Enter section name here</a:t>
            </a:r>
          </a:p>
        </p:txBody>
      </p:sp>
      <p:sp>
        <p:nvSpPr>
          <p:cNvPr id="6" name="Date Placeholder 5">
            <a:extLst>
              <a:ext uri="{FF2B5EF4-FFF2-40B4-BE49-F238E27FC236}">
                <a16:creationId xmlns:a16="http://schemas.microsoft.com/office/drawing/2014/main" id="{25053DED-8B0A-4549-8967-4B01D5F3B8AB}"/>
              </a:ext>
            </a:extLst>
          </p:cNvPr>
          <p:cNvSpPr>
            <a:spLocks noGrp="1"/>
          </p:cNvSpPr>
          <p:nvPr>
            <p:ph type="dt" sz="half" idx="10"/>
          </p:nvPr>
        </p:nvSpPr>
        <p:spPr/>
        <p:txBody>
          <a:bodyPr/>
          <a:lstStyle>
            <a:lvl1pPr>
              <a:defRPr b="0" i="0">
                <a:latin typeface="Amazon Ember Display" panose="020F0603020204020204" pitchFamily="34" charset="0"/>
              </a:defRPr>
            </a:lvl1pPr>
          </a:lstStyle>
          <a:p>
            <a:fld id="{504A1AE1-7907-F24D-8677-0B8F5F67234B}" type="datetime1">
              <a:rPr lang="en-US" smtClean="0"/>
              <a:pPr/>
              <a:t>5/14/26</a:t>
            </a:fld>
            <a:endParaRPr lang="en-US"/>
          </a:p>
        </p:txBody>
      </p:sp>
      <p:sp>
        <p:nvSpPr>
          <p:cNvPr id="7" name="Footer Placeholder 6">
            <a:extLst>
              <a:ext uri="{FF2B5EF4-FFF2-40B4-BE49-F238E27FC236}">
                <a16:creationId xmlns:a16="http://schemas.microsoft.com/office/drawing/2014/main" id="{3C84D5AC-C55E-442D-A261-2526AFE660A0}"/>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b="0" i="0">
                <a:solidFill>
                  <a:schemeClr val="tx1"/>
                </a:solidFill>
                <a:latin typeface="Amazon Ember Display" panose="020F0603020204020204" pitchFamily="34" charset="0"/>
              </a:defRPr>
            </a:lvl1pPr>
          </a:lstStyle>
          <a:p>
            <a:fld id="{EB4B8DE2-A4E8-46E4-8BBF-D75455EFF32C}" type="slidenum">
              <a:rPr lang="en-US" smtClean="0"/>
              <a:pPr/>
              <a:t>‹#›</a:t>
            </a:fld>
            <a:endParaRPr lang="en-US"/>
          </a:p>
        </p:txBody>
      </p:sp>
      <p:sp>
        <p:nvSpPr>
          <p:cNvPr id="5" name="TextBox 4">
            <a:extLst>
              <a:ext uri="{FF2B5EF4-FFF2-40B4-BE49-F238E27FC236}">
                <a16:creationId xmlns:a16="http://schemas.microsoft.com/office/drawing/2014/main" id="{6F6FE5FF-6177-0943-300C-32D19148D86C}"/>
              </a:ext>
            </a:extLst>
          </p:cNvPr>
          <p:cNvSpPr txBox="1"/>
          <p:nvPr userDrawn="1"/>
        </p:nvSpPr>
        <p:spPr>
          <a:xfrm>
            <a:off x="1141084"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2026, Amazon Web Services, Inc. or its affiliates. All rights reserved. Amazon Confidential and Trademark.</a:t>
            </a:r>
          </a:p>
        </p:txBody>
      </p:sp>
      <p:pic>
        <p:nvPicPr>
          <p:cNvPr id="3" name="Picture 2">
            <a:extLst>
              <a:ext uri="{FF2B5EF4-FFF2-40B4-BE49-F238E27FC236}">
                <a16:creationId xmlns:a16="http://schemas.microsoft.com/office/drawing/2014/main" id="{8D45EC76-5973-D100-2A27-71BAEC1CC4D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8830"/>
          </a:xfrm>
          <a:prstGeom prst="rect">
            <a:avLst/>
          </a:prstGeom>
        </p:spPr>
      </p:pic>
    </p:spTree>
    <p:extLst>
      <p:ext uri="{BB962C8B-B14F-4D97-AF65-F5344CB8AC3E}">
        <p14:creationId xmlns:p14="http://schemas.microsoft.com/office/powerpoint/2010/main" val="2655085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type="obj" preserve="1">
  <p:cSld name="Co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a:xfrm>
            <a:off x="539262" y="914401"/>
            <a:ext cx="10972800" cy="535531"/>
          </a:xfrm>
          <a:prstGeom prst="rect">
            <a:avLst/>
          </a:prstGeom>
        </p:spPr>
        <p:txBody>
          <a:bodyPr>
            <a:noAutofit/>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Code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609600" y="1714500"/>
            <a:ext cx="10972800" cy="1903085"/>
          </a:xfrm>
        </p:spPr>
        <p:txBody>
          <a:bodyPr/>
          <a:lstStyle>
            <a:lvl1pPr marL="0" indent="0">
              <a:spcAft>
                <a:spcPts val="600"/>
              </a:spcAft>
              <a:buNone/>
              <a:defRPr sz="1800" b="0" i="0">
                <a:latin typeface="Amazon Ember Mono" panose="020B0509020204020204" pitchFamily="49" charset="0"/>
                <a:ea typeface="Amazon Ember Display" panose="020F0603020204020204" pitchFamily="34" charset="0"/>
                <a:cs typeface="Amazon Ember Display" panose="020F0603020204020204" pitchFamily="34" charset="0"/>
              </a:defRPr>
            </a:lvl1pPr>
            <a:lvl2pPr marL="228600" indent="0">
              <a:spcAft>
                <a:spcPts val="600"/>
              </a:spcAft>
              <a:buNone/>
              <a:defRPr sz="1800" b="0" i="0">
                <a:latin typeface="Amazon Ember Mono" panose="020B0509020204020204" pitchFamily="49" charset="0"/>
                <a:ea typeface="Amazon Ember Display" panose="020F0603020204020204" pitchFamily="34" charset="0"/>
                <a:cs typeface="Amazon Ember Display" panose="020F0603020204020204" pitchFamily="34" charset="0"/>
              </a:defRPr>
            </a:lvl2pPr>
            <a:lvl3pPr marL="457200" indent="0">
              <a:spcAft>
                <a:spcPts val="600"/>
              </a:spcAft>
              <a:buNone/>
              <a:defRPr sz="1800" b="0" i="0">
                <a:latin typeface="Amazon Ember Mono" panose="020B0509020204020204" pitchFamily="49" charset="0"/>
                <a:ea typeface="Amazon Ember Display" panose="020F0603020204020204" pitchFamily="34" charset="0"/>
                <a:cs typeface="Amazon Ember Display" panose="020F0603020204020204" pitchFamily="34" charset="0"/>
              </a:defRPr>
            </a:lvl3pPr>
            <a:lvl4pPr marL="685800" indent="0">
              <a:spcAft>
                <a:spcPts val="600"/>
              </a:spcAft>
              <a:buNone/>
              <a:defRPr sz="1800" b="0" i="0">
                <a:latin typeface="Amazon Ember Mono" panose="020B0509020204020204" pitchFamily="49" charset="0"/>
                <a:ea typeface="Amazon Ember Display" panose="020F0603020204020204" pitchFamily="34" charset="0"/>
                <a:cs typeface="Amazon Ember Display" panose="020F0603020204020204" pitchFamily="34" charset="0"/>
              </a:defRPr>
            </a:lvl4pPr>
            <a:lvl5pPr marL="914400" indent="0">
              <a:spcAft>
                <a:spcPts val="600"/>
              </a:spcAft>
              <a:buNone/>
              <a:defRPr sz="1800" b="0" i="0">
                <a:latin typeface="Amazon Ember Mono" panose="020B0509020204020204" pitchFamily="49" charset="0"/>
                <a:ea typeface="Amazon Ember Display" panose="020F0603020204020204" pitchFamily="34" charset="0"/>
                <a:cs typeface="Amazon Ember Display" panose="020F0603020204020204" pitchFamily="34" charset="0"/>
              </a:defRPr>
            </a:lvl5pPr>
          </a:lstStyle>
          <a:p>
            <a:pPr lvl="0"/>
            <a:r>
              <a:rPr lang="en-US"/>
              <a:t>Type or paste plain-text code here; or click icon to add image</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09EAB3-8007-4FDC-BADB-BADCE0CE1871}"/>
              </a:ext>
            </a:extLst>
          </p:cNvPr>
          <p:cNvSpPr>
            <a:spLocks noGrp="1"/>
          </p:cNvSpPr>
          <p:nvPr>
            <p:ph type="dt" sz="half" idx="10"/>
          </p:nvPr>
        </p:nvSpPr>
        <p:spPr/>
        <p:txBody>
          <a:bodyPr/>
          <a:lstStyle>
            <a:lvl1pPr>
              <a:defRPr b="0" i="0">
                <a:latin typeface="Amazon Ember Display" panose="020F0603020204020204" pitchFamily="34" charset="0"/>
              </a:defRPr>
            </a:lvl1pPr>
          </a:lstStyle>
          <a:p>
            <a:fld id="{14000039-AC38-8C4D-BBF6-A4179217D919}" type="datetime1">
              <a:rPr lang="en-US" smtClean="0"/>
              <a:pPr/>
              <a:t>5/14/26</a:t>
            </a:fld>
            <a:endParaRPr lang="en-US"/>
          </a:p>
        </p:txBody>
      </p:sp>
      <p:sp>
        <p:nvSpPr>
          <p:cNvPr id="5" name="Footer Placeholder 4">
            <a:extLst>
              <a:ext uri="{FF2B5EF4-FFF2-40B4-BE49-F238E27FC236}">
                <a16:creationId xmlns:a16="http://schemas.microsoft.com/office/drawing/2014/main" id="{A5375AEC-53B6-4043-9677-30AD83B02F42}"/>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6" name="Slide Number Placeholder 5">
            <a:extLst>
              <a:ext uri="{FF2B5EF4-FFF2-40B4-BE49-F238E27FC236}">
                <a16:creationId xmlns:a16="http://schemas.microsoft.com/office/drawing/2014/main" id="{63F51AD4-FDAE-4E07-B685-874180F1021C}"/>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1745745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type="twoObj" preserve="1">
  <p:cSld name="Code - 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A4C8A-667C-40C7-9A6D-BA3F977C5FDD}"/>
              </a:ext>
            </a:extLst>
          </p:cNvPr>
          <p:cNvSpPr>
            <a:spLocks noGrp="1"/>
          </p:cNvSpPr>
          <p:nvPr>
            <p:ph type="title" hasCustomPrompt="1"/>
          </p:nvPr>
        </p:nvSpPr>
        <p:spPr>
          <a:xfrm>
            <a:off x="539262" y="914401"/>
            <a:ext cx="10972800" cy="535531"/>
          </a:xfrm>
          <a:prstGeom prst="rect">
            <a:avLst/>
          </a:prstGeom>
        </p:spPr>
        <p:txBody>
          <a:bodyPr>
            <a:noAutofit/>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Two-column code layout</a:t>
            </a:r>
          </a:p>
        </p:txBody>
      </p:sp>
      <p:sp>
        <p:nvSpPr>
          <p:cNvPr id="3" name="Content Placeholder 2">
            <a:extLst>
              <a:ext uri="{FF2B5EF4-FFF2-40B4-BE49-F238E27FC236}">
                <a16:creationId xmlns:a16="http://schemas.microsoft.com/office/drawing/2014/main" id="{9B10331E-4F8F-4DEC-91C1-F631560E6601}"/>
              </a:ext>
            </a:extLst>
          </p:cNvPr>
          <p:cNvSpPr>
            <a:spLocks noGrp="1"/>
          </p:cNvSpPr>
          <p:nvPr>
            <p:ph sz="half" idx="1" hasCustomPrompt="1"/>
          </p:nvPr>
        </p:nvSpPr>
        <p:spPr>
          <a:xfrm>
            <a:off x="609600" y="1714500"/>
            <a:ext cx="5248274" cy="1903085"/>
          </a:xfrm>
        </p:spPr>
        <p:txBody>
          <a:bodyPr/>
          <a:lstStyle>
            <a:lvl1pPr marL="0" indent="0">
              <a:spcAft>
                <a:spcPts val="600"/>
              </a:spcAft>
              <a:buNone/>
              <a:defRPr sz="1800" b="0" i="0">
                <a:latin typeface="Amazon Ember Mono" panose="020B0509020204020204" pitchFamily="49" charset="0"/>
                <a:ea typeface="Amazon Ember Display" panose="020F0603020204020204" pitchFamily="34" charset="0"/>
                <a:cs typeface="Amazon Ember Display" panose="020F0603020204020204" pitchFamily="34" charset="0"/>
              </a:defRPr>
            </a:lvl1pPr>
            <a:lvl2pPr marL="228600" indent="0">
              <a:spcAft>
                <a:spcPts val="600"/>
              </a:spcAft>
              <a:buNone/>
              <a:defRPr sz="1800" b="0" i="0">
                <a:latin typeface="Amazon Ember Mono" panose="020B0509020204020204" pitchFamily="49" charset="0"/>
                <a:ea typeface="Amazon Ember Display" panose="020F0603020204020204" pitchFamily="34" charset="0"/>
                <a:cs typeface="Amazon Ember Display" panose="020F0603020204020204" pitchFamily="34" charset="0"/>
              </a:defRPr>
            </a:lvl2pPr>
            <a:lvl3pPr marL="457200" indent="0">
              <a:spcAft>
                <a:spcPts val="600"/>
              </a:spcAft>
              <a:buNone/>
              <a:defRPr sz="1800" b="0" i="0">
                <a:latin typeface="Amazon Ember Mono" panose="020B0509020204020204" pitchFamily="49" charset="0"/>
                <a:ea typeface="Amazon Ember Display" panose="020F0603020204020204" pitchFamily="34" charset="0"/>
                <a:cs typeface="Amazon Ember Display" panose="020F0603020204020204" pitchFamily="34" charset="0"/>
              </a:defRPr>
            </a:lvl3pPr>
            <a:lvl4pPr marL="685800" indent="0">
              <a:spcAft>
                <a:spcPts val="600"/>
              </a:spcAft>
              <a:buNone/>
              <a:defRPr sz="1800" b="0" i="0">
                <a:latin typeface="Amazon Ember Mono" panose="020B0509020204020204" pitchFamily="49" charset="0"/>
                <a:ea typeface="Amazon Ember Display" panose="020F0603020204020204" pitchFamily="34" charset="0"/>
                <a:cs typeface="Amazon Ember Display" panose="020F0603020204020204" pitchFamily="34" charset="0"/>
              </a:defRPr>
            </a:lvl4pPr>
            <a:lvl5pPr marL="914400" indent="0">
              <a:spcAft>
                <a:spcPts val="600"/>
              </a:spcAft>
              <a:buNone/>
              <a:defRPr sz="1800" b="0" i="0">
                <a:latin typeface="Amazon Ember Mono" panose="020B0509020204020204" pitchFamily="49" charset="0"/>
                <a:ea typeface="Amazon Ember Display" panose="020F0603020204020204" pitchFamily="34" charset="0"/>
                <a:cs typeface="Amazon Ember Display" panose="020F0603020204020204" pitchFamily="34" charset="0"/>
              </a:defRPr>
            </a:lvl5pPr>
          </a:lstStyle>
          <a:p>
            <a:pPr lvl="0"/>
            <a:r>
              <a:rPr lang="en-US"/>
              <a:t>Enter code</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F72257F-5E84-444A-B9C4-CCB856025EB2}"/>
              </a:ext>
            </a:extLst>
          </p:cNvPr>
          <p:cNvSpPr>
            <a:spLocks noGrp="1"/>
          </p:cNvSpPr>
          <p:nvPr>
            <p:ph sz="half" idx="2" hasCustomPrompt="1"/>
          </p:nvPr>
        </p:nvSpPr>
        <p:spPr>
          <a:xfrm>
            <a:off x="6334125" y="1714500"/>
            <a:ext cx="5248276" cy="1903085"/>
          </a:xfrm>
        </p:spPr>
        <p:txBody>
          <a:bodyPr/>
          <a:lstStyle>
            <a:lvl1pPr marL="0" indent="0">
              <a:spcAft>
                <a:spcPts val="600"/>
              </a:spcAft>
              <a:buNone/>
              <a:defRPr sz="1800" b="0" i="0">
                <a:latin typeface="Amazon Ember Mono" panose="020B0509020204020204" pitchFamily="49" charset="0"/>
                <a:ea typeface="Amazon Ember Display" panose="020F0603020204020204" pitchFamily="34" charset="0"/>
                <a:cs typeface="Amazon Ember Display" panose="020F0603020204020204" pitchFamily="34" charset="0"/>
              </a:defRPr>
            </a:lvl1pPr>
            <a:lvl2pPr marL="228600" indent="0">
              <a:spcAft>
                <a:spcPts val="600"/>
              </a:spcAft>
              <a:buNone/>
              <a:defRPr sz="1800" b="0" i="0">
                <a:latin typeface="Amazon Ember Mono" panose="020B0509020204020204" pitchFamily="49" charset="0"/>
                <a:ea typeface="Amazon Ember Display" panose="020F0603020204020204" pitchFamily="34" charset="0"/>
                <a:cs typeface="Amazon Ember Display" panose="020F0603020204020204" pitchFamily="34" charset="0"/>
              </a:defRPr>
            </a:lvl2pPr>
            <a:lvl3pPr marL="457200" indent="0">
              <a:spcAft>
                <a:spcPts val="600"/>
              </a:spcAft>
              <a:buNone/>
              <a:defRPr sz="1800" b="0" i="0">
                <a:latin typeface="Amazon Ember Mono" panose="020B0509020204020204" pitchFamily="49" charset="0"/>
                <a:ea typeface="Amazon Ember Display" panose="020F0603020204020204" pitchFamily="34" charset="0"/>
                <a:cs typeface="Amazon Ember Display" panose="020F0603020204020204" pitchFamily="34" charset="0"/>
              </a:defRPr>
            </a:lvl3pPr>
            <a:lvl4pPr marL="685800" indent="0">
              <a:spcAft>
                <a:spcPts val="600"/>
              </a:spcAft>
              <a:buNone/>
              <a:defRPr sz="1800" b="0" i="0">
                <a:latin typeface="Amazon Ember Mono" panose="020B0509020204020204" pitchFamily="49" charset="0"/>
                <a:ea typeface="Amazon Ember Display" panose="020F0603020204020204" pitchFamily="34" charset="0"/>
                <a:cs typeface="Amazon Ember Display" panose="020F0603020204020204" pitchFamily="34" charset="0"/>
              </a:defRPr>
            </a:lvl4pPr>
            <a:lvl5pPr marL="914400" indent="0">
              <a:spcAft>
                <a:spcPts val="600"/>
              </a:spcAft>
              <a:buNone/>
              <a:defRPr sz="1800" b="0" i="0">
                <a:latin typeface="Amazon Ember Mono" panose="020B0509020204020204" pitchFamily="49" charset="0"/>
                <a:ea typeface="Amazon Ember Display" panose="020F0603020204020204" pitchFamily="34" charset="0"/>
                <a:cs typeface="Amazon Ember Display" panose="020F0603020204020204" pitchFamily="34" charset="0"/>
              </a:defRPr>
            </a:lvl5pPr>
          </a:lstStyle>
          <a:p>
            <a:pPr lvl="0"/>
            <a:r>
              <a:rPr lang="en-US"/>
              <a:t>Enter code</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D810155-AFE0-49FD-8E9F-C55D662327A4}"/>
              </a:ext>
            </a:extLst>
          </p:cNvPr>
          <p:cNvSpPr>
            <a:spLocks noGrp="1"/>
          </p:cNvSpPr>
          <p:nvPr>
            <p:ph type="dt" sz="half" idx="10"/>
          </p:nvPr>
        </p:nvSpPr>
        <p:spPr/>
        <p:txBody>
          <a:bodyPr/>
          <a:lstStyle>
            <a:lvl1pPr>
              <a:defRPr b="0" i="0">
                <a:latin typeface="Amazon Ember Display" panose="020F0603020204020204" pitchFamily="34" charset="0"/>
              </a:defRPr>
            </a:lvl1pPr>
          </a:lstStyle>
          <a:p>
            <a:fld id="{BA838F1F-E927-864D-8933-A87A9B46D340}" type="datetime1">
              <a:rPr lang="en-US" smtClean="0"/>
              <a:pPr/>
              <a:t>5/14/26</a:t>
            </a:fld>
            <a:endParaRPr lang="en-US"/>
          </a:p>
        </p:txBody>
      </p:sp>
      <p:sp>
        <p:nvSpPr>
          <p:cNvPr id="6" name="Footer Placeholder 5">
            <a:extLst>
              <a:ext uri="{FF2B5EF4-FFF2-40B4-BE49-F238E27FC236}">
                <a16:creationId xmlns:a16="http://schemas.microsoft.com/office/drawing/2014/main" id="{C99A757A-A572-48F6-B0E7-EBDAFBA598C6}"/>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7" name="Slide Number Placeholder 6">
            <a:extLst>
              <a:ext uri="{FF2B5EF4-FFF2-40B4-BE49-F238E27FC236}">
                <a16:creationId xmlns:a16="http://schemas.microsoft.com/office/drawing/2014/main" id="{76BBE49C-423E-451A-A0D2-7D73F2531B98}"/>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2496192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Q&amp;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90820-803B-4C55-BA9E-AE3223753EEA}"/>
              </a:ext>
            </a:extLst>
          </p:cNvPr>
          <p:cNvSpPr>
            <a:spLocks noGrp="1"/>
          </p:cNvSpPr>
          <p:nvPr>
            <p:ph type="title" hasCustomPrompt="1"/>
          </p:nvPr>
        </p:nvSpPr>
        <p:spPr>
          <a:xfrm>
            <a:off x="653256" y="3226552"/>
            <a:ext cx="6823869" cy="750238"/>
          </a:xfrm>
          <a:prstGeom prst="rect">
            <a:avLst/>
          </a:prstGeom>
        </p:spPr>
        <p:txBody>
          <a:bodyPr/>
          <a:lstStyle>
            <a:lvl1pPr>
              <a:defRPr sz="28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Enter subtitle</a:t>
            </a:r>
          </a:p>
        </p:txBody>
      </p:sp>
      <p:sp>
        <p:nvSpPr>
          <p:cNvPr id="3" name="Date Placeholder 2">
            <a:extLst>
              <a:ext uri="{FF2B5EF4-FFF2-40B4-BE49-F238E27FC236}">
                <a16:creationId xmlns:a16="http://schemas.microsoft.com/office/drawing/2014/main" id="{35841FE7-5B7D-4299-B262-F8E574B50BA0}"/>
              </a:ext>
            </a:extLst>
          </p:cNvPr>
          <p:cNvSpPr>
            <a:spLocks noGrp="1"/>
          </p:cNvSpPr>
          <p:nvPr>
            <p:ph type="dt" sz="half" idx="10"/>
          </p:nvPr>
        </p:nvSpPr>
        <p:spPr/>
        <p:txBody>
          <a:bodyPr/>
          <a:lstStyle>
            <a:lvl1pPr>
              <a:defRPr b="0" i="0">
                <a:latin typeface="Amazon Ember Display" panose="020F0603020204020204" pitchFamily="34" charset="0"/>
              </a:defRPr>
            </a:lvl1pPr>
          </a:lstStyle>
          <a:p>
            <a:fld id="{F5CD9E88-8D52-D44B-9301-05276D5B5248}" type="datetime1">
              <a:rPr lang="en-US" smtClean="0"/>
              <a:pPr/>
              <a:t>5/14/26</a:t>
            </a:fld>
            <a:endParaRPr lang="en-US"/>
          </a:p>
        </p:txBody>
      </p:sp>
      <p:sp>
        <p:nvSpPr>
          <p:cNvPr id="4" name="Footer Placeholder 3">
            <a:extLst>
              <a:ext uri="{FF2B5EF4-FFF2-40B4-BE49-F238E27FC236}">
                <a16:creationId xmlns:a16="http://schemas.microsoft.com/office/drawing/2014/main" id="{728617C0-A817-49E3-9857-07752AB40137}"/>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5" name="Slide Number Placeholder 4">
            <a:extLst>
              <a:ext uri="{FF2B5EF4-FFF2-40B4-BE49-F238E27FC236}">
                <a16:creationId xmlns:a16="http://schemas.microsoft.com/office/drawing/2014/main" id="{D2B99A66-7F1A-495E-B008-D2DB34B05B55}"/>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
        <p:nvSpPr>
          <p:cNvPr id="6" name="TextBox 5">
            <a:extLst>
              <a:ext uri="{FF2B5EF4-FFF2-40B4-BE49-F238E27FC236}">
                <a16:creationId xmlns:a16="http://schemas.microsoft.com/office/drawing/2014/main" id="{90F7951E-E6AB-4553-9142-A91D5BC58C21}"/>
              </a:ext>
            </a:extLst>
          </p:cNvPr>
          <p:cNvSpPr txBox="1"/>
          <p:nvPr userDrawn="1"/>
        </p:nvSpPr>
        <p:spPr>
          <a:xfrm>
            <a:off x="609599" y="2428875"/>
            <a:ext cx="6867525" cy="955666"/>
          </a:xfrm>
          <a:prstGeom prst="rect">
            <a:avLst/>
          </a:prstGeom>
          <a:noFill/>
        </p:spPr>
        <p:txBody>
          <a:bodyPr wrap="square" lIns="0" rtlCol="0">
            <a:noAutofit/>
          </a:bodyPr>
          <a:lstStyle/>
          <a:p>
            <a:r>
              <a:rPr lang="en-US" sz="4800" b="0" i="0">
                <a:solidFill>
                  <a:schemeClr val="tx2"/>
                </a:solidFill>
                <a:latin typeface="Amazon Ember Display" panose="020F0603020204020204" pitchFamily="34" charset="0"/>
              </a:rPr>
              <a:t>Q&amp;A</a:t>
            </a:r>
          </a:p>
        </p:txBody>
      </p:sp>
    </p:spTree>
    <p:extLst>
      <p:ext uri="{BB962C8B-B14F-4D97-AF65-F5344CB8AC3E}">
        <p14:creationId xmlns:p14="http://schemas.microsoft.com/office/powerpoint/2010/main" val="1105406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Video or Demo Divi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15E6F-C631-449B-B22F-53FD20C9E896}"/>
              </a:ext>
            </a:extLst>
          </p:cNvPr>
          <p:cNvSpPr>
            <a:spLocks noGrp="1"/>
          </p:cNvSpPr>
          <p:nvPr>
            <p:ph type="title" hasCustomPrompt="1"/>
          </p:nvPr>
        </p:nvSpPr>
        <p:spPr>
          <a:xfrm>
            <a:off x="609600" y="2773436"/>
            <a:ext cx="7823200" cy="1311128"/>
          </a:xfrm>
          <a:prstGeom prst="rect">
            <a:avLst/>
          </a:prstGeom>
        </p:spPr>
        <p:txBody>
          <a:bodyPr anchor="ctr" anchorCtr="0"/>
          <a:lstStyle>
            <a:lvl1pPr>
              <a:defRPr sz="44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Video or demo divider: Enter “Video” or “Demo” here</a:t>
            </a:r>
          </a:p>
        </p:txBody>
      </p:sp>
    </p:spTree>
    <p:extLst>
      <p:ext uri="{BB962C8B-B14F-4D97-AF65-F5344CB8AC3E}">
        <p14:creationId xmlns:p14="http://schemas.microsoft.com/office/powerpoint/2010/main" val="2706605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C300D94-E16B-4268-9D8D-053D71D5DCA2}"/>
              </a:ext>
            </a:extLst>
          </p:cNvPr>
          <p:cNvPicPr>
            <a:picLocks noChangeAspect="1"/>
          </p:cNvPicPr>
          <p:nvPr userDrawn="1"/>
        </p:nvPicPr>
        <p:blipFill>
          <a:blip r:embed="rId2"/>
          <a:stretch>
            <a:fillRect/>
          </a:stretch>
        </p:blipFill>
        <p:spPr>
          <a:xfrm>
            <a:off x="4994672" y="2327672"/>
            <a:ext cx="2202656" cy="2202656"/>
          </a:xfrm>
          <a:prstGeom prst="rect">
            <a:avLst/>
          </a:prstGeom>
        </p:spPr>
      </p:pic>
      <p:sp>
        <p:nvSpPr>
          <p:cNvPr id="7" name="Media Placeholder 6">
            <a:extLst>
              <a:ext uri="{FF2B5EF4-FFF2-40B4-BE49-F238E27FC236}">
                <a16:creationId xmlns:a16="http://schemas.microsoft.com/office/drawing/2014/main" id="{6100FBD5-D226-4B79-8009-A3AA42458FC8}"/>
              </a:ext>
            </a:extLst>
          </p:cNvPr>
          <p:cNvSpPr>
            <a:spLocks noGrp="1"/>
          </p:cNvSpPr>
          <p:nvPr>
            <p:ph type="media" sz="quarter" idx="10"/>
          </p:nvPr>
        </p:nvSpPr>
        <p:spPr>
          <a:xfrm>
            <a:off x="0" y="0"/>
            <a:ext cx="12192000" cy="6858000"/>
          </a:xfrm>
          <a:solidFill>
            <a:schemeClr val="bg2"/>
          </a:solidFill>
        </p:spPr>
        <p:txBody>
          <a:bodyPr lIns="548640" anchor="ctr">
            <a:noAutofit/>
          </a:bodyPr>
          <a:lstStyle>
            <a:lvl1pPr marL="0" indent="0" algn="ctr">
              <a:buNone/>
              <a:defRPr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Click icon to add media</a:t>
            </a:r>
          </a:p>
        </p:txBody>
      </p:sp>
    </p:spTree>
    <p:extLst>
      <p:ext uri="{BB962C8B-B14F-4D97-AF65-F5344CB8AC3E}">
        <p14:creationId xmlns:p14="http://schemas.microsoft.com/office/powerpoint/2010/main" val="1009118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1A51E-0F08-4B7B-9A9F-00CF3AA3107A}"/>
              </a:ext>
            </a:extLst>
          </p:cNvPr>
          <p:cNvSpPr>
            <a:spLocks noGrp="1"/>
          </p:cNvSpPr>
          <p:nvPr>
            <p:ph type="title" hasCustomPrompt="1"/>
          </p:nvPr>
        </p:nvSpPr>
        <p:spPr>
          <a:xfrm>
            <a:off x="539262" y="914401"/>
            <a:ext cx="10972800" cy="646331"/>
          </a:xfrm>
          <a:prstGeom prst="rect">
            <a:avLst/>
          </a:prstGeom>
        </p:spPr>
        <p:txBody>
          <a:bodyPr anchor="t" anchorCtr="0">
            <a:normAutofit/>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Content with caption layout</a:t>
            </a:r>
          </a:p>
        </p:txBody>
      </p:sp>
      <p:sp>
        <p:nvSpPr>
          <p:cNvPr id="3" name="Content Placeholder 2">
            <a:extLst>
              <a:ext uri="{FF2B5EF4-FFF2-40B4-BE49-F238E27FC236}">
                <a16:creationId xmlns:a16="http://schemas.microsoft.com/office/drawing/2014/main" id="{54F6EECF-7227-4AD4-BC6B-F6715716A80F}"/>
              </a:ext>
            </a:extLst>
          </p:cNvPr>
          <p:cNvSpPr>
            <a:spLocks noGrp="1"/>
          </p:cNvSpPr>
          <p:nvPr>
            <p:ph idx="1" hasCustomPrompt="1"/>
          </p:nvPr>
        </p:nvSpPr>
        <p:spPr>
          <a:xfrm>
            <a:off x="6210300" y="1714501"/>
            <a:ext cx="5372100" cy="2232406"/>
          </a:xfrm>
        </p:spPr>
        <p:txBody>
          <a:bodyPr/>
          <a:lstStyle>
            <a:lvl1pPr marL="457200" indent="-457200">
              <a:buFont typeface="Arial" panose="020B0604020202020204" pitchFamily="34" charset="0"/>
              <a:buChar char="•"/>
              <a:defRPr sz="28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800100" indent="-342900">
              <a:buFont typeface="Arial" panose="020B0604020202020204" pitchFamily="34" charset="0"/>
              <a:buChar char="•"/>
              <a:defRPr sz="2400" b="0" i="0">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1257300" indent="-342900">
              <a:buFont typeface="Arial" panose="020B0604020202020204" pitchFamily="34" charset="0"/>
              <a:buChar char="•"/>
              <a:defRPr sz="2000" b="0" i="0">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1657350" indent="-285750">
              <a:buFont typeface="Arial" panose="020B0604020202020204" pitchFamily="34" charset="0"/>
              <a:buChar char="•"/>
              <a:defRPr sz="1800" b="0" i="0">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2114550" indent="-285750">
              <a:buFont typeface="Arial" panose="020B0604020202020204" pitchFamily="34" charset="0"/>
              <a:buChar char="•"/>
              <a:defRPr sz="1800" b="0" i="0">
                <a:latin typeface="Amazon Ember Display" panose="020F0603020204020204" pitchFamily="34" charset="0"/>
                <a:ea typeface="Amazon Ember Display" panose="020F0603020204020204" pitchFamily="34" charset="0"/>
                <a:cs typeface="Amazon Ember Display" panose="020F0603020204020204" pitchFamily="34" charset="0"/>
              </a:defRPr>
            </a:lvl5pPr>
            <a:lvl6pPr>
              <a:defRPr sz="2000"/>
            </a:lvl6pPr>
            <a:lvl7pPr>
              <a:defRPr sz="2000"/>
            </a:lvl7pPr>
            <a:lvl8pPr>
              <a:defRPr sz="2000"/>
            </a:lvl8pPr>
            <a:lvl9pPr>
              <a:defRPr sz="2000"/>
            </a:lvl9pPr>
          </a:lstStyle>
          <a:p>
            <a:pPr lvl="0"/>
            <a:r>
              <a:rPr lang="en-US"/>
              <a:t>Enter text or click icon to add media</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A0C0C8A-CCAE-4B98-91F0-838AA4F55C8F}"/>
              </a:ext>
            </a:extLst>
          </p:cNvPr>
          <p:cNvSpPr>
            <a:spLocks noGrp="1"/>
          </p:cNvSpPr>
          <p:nvPr>
            <p:ph type="body" sz="half" idx="2" hasCustomPrompt="1"/>
          </p:nvPr>
        </p:nvSpPr>
        <p:spPr>
          <a:xfrm>
            <a:off x="609598" y="1725611"/>
            <a:ext cx="5372101" cy="313932"/>
          </a:xfrm>
        </p:spPr>
        <p:txBody>
          <a:bodyPr/>
          <a:lstStyle>
            <a:lvl1pPr marL="0" indent="0">
              <a:buNone/>
              <a:defRPr sz="1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Enter descriptive text here</a:t>
            </a:r>
          </a:p>
        </p:txBody>
      </p:sp>
    </p:spTree>
    <p:extLst>
      <p:ext uri="{BB962C8B-B14F-4D97-AF65-F5344CB8AC3E}">
        <p14:creationId xmlns:p14="http://schemas.microsoft.com/office/powerpoint/2010/main" val="1279150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hank You Option 1">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FB9EFE0-8E44-C90C-B937-EC90601AF07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ext Placeholder 7">
            <a:extLst>
              <a:ext uri="{FF2B5EF4-FFF2-40B4-BE49-F238E27FC236}">
                <a16:creationId xmlns:a16="http://schemas.microsoft.com/office/drawing/2014/main" id="{F1FFA190-394C-4586-A84A-BA2A67703000}"/>
              </a:ext>
            </a:extLst>
          </p:cNvPr>
          <p:cNvSpPr>
            <a:spLocks noGrp="1"/>
          </p:cNvSpPr>
          <p:nvPr>
            <p:ph type="body" sz="quarter" idx="10" hasCustomPrompt="1"/>
          </p:nvPr>
        </p:nvSpPr>
        <p:spPr>
          <a:xfrm>
            <a:off x="619125" y="3621643"/>
            <a:ext cx="1994088" cy="369332"/>
          </a:xfrm>
        </p:spPr>
        <p:txBody>
          <a:bodyPr anchor="b" anchorCtr="0"/>
          <a:lstStyle>
            <a:lvl1pPr marL="0" indent="0">
              <a:buNone/>
              <a:defRPr sz="20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a:t>Speaker name</a:t>
            </a:r>
          </a:p>
        </p:txBody>
      </p:sp>
      <p:sp>
        <p:nvSpPr>
          <p:cNvPr id="10" name="Text Placeholder 9">
            <a:extLst>
              <a:ext uri="{FF2B5EF4-FFF2-40B4-BE49-F238E27FC236}">
                <a16:creationId xmlns:a16="http://schemas.microsoft.com/office/drawing/2014/main" id="{B682D70F-F9C4-4C4C-A916-589EA4438C2E}"/>
              </a:ext>
            </a:extLst>
          </p:cNvPr>
          <p:cNvSpPr>
            <a:spLocks noGrp="1"/>
          </p:cNvSpPr>
          <p:nvPr>
            <p:ph type="body" sz="quarter" idx="11" hasCustomPrompt="1"/>
          </p:nvPr>
        </p:nvSpPr>
        <p:spPr>
          <a:xfrm>
            <a:off x="619125" y="3990975"/>
            <a:ext cx="1994088" cy="535531"/>
          </a:xfrm>
        </p:spPr>
        <p:txBody>
          <a:bodyPr/>
          <a:lstStyle>
            <a:lvl1pPr marL="0" indent="0">
              <a:spcAft>
                <a:spcPts val="600"/>
              </a:spcAft>
              <a:buNone/>
              <a:defRPr sz="16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a:t>Speaker contact info (email or socials)</a:t>
            </a:r>
          </a:p>
        </p:txBody>
      </p:sp>
      <p:sp>
        <p:nvSpPr>
          <p:cNvPr id="11" name="Text Placeholder 7">
            <a:extLst>
              <a:ext uri="{FF2B5EF4-FFF2-40B4-BE49-F238E27FC236}">
                <a16:creationId xmlns:a16="http://schemas.microsoft.com/office/drawing/2014/main" id="{393A1250-E885-4935-B98D-9C62E4E51F4E}"/>
              </a:ext>
            </a:extLst>
          </p:cNvPr>
          <p:cNvSpPr>
            <a:spLocks noGrp="1"/>
          </p:cNvSpPr>
          <p:nvPr>
            <p:ph type="body" sz="quarter" idx="12" hasCustomPrompt="1"/>
          </p:nvPr>
        </p:nvSpPr>
        <p:spPr>
          <a:xfrm>
            <a:off x="2714625" y="3621643"/>
            <a:ext cx="1994088" cy="369332"/>
          </a:xfrm>
        </p:spPr>
        <p:txBody>
          <a:bodyPr anchor="b" anchorCtr="0"/>
          <a:lstStyle>
            <a:lvl1pPr marL="0" indent="0">
              <a:buNone/>
              <a:defRPr sz="20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a:t>Speaker name</a:t>
            </a:r>
          </a:p>
        </p:txBody>
      </p:sp>
      <p:sp>
        <p:nvSpPr>
          <p:cNvPr id="12" name="Text Placeholder 9">
            <a:extLst>
              <a:ext uri="{FF2B5EF4-FFF2-40B4-BE49-F238E27FC236}">
                <a16:creationId xmlns:a16="http://schemas.microsoft.com/office/drawing/2014/main" id="{DF7E9957-AB07-4CE6-BD9E-3631EF6ED53B}"/>
              </a:ext>
            </a:extLst>
          </p:cNvPr>
          <p:cNvSpPr>
            <a:spLocks noGrp="1"/>
          </p:cNvSpPr>
          <p:nvPr>
            <p:ph type="body" sz="quarter" idx="13" hasCustomPrompt="1"/>
          </p:nvPr>
        </p:nvSpPr>
        <p:spPr>
          <a:xfrm>
            <a:off x="2714625" y="3990975"/>
            <a:ext cx="1994088" cy="535531"/>
          </a:xfrm>
        </p:spPr>
        <p:txBody>
          <a:bodyPr/>
          <a:lstStyle>
            <a:lvl1pPr marL="0" indent="0">
              <a:spcAft>
                <a:spcPts val="600"/>
              </a:spcAft>
              <a:buNone/>
              <a:defRPr sz="16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a:t>Speaker contact info (email or socials)</a:t>
            </a:r>
          </a:p>
        </p:txBody>
      </p:sp>
      <p:sp>
        <p:nvSpPr>
          <p:cNvPr id="13" name="Text Placeholder 7">
            <a:extLst>
              <a:ext uri="{FF2B5EF4-FFF2-40B4-BE49-F238E27FC236}">
                <a16:creationId xmlns:a16="http://schemas.microsoft.com/office/drawing/2014/main" id="{E064B62F-5416-46A2-BBC6-945C362C63DE}"/>
              </a:ext>
            </a:extLst>
          </p:cNvPr>
          <p:cNvSpPr>
            <a:spLocks noGrp="1"/>
          </p:cNvSpPr>
          <p:nvPr>
            <p:ph type="body" sz="quarter" idx="14" hasCustomPrompt="1"/>
          </p:nvPr>
        </p:nvSpPr>
        <p:spPr>
          <a:xfrm>
            <a:off x="4810125" y="3621643"/>
            <a:ext cx="1994088" cy="369332"/>
          </a:xfrm>
        </p:spPr>
        <p:txBody>
          <a:bodyPr anchor="b" anchorCtr="0"/>
          <a:lstStyle>
            <a:lvl1pPr marL="0" indent="0">
              <a:buNone/>
              <a:defRPr sz="20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a:t>Speaker name</a:t>
            </a:r>
          </a:p>
        </p:txBody>
      </p:sp>
      <p:sp>
        <p:nvSpPr>
          <p:cNvPr id="14" name="Text Placeholder 9">
            <a:extLst>
              <a:ext uri="{FF2B5EF4-FFF2-40B4-BE49-F238E27FC236}">
                <a16:creationId xmlns:a16="http://schemas.microsoft.com/office/drawing/2014/main" id="{4BBE44B1-E140-4E35-AF0B-41A3CDA5CA27}"/>
              </a:ext>
            </a:extLst>
          </p:cNvPr>
          <p:cNvSpPr>
            <a:spLocks noGrp="1"/>
          </p:cNvSpPr>
          <p:nvPr>
            <p:ph type="body" sz="quarter" idx="15" hasCustomPrompt="1"/>
          </p:nvPr>
        </p:nvSpPr>
        <p:spPr>
          <a:xfrm>
            <a:off x="4810125" y="3990975"/>
            <a:ext cx="1994088" cy="535531"/>
          </a:xfrm>
        </p:spPr>
        <p:txBody>
          <a:bodyPr/>
          <a:lstStyle>
            <a:lvl1pPr marL="0" indent="0">
              <a:spcAft>
                <a:spcPts val="600"/>
              </a:spcAft>
              <a:buNone/>
              <a:defRPr sz="16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a:t>Speaker contact info (email or socials)</a:t>
            </a:r>
          </a:p>
        </p:txBody>
      </p:sp>
      <p:sp>
        <p:nvSpPr>
          <p:cNvPr id="16" name="TextBox 15">
            <a:extLst>
              <a:ext uri="{FF2B5EF4-FFF2-40B4-BE49-F238E27FC236}">
                <a16:creationId xmlns:a16="http://schemas.microsoft.com/office/drawing/2014/main" id="{82BEBFA3-8C5E-448A-B03D-8DAAEBB407B0}"/>
              </a:ext>
            </a:extLst>
          </p:cNvPr>
          <p:cNvSpPr txBox="1"/>
          <p:nvPr userDrawn="1"/>
        </p:nvSpPr>
        <p:spPr>
          <a:xfrm>
            <a:off x="609599" y="2461211"/>
            <a:ext cx="6867525" cy="923330"/>
          </a:xfrm>
          <a:prstGeom prst="rect">
            <a:avLst/>
          </a:prstGeom>
          <a:noFill/>
        </p:spPr>
        <p:txBody>
          <a:bodyPr wrap="square" lIns="0" rtlCol="0">
            <a:noAutofit/>
          </a:bodyPr>
          <a:lstStyle/>
          <a:p>
            <a:r>
              <a:rPr lang="en-US" sz="4800" b="0" i="0">
                <a:solidFill>
                  <a:schemeClr val="tx2"/>
                </a:solidFill>
                <a:latin typeface="Amazon Ember Display" panose="020F0603020204020204" pitchFamily="34" charset="0"/>
              </a:rPr>
              <a:t>Thank you!</a:t>
            </a:r>
          </a:p>
        </p:txBody>
      </p:sp>
      <p:pic>
        <p:nvPicPr>
          <p:cNvPr id="4" name="Picture 3">
            <a:extLst>
              <a:ext uri="{FF2B5EF4-FFF2-40B4-BE49-F238E27FC236}">
                <a16:creationId xmlns:a16="http://schemas.microsoft.com/office/drawing/2014/main" id="{DF991574-CEFD-26D9-588F-1C0FFBCDA2F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2686" y="5616413"/>
            <a:ext cx="979714" cy="586152"/>
          </a:xfrm>
          <a:prstGeom prst="rect">
            <a:avLst/>
          </a:prstGeom>
        </p:spPr>
      </p:pic>
      <p:sp>
        <p:nvSpPr>
          <p:cNvPr id="2" name="TextBox 1">
            <a:extLst>
              <a:ext uri="{FF2B5EF4-FFF2-40B4-BE49-F238E27FC236}">
                <a16:creationId xmlns:a16="http://schemas.microsoft.com/office/drawing/2014/main" id="{EA8C7E34-CF30-2AED-4C9C-32CE310B5A51}"/>
              </a:ext>
            </a:extLst>
          </p:cNvPr>
          <p:cNvSpPr txBox="1"/>
          <p:nvPr userDrawn="1"/>
        </p:nvSpPr>
        <p:spPr>
          <a:xfrm>
            <a:off x="527767" y="6017899"/>
            <a:ext cx="3977371"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2026, Amazon Web Services, Inc. or its affiliates. All rights reserved. Amazon Confidential and Trademark.</a:t>
            </a:r>
          </a:p>
        </p:txBody>
      </p:sp>
    </p:spTree>
    <p:extLst>
      <p:ext uri="{BB962C8B-B14F-4D97-AF65-F5344CB8AC3E}">
        <p14:creationId xmlns:p14="http://schemas.microsoft.com/office/powerpoint/2010/main" val="158040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hank You Option 2">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92306B6-0447-DE92-96EA-90340D62C6C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 Placeholder 7">
            <a:extLst>
              <a:ext uri="{FF2B5EF4-FFF2-40B4-BE49-F238E27FC236}">
                <a16:creationId xmlns:a16="http://schemas.microsoft.com/office/drawing/2014/main" id="{F4CEAE59-88AB-067D-8305-5D60E5C0CC94}"/>
              </a:ext>
            </a:extLst>
          </p:cNvPr>
          <p:cNvSpPr>
            <a:spLocks noGrp="1"/>
          </p:cNvSpPr>
          <p:nvPr>
            <p:ph type="body" sz="quarter" idx="10" hasCustomPrompt="1"/>
          </p:nvPr>
        </p:nvSpPr>
        <p:spPr>
          <a:xfrm>
            <a:off x="619125" y="3621643"/>
            <a:ext cx="1994088" cy="369332"/>
          </a:xfrm>
        </p:spPr>
        <p:txBody>
          <a:bodyPr anchor="b" anchorCtr="0"/>
          <a:lstStyle>
            <a:lvl1pPr marL="0" indent="0">
              <a:buNone/>
              <a:defRPr sz="20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a:t>Speaker name</a:t>
            </a:r>
          </a:p>
        </p:txBody>
      </p:sp>
      <p:sp>
        <p:nvSpPr>
          <p:cNvPr id="4" name="Text Placeholder 9">
            <a:extLst>
              <a:ext uri="{FF2B5EF4-FFF2-40B4-BE49-F238E27FC236}">
                <a16:creationId xmlns:a16="http://schemas.microsoft.com/office/drawing/2014/main" id="{7ED4E7E8-6939-47DD-F50C-1BE8D7C7AB1B}"/>
              </a:ext>
            </a:extLst>
          </p:cNvPr>
          <p:cNvSpPr>
            <a:spLocks noGrp="1"/>
          </p:cNvSpPr>
          <p:nvPr>
            <p:ph type="body" sz="quarter" idx="11" hasCustomPrompt="1"/>
          </p:nvPr>
        </p:nvSpPr>
        <p:spPr>
          <a:xfrm>
            <a:off x="619125" y="3990975"/>
            <a:ext cx="1994088" cy="535531"/>
          </a:xfrm>
        </p:spPr>
        <p:txBody>
          <a:bodyPr/>
          <a:lstStyle>
            <a:lvl1pPr marL="0" indent="0">
              <a:spcAft>
                <a:spcPts val="600"/>
              </a:spcAft>
              <a:buNone/>
              <a:defRPr sz="16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a:t>Speaker contact info (email or socials)</a:t>
            </a:r>
          </a:p>
        </p:txBody>
      </p:sp>
      <p:sp>
        <p:nvSpPr>
          <p:cNvPr id="5" name="Text Placeholder 7">
            <a:extLst>
              <a:ext uri="{FF2B5EF4-FFF2-40B4-BE49-F238E27FC236}">
                <a16:creationId xmlns:a16="http://schemas.microsoft.com/office/drawing/2014/main" id="{B0E08B7E-513C-0B0B-9DC0-33A10068E811}"/>
              </a:ext>
            </a:extLst>
          </p:cNvPr>
          <p:cNvSpPr>
            <a:spLocks noGrp="1"/>
          </p:cNvSpPr>
          <p:nvPr>
            <p:ph type="body" sz="quarter" idx="12" hasCustomPrompt="1"/>
          </p:nvPr>
        </p:nvSpPr>
        <p:spPr>
          <a:xfrm>
            <a:off x="2714625" y="3621643"/>
            <a:ext cx="1994088" cy="369332"/>
          </a:xfrm>
        </p:spPr>
        <p:txBody>
          <a:bodyPr anchor="b" anchorCtr="0"/>
          <a:lstStyle>
            <a:lvl1pPr marL="0" indent="0">
              <a:buNone/>
              <a:defRPr sz="20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a:t>Speaker name</a:t>
            </a:r>
          </a:p>
        </p:txBody>
      </p:sp>
      <p:sp>
        <p:nvSpPr>
          <p:cNvPr id="6" name="Text Placeholder 9">
            <a:extLst>
              <a:ext uri="{FF2B5EF4-FFF2-40B4-BE49-F238E27FC236}">
                <a16:creationId xmlns:a16="http://schemas.microsoft.com/office/drawing/2014/main" id="{21EF1BFC-F8EA-31FF-2ECB-6FE640057D1C}"/>
              </a:ext>
            </a:extLst>
          </p:cNvPr>
          <p:cNvSpPr>
            <a:spLocks noGrp="1"/>
          </p:cNvSpPr>
          <p:nvPr>
            <p:ph type="body" sz="quarter" idx="13" hasCustomPrompt="1"/>
          </p:nvPr>
        </p:nvSpPr>
        <p:spPr>
          <a:xfrm>
            <a:off x="2714625" y="3990975"/>
            <a:ext cx="1994088" cy="535531"/>
          </a:xfrm>
        </p:spPr>
        <p:txBody>
          <a:bodyPr/>
          <a:lstStyle>
            <a:lvl1pPr marL="0" indent="0">
              <a:spcAft>
                <a:spcPts val="600"/>
              </a:spcAft>
              <a:buNone/>
              <a:defRPr sz="16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a:t>Speaker contact info (email or socials)</a:t>
            </a:r>
          </a:p>
        </p:txBody>
      </p:sp>
      <p:sp>
        <p:nvSpPr>
          <p:cNvPr id="7" name="Text Placeholder 7">
            <a:extLst>
              <a:ext uri="{FF2B5EF4-FFF2-40B4-BE49-F238E27FC236}">
                <a16:creationId xmlns:a16="http://schemas.microsoft.com/office/drawing/2014/main" id="{BCF5D785-7779-B4A7-1593-D9E4005D4186}"/>
              </a:ext>
            </a:extLst>
          </p:cNvPr>
          <p:cNvSpPr>
            <a:spLocks noGrp="1"/>
          </p:cNvSpPr>
          <p:nvPr>
            <p:ph type="body" sz="quarter" idx="14" hasCustomPrompt="1"/>
          </p:nvPr>
        </p:nvSpPr>
        <p:spPr>
          <a:xfrm>
            <a:off x="4810125" y="3621643"/>
            <a:ext cx="1994088" cy="369332"/>
          </a:xfrm>
        </p:spPr>
        <p:txBody>
          <a:bodyPr anchor="b" anchorCtr="0"/>
          <a:lstStyle>
            <a:lvl1pPr marL="0" indent="0">
              <a:buNone/>
              <a:defRPr sz="20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a:t>Speaker name</a:t>
            </a:r>
          </a:p>
        </p:txBody>
      </p:sp>
      <p:sp>
        <p:nvSpPr>
          <p:cNvPr id="9" name="Text Placeholder 9">
            <a:extLst>
              <a:ext uri="{FF2B5EF4-FFF2-40B4-BE49-F238E27FC236}">
                <a16:creationId xmlns:a16="http://schemas.microsoft.com/office/drawing/2014/main" id="{6C67EAE0-22D8-7774-6075-2E7C8D357946}"/>
              </a:ext>
            </a:extLst>
          </p:cNvPr>
          <p:cNvSpPr>
            <a:spLocks noGrp="1"/>
          </p:cNvSpPr>
          <p:nvPr>
            <p:ph type="body" sz="quarter" idx="15" hasCustomPrompt="1"/>
          </p:nvPr>
        </p:nvSpPr>
        <p:spPr>
          <a:xfrm>
            <a:off x="4810125" y="3990975"/>
            <a:ext cx="1994088" cy="535531"/>
          </a:xfrm>
        </p:spPr>
        <p:txBody>
          <a:bodyPr/>
          <a:lstStyle>
            <a:lvl1pPr marL="0" indent="0">
              <a:spcAft>
                <a:spcPts val="600"/>
              </a:spcAft>
              <a:buNone/>
              <a:defRPr sz="16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a:t>Speaker contact info (email or socials)</a:t>
            </a:r>
          </a:p>
        </p:txBody>
      </p:sp>
      <p:sp>
        <p:nvSpPr>
          <p:cNvPr id="20" name="TextBox 19">
            <a:extLst>
              <a:ext uri="{FF2B5EF4-FFF2-40B4-BE49-F238E27FC236}">
                <a16:creationId xmlns:a16="http://schemas.microsoft.com/office/drawing/2014/main" id="{8B073B14-3FCE-9EBE-8EF4-076D31F5D3A9}"/>
              </a:ext>
            </a:extLst>
          </p:cNvPr>
          <p:cNvSpPr txBox="1"/>
          <p:nvPr userDrawn="1"/>
        </p:nvSpPr>
        <p:spPr>
          <a:xfrm>
            <a:off x="609599" y="2461211"/>
            <a:ext cx="6867525" cy="923330"/>
          </a:xfrm>
          <a:prstGeom prst="rect">
            <a:avLst/>
          </a:prstGeom>
          <a:noFill/>
        </p:spPr>
        <p:txBody>
          <a:bodyPr wrap="square" lIns="0" rtlCol="0">
            <a:noAutofit/>
          </a:bodyPr>
          <a:lstStyle/>
          <a:p>
            <a:r>
              <a:rPr lang="en-US" sz="4800" b="0" i="0">
                <a:solidFill>
                  <a:schemeClr val="tx2"/>
                </a:solidFill>
                <a:latin typeface="Amazon Ember Display" panose="020F0603020204020204" pitchFamily="34" charset="0"/>
              </a:rPr>
              <a:t>Thank you!</a:t>
            </a:r>
          </a:p>
        </p:txBody>
      </p:sp>
      <p:sp>
        <p:nvSpPr>
          <p:cNvPr id="21" name="TextBox 20">
            <a:extLst>
              <a:ext uri="{FF2B5EF4-FFF2-40B4-BE49-F238E27FC236}">
                <a16:creationId xmlns:a16="http://schemas.microsoft.com/office/drawing/2014/main" id="{2B64E461-542C-9DF0-B91E-B36341643F32}"/>
              </a:ext>
            </a:extLst>
          </p:cNvPr>
          <p:cNvSpPr txBox="1"/>
          <p:nvPr userDrawn="1"/>
        </p:nvSpPr>
        <p:spPr>
          <a:xfrm>
            <a:off x="-1352550" y="3771900"/>
            <a:ext cx="65" cy="369332"/>
          </a:xfrm>
          <a:prstGeom prst="rect">
            <a:avLst/>
          </a:prstGeom>
          <a:noFill/>
        </p:spPr>
        <p:txBody>
          <a:bodyPr wrap="none" lIns="0" rIns="0" rtlCol="0">
            <a:spAutoFit/>
          </a:bodyPr>
          <a:lstStyle/>
          <a:p>
            <a:pPr algn="l"/>
            <a:endParaRPr lang="en-US" b="0" i="0" err="1">
              <a:latin typeface="Amazon Ember Display" panose="020F0603020204020204" pitchFamily="34" charset="0"/>
            </a:endParaRPr>
          </a:p>
        </p:txBody>
      </p:sp>
      <p:pic>
        <p:nvPicPr>
          <p:cNvPr id="8" name="Picture 7">
            <a:extLst>
              <a:ext uri="{FF2B5EF4-FFF2-40B4-BE49-F238E27FC236}">
                <a16:creationId xmlns:a16="http://schemas.microsoft.com/office/drawing/2014/main" id="{113BB739-DBCB-A674-9F3C-97310C1F9F2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2686" y="5616413"/>
            <a:ext cx="979714" cy="586152"/>
          </a:xfrm>
          <a:prstGeom prst="rect">
            <a:avLst/>
          </a:prstGeom>
        </p:spPr>
      </p:pic>
      <p:sp>
        <p:nvSpPr>
          <p:cNvPr id="10" name="TextBox 9">
            <a:extLst>
              <a:ext uri="{FF2B5EF4-FFF2-40B4-BE49-F238E27FC236}">
                <a16:creationId xmlns:a16="http://schemas.microsoft.com/office/drawing/2014/main" id="{5A7816D4-9E22-E961-B267-8DCA00D5E0AD}"/>
              </a:ext>
            </a:extLst>
          </p:cNvPr>
          <p:cNvSpPr txBox="1"/>
          <p:nvPr userDrawn="1"/>
        </p:nvSpPr>
        <p:spPr>
          <a:xfrm>
            <a:off x="527767" y="6017899"/>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2026, Amazon Web Services, Inc. or its affiliates. All rights reserved. Amazon Confidential and Trademark.</a:t>
            </a:r>
          </a:p>
        </p:txBody>
      </p:sp>
    </p:spTree>
    <p:extLst>
      <p:ext uri="{BB962C8B-B14F-4D97-AF65-F5344CB8AC3E}">
        <p14:creationId xmlns:p14="http://schemas.microsoft.com/office/powerpoint/2010/main" val="339859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Thank You Option 3">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FB132DE-7B4D-84B4-29EF-A28CEB1958F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8" name="Picture 7">
            <a:extLst>
              <a:ext uri="{FF2B5EF4-FFF2-40B4-BE49-F238E27FC236}">
                <a16:creationId xmlns:a16="http://schemas.microsoft.com/office/drawing/2014/main" id="{06618CA2-623A-29DB-A6D4-EB10D6D59A2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2686" y="5616413"/>
            <a:ext cx="979714" cy="586152"/>
          </a:xfrm>
          <a:prstGeom prst="rect">
            <a:avLst/>
          </a:prstGeom>
        </p:spPr>
      </p:pic>
      <p:sp>
        <p:nvSpPr>
          <p:cNvPr id="3" name="Text Placeholder 7">
            <a:extLst>
              <a:ext uri="{FF2B5EF4-FFF2-40B4-BE49-F238E27FC236}">
                <a16:creationId xmlns:a16="http://schemas.microsoft.com/office/drawing/2014/main" id="{C3E01366-E822-32FE-65C0-B3B4125945BA}"/>
              </a:ext>
            </a:extLst>
          </p:cNvPr>
          <p:cNvSpPr>
            <a:spLocks noGrp="1"/>
          </p:cNvSpPr>
          <p:nvPr>
            <p:ph type="body" sz="quarter" idx="10" hasCustomPrompt="1"/>
          </p:nvPr>
        </p:nvSpPr>
        <p:spPr>
          <a:xfrm>
            <a:off x="619125" y="3621643"/>
            <a:ext cx="1994088" cy="369332"/>
          </a:xfrm>
        </p:spPr>
        <p:txBody>
          <a:bodyPr anchor="b" anchorCtr="0"/>
          <a:lstStyle>
            <a:lvl1pPr marL="0" indent="0">
              <a:buNone/>
              <a:defRPr sz="20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a:t>Speaker name</a:t>
            </a:r>
          </a:p>
        </p:txBody>
      </p:sp>
      <p:sp>
        <p:nvSpPr>
          <p:cNvPr id="4" name="Text Placeholder 9">
            <a:extLst>
              <a:ext uri="{FF2B5EF4-FFF2-40B4-BE49-F238E27FC236}">
                <a16:creationId xmlns:a16="http://schemas.microsoft.com/office/drawing/2014/main" id="{1E78FCF9-F25E-3767-EB4A-8D919FAD0C7D}"/>
              </a:ext>
            </a:extLst>
          </p:cNvPr>
          <p:cNvSpPr>
            <a:spLocks noGrp="1"/>
          </p:cNvSpPr>
          <p:nvPr>
            <p:ph type="body" sz="quarter" idx="11" hasCustomPrompt="1"/>
          </p:nvPr>
        </p:nvSpPr>
        <p:spPr>
          <a:xfrm>
            <a:off x="619125" y="3990975"/>
            <a:ext cx="1994088" cy="535531"/>
          </a:xfrm>
        </p:spPr>
        <p:txBody>
          <a:bodyPr/>
          <a:lstStyle>
            <a:lvl1pPr marL="0" indent="0">
              <a:spcAft>
                <a:spcPts val="600"/>
              </a:spcAft>
              <a:buNone/>
              <a:defRPr sz="16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a:t>Speaker contact info (email or socials)</a:t>
            </a:r>
          </a:p>
        </p:txBody>
      </p:sp>
      <p:sp>
        <p:nvSpPr>
          <p:cNvPr id="5" name="Text Placeholder 7">
            <a:extLst>
              <a:ext uri="{FF2B5EF4-FFF2-40B4-BE49-F238E27FC236}">
                <a16:creationId xmlns:a16="http://schemas.microsoft.com/office/drawing/2014/main" id="{4A1C9D7C-4935-7A74-21C6-B88B45377B89}"/>
              </a:ext>
            </a:extLst>
          </p:cNvPr>
          <p:cNvSpPr>
            <a:spLocks noGrp="1"/>
          </p:cNvSpPr>
          <p:nvPr>
            <p:ph type="body" sz="quarter" idx="12" hasCustomPrompt="1"/>
          </p:nvPr>
        </p:nvSpPr>
        <p:spPr>
          <a:xfrm>
            <a:off x="2714625" y="3621643"/>
            <a:ext cx="1994088" cy="369332"/>
          </a:xfrm>
        </p:spPr>
        <p:txBody>
          <a:bodyPr anchor="b" anchorCtr="0"/>
          <a:lstStyle>
            <a:lvl1pPr marL="0" indent="0">
              <a:buNone/>
              <a:defRPr sz="20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a:t>Speaker name</a:t>
            </a:r>
          </a:p>
        </p:txBody>
      </p:sp>
      <p:sp>
        <p:nvSpPr>
          <p:cNvPr id="6" name="Text Placeholder 9">
            <a:extLst>
              <a:ext uri="{FF2B5EF4-FFF2-40B4-BE49-F238E27FC236}">
                <a16:creationId xmlns:a16="http://schemas.microsoft.com/office/drawing/2014/main" id="{20D6E1ED-92EF-4477-D94E-EDA210EF8854}"/>
              </a:ext>
            </a:extLst>
          </p:cNvPr>
          <p:cNvSpPr>
            <a:spLocks noGrp="1"/>
          </p:cNvSpPr>
          <p:nvPr>
            <p:ph type="body" sz="quarter" idx="13" hasCustomPrompt="1"/>
          </p:nvPr>
        </p:nvSpPr>
        <p:spPr>
          <a:xfrm>
            <a:off x="2714625" y="3990975"/>
            <a:ext cx="1994088" cy="535531"/>
          </a:xfrm>
        </p:spPr>
        <p:txBody>
          <a:bodyPr/>
          <a:lstStyle>
            <a:lvl1pPr marL="0" indent="0">
              <a:spcAft>
                <a:spcPts val="600"/>
              </a:spcAft>
              <a:buNone/>
              <a:defRPr sz="16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a:t>Speaker contact info (email or socials)</a:t>
            </a:r>
          </a:p>
        </p:txBody>
      </p:sp>
      <p:sp>
        <p:nvSpPr>
          <p:cNvPr id="7" name="Text Placeholder 7">
            <a:extLst>
              <a:ext uri="{FF2B5EF4-FFF2-40B4-BE49-F238E27FC236}">
                <a16:creationId xmlns:a16="http://schemas.microsoft.com/office/drawing/2014/main" id="{3F1AB78F-B9B6-3B94-6F03-015F0598F319}"/>
              </a:ext>
            </a:extLst>
          </p:cNvPr>
          <p:cNvSpPr>
            <a:spLocks noGrp="1"/>
          </p:cNvSpPr>
          <p:nvPr>
            <p:ph type="body" sz="quarter" idx="14" hasCustomPrompt="1"/>
          </p:nvPr>
        </p:nvSpPr>
        <p:spPr>
          <a:xfrm>
            <a:off x="4810125" y="3621643"/>
            <a:ext cx="1994088" cy="369332"/>
          </a:xfrm>
        </p:spPr>
        <p:txBody>
          <a:bodyPr anchor="b" anchorCtr="0"/>
          <a:lstStyle>
            <a:lvl1pPr marL="0" indent="0">
              <a:buNone/>
              <a:defRPr sz="20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a:t>Speaker name</a:t>
            </a:r>
          </a:p>
        </p:txBody>
      </p:sp>
      <p:sp>
        <p:nvSpPr>
          <p:cNvPr id="9" name="Text Placeholder 9">
            <a:extLst>
              <a:ext uri="{FF2B5EF4-FFF2-40B4-BE49-F238E27FC236}">
                <a16:creationId xmlns:a16="http://schemas.microsoft.com/office/drawing/2014/main" id="{7B0FD9D2-77A6-9253-CB15-84E1C403FB55}"/>
              </a:ext>
            </a:extLst>
          </p:cNvPr>
          <p:cNvSpPr>
            <a:spLocks noGrp="1"/>
          </p:cNvSpPr>
          <p:nvPr>
            <p:ph type="body" sz="quarter" idx="15" hasCustomPrompt="1"/>
          </p:nvPr>
        </p:nvSpPr>
        <p:spPr>
          <a:xfrm>
            <a:off x="4810125" y="3990975"/>
            <a:ext cx="1994088" cy="535531"/>
          </a:xfrm>
        </p:spPr>
        <p:txBody>
          <a:bodyPr/>
          <a:lstStyle>
            <a:lvl1pPr marL="0" indent="0">
              <a:spcAft>
                <a:spcPts val="600"/>
              </a:spcAft>
              <a:buNone/>
              <a:defRPr sz="16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a:t>Speaker contact info (email or socials)</a:t>
            </a:r>
          </a:p>
        </p:txBody>
      </p:sp>
      <p:sp>
        <p:nvSpPr>
          <p:cNvPr id="20" name="TextBox 19">
            <a:extLst>
              <a:ext uri="{FF2B5EF4-FFF2-40B4-BE49-F238E27FC236}">
                <a16:creationId xmlns:a16="http://schemas.microsoft.com/office/drawing/2014/main" id="{DAE79A02-C451-B664-9107-9D196F3382D7}"/>
              </a:ext>
            </a:extLst>
          </p:cNvPr>
          <p:cNvSpPr txBox="1"/>
          <p:nvPr userDrawn="1"/>
        </p:nvSpPr>
        <p:spPr>
          <a:xfrm>
            <a:off x="609599" y="2461211"/>
            <a:ext cx="6867525" cy="923330"/>
          </a:xfrm>
          <a:prstGeom prst="rect">
            <a:avLst/>
          </a:prstGeom>
          <a:noFill/>
        </p:spPr>
        <p:txBody>
          <a:bodyPr wrap="square" lIns="0" rtlCol="0">
            <a:noAutofit/>
          </a:bodyPr>
          <a:lstStyle/>
          <a:p>
            <a:r>
              <a:rPr lang="en-US" sz="4800" b="0" i="0">
                <a:solidFill>
                  <a:schemeClr val="tx2"/>
                </a:solidFill>
                <a:latin typeface="Amazon Ember Display" panose="020F0603020204020204" pitchFamily="34" charset="0"/>
              </a:rPr>
              <a:t>Thank you!</a:t>
            </a:r>
          </a:p>
        </p:txBody>
      </p:sp>
      <p:sp>
        <p:nvSpPr>
          <p:cNvPr id="21" name="TextBox 20">
            <a:extLst>
              <a:ext uri="{FF2B5EF4-FFF2-40B4-BE49-F238E27FC236}">
                <a16:creationId xmlns:a16="http://schemas.microsoft.com/office/drawing/2014/main" id="{1416FB4C-1D1E-4119-B730-03DD2E265086}"/>
              </a:ext>
            </a:extLst>
          </p:cNvPr>
          <p:cNvSpPr txBox="1"/>
          <p:nvPr userDrawn="1"/>
        </p:nvSpPr>
        <p:spPr>
          <a:xfrm>
            <a:off x="-1352550" y="3771900"/>
            <a:ext cx="65" cy="369332"/>
          </a:xfrm>
          <a:prstGeom prst="rect">
            <a:avLst/>
          </a:prstGeom>
          <a:noFill/>
        </p:spPr>
        <p:txBody>
          <a:bodyPr wrap="none" lIns="0" rIns="0" rtlCol="0">
            <a:spAutoFit/>
          </a:bodyPr>
          <a:lstStyle/>
          <a:p>
            <a:pPr algn="l"/>
            <a:endParaRPr lang="en-US" b="0" i="0" err="1">
              <a:latin typeface="Amazon Ember Display" panose="020F0603020204020204" pitchFamily="34" charset="0"/>
            </a:endParaRPr>
          </a:p>
        </p:txBody>
      </p:sp>
      <p:sp>
        <p:nvSpPr>
          <p:cNvPr id="10" name="TextBox 9">
            <a:extLst>
              <a:ext uri="{FF2B5EF4-FFF2-40B4-BE49-F238E27FC236}">
                <a16:creationId xmlns:a16="http://schemas.microsoft.com/office/drawing/2014/main" id="{573418EE-3F95-4F71-83CC-C11186EB4B28}"/>
              </a:ext>
            </a:extLst>
          </p:cNvPr>
          <p:cNvSpPr txBox="1"/>
          <p:nvPr userDrawn="1"/>
        </p:nvSpPr>
        <p:spPr>
          <a:xfrm>
            <a:off x="527767" y="6017899"/>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2026, Amazon Web Services, Inc. or its affiliates. All rights reserved. Amazon Confidential and Trademark.</a:t>
            </a:r>
          </a:p>
        </p:txBody>
      </p:sp>
    </p:spTree>
    <p:extLst>
      <p:ext uri="{BB962C8B-B14F-4D97-AF65-F5344CB8AC3E}">
        <p14:creationId xmlns:p14="http://schemas.microsoft.com/office/powerpoint/2010/main" val="1099431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FA33D-5535-4C9A-8FE3-B37ABA63B4C7}"/>
              </a:ext>
            </a:extLst>
          </p:cNvPr>
          <p:cNvSpPr>
            <a:spLocks noGrp="1"/>
          </p:cNvSpPr>
          <p:nvPr>
            <p:ph type="title"/>
          </p:nvPr>
        </p:nvSpPr>
        <p:spPr>
          <a:xfrm>
            <a:off x="609600" y="914401"/>
            <a:ext cx="10972800" cy="535531"/>
          </a:xfrm>
          <a:prstGeom prst="rect">
            <a:avLst/>
          </a:prstGeom>
        </p:spPr>
        <p:txBody>
          <a:bodyPr>
            <a:noAutofit/>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Click to edit Master title style</a:t>
            </a:r>
          </a:p>
        </p:txBody>
      </p:sp>
      <p:sp>
        <p:nvSpPr>
          <p:cNvPr id="3" name="Vertical Text Placeholder 2">
            <a:extLst>
              <a:ext uri="{FF2B5EF4-FFF2-40B4-BE49-F238E27FC236}">
                <a16:creationId xmlns:a16="http://schemas.microsoft.com/office/drawing/2014/main" id="{9E93D77A-024C-472F-B312-4E06A5BAE0BA}"/>
              </a:ext>
            </a:extLst>
          </p:cNvPr>
          <p:cNvSpPr>
            <a:spLocks noGrp="1"/>
          </p:cNvSpPr>
          <p:nvPr>
            <p:ph type="body" orient="vert" idx="1"/>
          </p:nvPr>
        </p:nvSpPr>
        <p:spPr>
          <a:xfrm>
            <a:off x="9435402" y="1718982"/>
            <a:ext cx="2146998" cy="4491317"/>
          </a:xfrm>
        </p:spPr>
        <p:txBody>
          <a:bodyPr vert="eaVert"/>
          <a:lstStyle>
            <a:lvl1pPr marL="0" indent="0">
              <a:buFontTx/>
              <a:buNone/>
              <a:defRPr b="0" i="0">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FontTx/>
              <a:buNone/>
              <a:defRPr b="0" i="0">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914400" indent="0">
              <a:buFontTx/>
              <a:buNone/>
              <a:defRPr b="0" i="0">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1371600" indent="0">
              <a:buFontTx/>
              <a:buNone/>
              <a:defRPr b="0" i="0">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828800" indent="0">
              <a:buFontTx/>
              <a:buNone/>
              <a:defRPr b="0" i="0">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7BCF1F-274F-4C05-8696-189CDAE0C33B}"/>
              </a:ext>
            </a:extLst>
          </p:cNvPr>
          <p:cNvSpPr>
            <a:spLocks noGrp="1"/>
          </p:cNvSpPr>
          <p:nvPr>
            <p:ph type="dt" sz="half" idx="10"/>
          </p:nvPr>
        </p:nvSpPr>
        <p:spPr/>
        <p:txBody>
          <a:bodyPr/>
          <a:lstStyle>
            <a:lvl1pPr>
              <a:defRPr b="0" i="0">
                <a:latin typeface="Amazon Ember Display" panose="020F0603020204020204" pitchFamily="34" charset="0"/>
              </a:defRPr>
            </a:lvl1pPr>
          </a:lstStyle>
          <a:p>
            <a:fld id="{8DF6AC9B-6FB6-E64C-9786-C40DFE89F624}" type="datetime1">
              <a:rPr lang="en-US" smtClean="0"/>
              <a:pPr/>
              <a:t>5/14/26</a:t>
            </a:fld>
            <a:endParaRPr lang="en-US"/>
          </a:p>
        </p:txBody>
      </p:sp>
      <p:sp>
        <p:nvSpPr>
          <p:cNvPr id="5" name="Footer Placeholder 4">
            <a:extLst>
              <a:ext uri="{FF2B5EF4-FFF2-40B4-BE49-F238E27FC236}">
                <a16:creationId xmlns:a16="http://schemas.microsoft.com/office/drawing/2014/main" id="{34FBB62C-DD5C-4CC6-98BC-330285579B79}"/>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6" name="Slide Number Placeholder 5">
            <a:extLst>
              <a:ext uri="{FF2B5EF4-FFF2-40B4-BE49-F238E27FC236}">
                <a16:creationId xmlns:a16="http://schemas.microsoft.com/office/drawing/2014/main" id="{310D4DAD-D906-4444-864A-7CED33CEDEB5}"/>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625061DB-7406-41C8-A121-52D8D4484FD1}" type="slidenum">
              <a:rPr lang="en-US" smtClean="0"/>
              <a:pPr/>
              <a:t>‹#›</a:t>
            </a:fld>
            <a:endParaRPr lang="en-US"/>
          </a:p>
        </p:txBody>
      </p:sp>
    </p:spTree>
    <p:extLst>
      <p:ext uri="{BB962C8B-B14F-4D97-AF65-F5344CB8AC3E}">
        <p14:creationId xmlns:p14="http://schemas.microsoft.com/office/powerpoint/2010/main" val="445709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2F2CA4B-F100-498A-9F95-D1048E98B369}"/>
              </a:ext>
            </a:extLst>
          </p:cNvPr>
          <p:cNvSpPr>
            <a:spLocks noGrp="1"/>
          </p:cNvSpPr>
          <p:nvPr>
            <p:ph type="title" orient="vert"/>
          </p:nvPr>
        </p:nvSpPr>
        <p:spPr>
          <a:xfrm>
            <a:off x="8724900" y="914399"/>
            <a:ext cx="2857500" cy="5295901"/>
          </a:xfrm>
          <a:prstGeom prst="rect">
            <a:avLst/>
          </a:prstGeom>
        </p:spPr>
        <p:txBody>
          <a:bodyPr vert="eaVert">
            <a:normAutofit/>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Click to edit Master title style</a:t>
            </a:r>
          </a:p>
        </p:txBody>
      </p:sp>
      <p:sp>
        <p:nvSpPr>
          <p:cNvPr id="3" name="Vertical Text Placeholder 2">
            <a:extLst>
              <a:ext uri="{FF2B5EF4-FFF2-40B4-BE49-F238E27FC236}">
                <a16:creationId xmlns:a16="http://schemas.microsoft.com/office/drawing/2014/main" id="{64442DEB-18AA-41C3-A034-B81C2006971D}"/>
              </a:ext>
            </a:extLst>
          </p:cNvPr>
          <p:cNvSpPr>
            <a:spLocks noGrp="1"/>
          </p:cNvSpPr>
          <p:nvPr>
            <p:ph type="body" orient="vert" idx="1"/>
          </p:nvPr>
        </p:nvSpPr>
        <p:spPr>
          <a:xfrm>
            <a:off x="6425502" y="914399"/>
            <a:ext cx="2146998" cy="5295901"/>
          </a:xfrm>
        </p:spPr>
        <p:txBody>
          <a:bodyPr vert="eaVert"/>
          <a:lstStyle>
            <a:lvl1pPr marL="457200" indent="-457200">
              <a:buFont typeface="Arial" panose="020B0604020202020204" pitchFamily="34" charset="0"/>
              <a:buChar char="•"/>
              <a:defRPr b="0" i="0">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800100" indent="-342900">
              <a:buFont typeface="Arial" panose="020B0604020202020204" pitchFamily="34" charset="0"/>
              <a:buChar char="•"/>
              <a:defRPr b="0" i="0">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1257300" indent="-342900">
              <a:buFont typeface="Arial" panose="020B0604020202020204" pitchFamily="34" charset="0"/>
              <a:buChar char="•"/>
              <a:defRPr b="0" i="0">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1657350" indent="-285750">
              <a:buFont typeface="Arial" panose="020B0604020202020204" pitchFamily="34" charset="0"/>
              <a:buChar char="•"/>
              <a:defRPr b="0" i="0">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2114550" indent="-285750">
              <a:buFont typeface="Arial" panose="020B0604020202020204" pitchFamily="34" charset="0"/>
              <a:buChar char="•"/>
              <a:defRPr b="0" i="0">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98874D-2362-4107-9CFB-6624C519CF0C}"/>
              </a:ext>
            </a:extLst>
          </p:cNvPr>
          <p:cNvSpPr>
            <a:spLocks noGrp="1"/>
          </p:cNvSpPr>
          <p:nvPr>
            <p:ph type="dt" sz="half" idx="10"/>
          </p:nvPr>
        </p:nvSpPr>
        <p:spPr/>
        <p:txBody>
          <a:bodyPr/>
          <a:lstStyle>
            <a:lvl1pPr>
              <a:defRPr b="0" i="0">
                <a:latin typeface="Amazon Ember Display" panose="020F0603020204020204" pitchFamily="34" charset="0"/>
              </a:defRPr>
            </a:lvl1pPr>
          </a:lstStyle>
          <a:p>
            <a:fld id="{21DD148F-2774-EA45-8C22-2C39149188FB}" type="datetime1">
              <a:rPr lang="en-US" smtClean="0"/>
              <a:pPr/>
              <a:t>5/14/26</a:t>
            </a:fld>
            <a:endParaRPr lang="en-US"/>
          </a:p>
        </p:txBody>
      </p:sp>
      <p:sp>
        <p:nvSpPr>
          <p:cNvPr id="5" name="Footer Placeholder 4">
            <a:extLst>
              <a:ext uri="{FF2B5EF4-FFF2-40B4-BE49-F238E27FC236}">
                <a16:creationId xmlns:a16="http://schemas.microsoft.com/office/drawing/2014/main" id="{0C81FEF1-5834-4539-A37C-ED5E275C6D22}"/>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6" name="Slide Number Placeholder 5">
            <a:extLst>
              <a:ext uri="{FF2B5EF4-FFF2-40B4-BE49-F238E27FC236}">
                <a16:creationId xmlns:a16="http://schemas.microsoft.com/office/drawing/2014/main" id="{F0AA1474-147C-4D4E-B55D-24F747B205EB}"/>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625061DB-7406-41C8-A121-52D8D4484FD1}" type="slidenum">
              <a:rPr lang="en-US" smtClean="0"/>
              <a:pPr/>
              <a:t>‹#›</a:t>
            </a:fld>
            <a:endParaRPr lang="en-US"/>
          </a:p>
        </p:txBody>
      </p:sp>
    </p:spTree>
    <p:extLst>
      <p:ext uri="{BB962C8B-B14F-4D97-AF65-F5344CB8AC3E}">
        <p14:creationId xmlns:p14="http://schemas.microsoft.com/office/powerpoint/2010/main" val="3600132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image" Target="../media/image1.png"/><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9.xml"/><Relationship Id="rId18" Type="http://schemas.openxmlformats.org/officeDocument/2006/relationships/slideLayout" Target="../slideLayouts/slideLayout74.xml"/><Relationship Id="rId26" Type="http://schemas.openxmlformats.org/officeDocument/2006/relationships/slideLayout" Target="../slideLayouts/slideLayout82.xml"/><Relationship Id="rId39" Type="http://schemas.openxmlformats.org/officeDocument/2006/relationships/slideLayout" Target="../slideLayouts/slideLayout95.xml"/><Relationship Id="rId21" Type="http://schemas.openxmlformats.org/officeDocument/2006/relationships/slideLayout" Target="../slideLayouts/slideLayout77.xml"/><Relationship Id="rId34" Type="http://schemas.openxmlformats.org/officeDocument/2006/relationships/slideLayout" Target="../slideLayouts/slideLayout90.xml"/><Relationship Id="rId42" Type="http://schemas.openxmlformats.org/officeDocument/2006/relationships/slideLayout" Target="../slideLayouts/slideLayout98.xml"/><Relationship Id="rId47" Type="http://schemas.openxmlformats.org/officeDocument/2006/relationships/slideLayout" Target="../slideLayouts/slideLayout103.xml"/><Relationship Id="rId50" Type="http://schemas.openxmlformats.org/officeDocument/2006/relationships/slideLayout" Target="../slideLayouts/slideLayout106.xml"/><Relationship Id="rId7" Type="http://schemas.openxmlformats.org/officeDocument/2006/relationships/slideLayout" Target="../slideLayouts/slideLayout63.xml"/><Relationship Id="rId2" Type="http://schemas.openxmlformats.org/officeDocument/2006/relationships/slideLayout" Target="../slideLayouts/slideLayout58.xml"/><Relationship Id="rId16" Type="http://schemas.openxmlformats.org/officeDocument/2006/relationships/slideLayout" Target="../slideLayouts/slideLayout72.xml"/><Relationship Id="rId29" Type="http://schemas.openxmlformats.org/officeDocument/2006/relationships/slideLayout" Target="../slideLayouts/slideLayout85.xml"/><Relationship Id="rId11" Type="http://schemas.openxmlformats.org/officeDocument/2006/relationships/slideLayout" Target="../slideLayouts/slideLayout67.xml"/><Relationship Id="rId24" Type="http://schemas.openxmlformats.org/officeDocument/2006/relationships/slideLayout" Target="../slideLayouts/slideLayout80.xml"/><Relationship Id="rId32" Type="http://schemas.openxmlformats.org/officeDocument/2006/relationships/slideLayout" Target="../slideLayouts/slideLayout88.xml"/><Relationship Id="rId37" Type="http://schemas.openxmlformats.org/officeDocument/2006/relationships/slideLayout" Target="../slideLayouts/slideLayout93.xml"/><Relationship Id="rId40" Type="http://schemas.openxmlformats.org/officeDocument/2006/relationships/slideLayout" Target="../slideLayouts/slideLayout96.xml"/><Relationship Id="rId45" Type="http://schemas.openxmlformats.org/officeDocument/2006/relationships/slideLayout" Target="../slideLayouts/slideLayout101.xml"/><Relationship Id="rId53" Type="http://schemas.openxmlformats.org/officeDocument/2006/relationships/image" Target="../media/image13.png"/><Relationship Id="rId5" Type="http://schemas.openxmlformats.org/officeDocument/2006/relationships/slideLayout" Target="../slideLayouts/slideLayout61.xml"/><Relationship Id="rId10" Type="http://schemas.openxmlformats.org/officeDocument/2006/relationships/slideLayout" Target="../slideLayouts/slideLayout66.xml"/><Relationship Id="rId19" Type="http://schemas.openxmlformats.org/officeDocument/2006/relationships/slideLayout" Target="../slideLayouts/slideLayout75.xml"/><Relationship Id="rId31" Type="http://schemas.openxmlformats.org/officeDocument/2006/relationships/slideLayout" Target="../slideLayouts/slideLayout87.xml"/><Relationship Id="rId44" Type="http://schemas.openxmlformats.org/officeDocument/2006/relationships/slideLayout" Target="../slideLayouts/slideLayout100.xml"/><Relationship Id="rId52" Type="http://schemas.openxmlformats.org/officeDocument/2006/relationships/theme" Target="../theme/theme2.xml"/><Relationship Id="rId4" Type="http://schemas.openxmlformats.org/officeDocument/2006/relationships/slideLayout" Target="../slideLayouts/slideLayout60.xml"/><Relationship Id="rId9" Type="http://schemas.openxmlformats.org/officeDocument/2006/relationships/slideLayout" Target="../slideLayouts/slideLayout65.xml"/><Relationship Id="rId14" Type="http://schemas.openxmlformats.org/officeDocument/2006/relationships/slideLayout" Target="../slideLayouts/slideLayout70.xml"/><Relationship Id="rId22" Type="http://schemas.openxmlformats.org/officeDocument/2006/relationships/slideLayout" Target="../slideLayouts/slideLayout78.xml"/><Relationship Id="rId27" Type="http://schemas.openxmlformats.org/officeDocument/2006/relationships/slideLayout" Target="../slideLayouts/slideLayout83.xml"/><Relationship Id="rId30" Type="http://schemas.openxmlformats.org/officeDocument/2006/relationships/slideLayout" Target="../slideLayouts/slideLayout86.xml"/><Relationship Id="rId35" Type="http://schemas.openxmlformats.org/officeDocument/2006/relationships/slideLayout" Target="../slideLayouts/slideLayout91.xml"/><Relationship Id="rId43" Type="http://schemas.openxmlformats.org/officeDocument/2006/relationships/slideLayout" Target="../slideLayouts/slideLayout99.xml"/><Relationship Id="rId48" Type="http://schemas.openxmlformats.org/officeDocument/2006/relationships/slideLayout" Target="../slideLayouts/slideLayout104.xml"/><Relationship Id="rId8" Type="http://schemas.openxmlformats.org/officeDocument/2006/relationships/slideLayout" Target="../slideLayouts/slideLayout64.xml"/><Relationship Id="rId51" Type="http://schemas.openxmlformats.org/officeDocument/2006/relationships/slideLayout" Target="../slideLayouts/slideLayout107.xml"/><Relationship Id="rId3" Type="http://schemas.openxmlformats.org/officeDocument/2006/relationships/slideLayout" Target="../slideLayouts/slideLayout59.xml"/><Relationship Id="rId12" Type="http://schemas.openxmlformats.org/officeDocument/2006/relationships/slideLayout" Target="../slideLayouts/slideLayout68.xml"/><Relationship Id="rId17" Type="http://schemas.openxmlformats.org/officeDocument/2006/relationships/slideLayout" Target="../slideLayouts/slideLayout73.xml"/><Relationship Id="rId25" Type="http://schemas.openxmlformats.org/officeDocument/2006/relationships/slideLayout" Target="../slideLayouts/slideLayout81.xml"/><Relationship Id="rId33" Type="http://schemas.openxmlformats.org/officeDocument/2006/relationships/slideLayout" Target="../slideLayouts/slideLayout89.xml"/><Relationship Id="rId38" Type="http://schemas.openxmlformats.org/officeDocument/2006/relationships/slideLayout" Target="../slideLayouts/slideLayout94.xml"/><Relationship Id="rId46" Type="http://schemas.openxmlformats.org/officeDocument/2006/relationships/slideLayout" Target="../slideLayouts/slideLayout102.xml"/><Relationship Id="rId20" Type="http://schemas.openxmlformats.org/officeDocument/2006/relationships/slideLayout" Target="../slideLayouts/slideLayout76.xml"/><Relationship Id="rId41" Type="http://schemas.openxmlformats.org/officeDocument/2006/relationships/slideLayout" Target="../slideLayouts/slideLayout97.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5" Type="http://schemas.openxmlformats.org/officeDocument/2006/relationships/slideLayout" Target="../slideLayouts/slideLayout71.xml"/><Relationship Id="rId23" Type="http://schemas.openxmlformats.org/officeDocument/2006/relationships/slideLayout" Target="../slideLayouts/slideLayout79.xml"/><Relationship Id="rId28" Type="http://schemas.openxmlformats.org/officeDocument/2006/relationships/slideLayout" Target="../slideLayouts/slideLayout84.xml"/><Relationship Id="rId36" Type="http://schemas.openxmlformats.org/officeDocument/2006/relationships/slideLayout" Target="../slideLayouts/slideLayout92.xml"/><Relationship Id="rId49" Type="http://schemas.openxmlformats.org/officeDocument/2006/relationships/slideLayout" Target="../slideLayouts/slideLayout10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4928EF9-1BCD-42D2-8B21-6150BBD86FBB}"/>
              </a:ext>
            </a:extLst>
          </p:cNvPr>
          <p:cNvSpPr>
            <a:spLocks noGrp="1"/>
          </p:cNvSpPr>
          <p:nvPr>
            <p:ph type="body" idx="1"/>
          </p:nvPr>
        </p:nvSpPr>
        <p:spPr>
          <a:xfrm>
            <a:off x="609600" y="1718983"/>
            <a:ext cx="10972800" cy="2203680"/>
          </a:xfrm>
          <a:prstGeom prst="rect">
            <a:avLst/>
          </a:prstGeom>
        </p:spPr>
        <p:txBody>
          <a:bodyPr vert="horz" wrap="square" lIns="0" tIns="45720" rIns="0" bIns="4572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484D14-2EC8-4252-96DA-F75A75EAF30C}"/>
              </a:ext>
            </a:extLst>
          </p:cNvPr>
          <p:cNvSpPr>
            <a:spLocks noGrp="1"/>
          </p:cNvSpPr>
          <p:nvPr>
            <p:ph type="dt" sz="half" idx="2"/>
          </p:nvPr>
        </p:nvSpPr>
        <p:spPr>
          <a:xfrm>
            <a:off x="838200" y="6953250"/>
            <a:ext cx="2743200"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Display" panose="020F0603020204020204" pitchFamily="34" charset="0"/>
              </a:defRPr>
            </a:lvl1pPr>
          </a:lstStyle>
          <a:p>
            <a:fld id="{3B1EF3D5-2436-9240-B6D0-2048A71FFF33}" type="datetime1">
              <a:rPr lang="en-US" smtClean="0"/>
              <a:pPr/>
              <a:t>5/14/26</a:t>
            </a:fld>
            <a:endParaRPr lang="en-US"/>
          </a:p>
        </p:txBody>
      </p:sp>
      <p:sp>
        <p:nvSpPr>
          <p:cNvPr id="5" name="Footer Placeholder 4">
            <a:extLst>
              <a:ext uri="{FF2B5EF4-FFF2-40B4-BE49-F238E27FC236}">
                <a16:creationId xmlns:a16="http://schemas.microsoft.com/office/drawing/2014/main" id="{125B18F2-2506-4A8B-983C-1A77A245E650}"/>
              </a:ext>
            </a:extLst>
          </p:cNvPr>
          <p:cNvSpPr>
            <a:spLocks noGrp="1"/>
          </p:cNvSpPr>
          <p:nvPr>
            <p:ph type="ftr" sz="quarter" idx="3"/>
          </p:nvPr>
        </p:nvSpPr>
        <p:spPr>
          <a:xfrm>
            <a:off x="4038600" y="6953250"/>
            <a:ext cx="4114800" cy="365125"/>
          </a:xfrm>
          <a:prstGeom prst="rect">
            <a:avLst/>
          </a:prstGeom>
        </p:spPr>
        <p:txBody>
          <a:bodyPr vert="horz" lIns="91440" tIns="45720" rIns="91440" bIns="45720" rtlCol="0" anchor="ctr"/>
          <a:lstStyle>
            <a:lvl1pPr algn="ctr">
              <a:defRPr sz="900" b="0" i="0">
                <a:solidFill>
                  <a:schemeClr val="tx1">
                    <a:tint val="75000"/>
                  </a:schemeClr>
                </a:solidFill>
                <a:latin typeface="Amazon Ember Display" panose="020F0603020204020204" pitchFamily="34" charset="0"/>
              </a:defRPr>
            </a:lvl1pPr>
          </a:lstStyle>
          <a:p>
            <a:endParaRPr lang="en-US"/>
          </a:p>
        </p:txBody>
      </p:sp>
      <p:sp>
        <p:nvSpPr>
          <p:cNvPr id="6" name="Slide Number Placeholder 5">
            <a:extLst>
              <a:ext uri="{FF2B5EF4-FFF2-40B4-BE49-F238E27FC236}">
                <a16:creationId xmlns:a16="http://schemas.microsoft.com/office/drawing/2014/main" id="{09925A29-F4EF-4A12-9095-1B88A1BDDE58}"/>
              </a:ext>
            </a:extLst>
          </p:cNvPr>
          <p:cNvSpPr>
            <a:spLocks noGrp="1"/>
          </p:cNvSpPr>
          <p:nvPr>
            <p:ph type="sldNum" sz="quarter" idx="4"/>
          </p:nvPr>
        </p:nvSpPr>
        <p:spPr>
          <a:xfrm>
            <a:off x="8929200" y="6289500"/>
            <a:ext cx="2743200" cy="365125"/>
          </a:xfrm>
          <a:prstGeom prst="rect">
            <a:avLst/>
          </a:prstGeom>
        </p:spPr>
        <p:txBody>
          <a:bodyPr vert="horz" lIns="91440" tIns="45720" rIns="91440" bIns="45720" rtlCol="0" anchor="ctr"/>
          <a:lstStyle>
            <a:lvl1pPr algn="r">
              <a:defRPr sz="900" b="0" i="0">
                <a:solidFill>
                  <a:schemeClr val="tx2"/>
                </a:solidFill>
                <a:latin typeface="Amazon Ember Display" panose="020F0603020204020204" pitchFamily="34" charset="0"/>
              </a:defRPr>
            </a:lvl1pPr>
          </a:lstStyle>
          <a:p>
            <a:fld id="{EB4B8DE2-A4E8-46E4-8BBF-D75455EFF32C}" type="slidenum">
              <a:rPr lang="en-US" smtClean="0"/>
              <a:pPr/>
              <a:t>‹#›</a:t>
            </a:fld>
            <a:endParaRPr lang="en-US"/>
          </a:p>
        </p:txBody>
      </p:sp>
      <p:sp>
        <p:nvSpPr>
          <p:cNvPr id="13" name="TextBox 12">
            <a:extLst>
              <a:ext uri="{FF2B5EF4-FFF2-40B4-BE49-F238E27FC236}">
                <a16:creationId xmlns:a16="http://schemas.microsoft.com/office/drawing/2014/main" id="{123D8171-6606-4DC3-AA28-D2EE5F0EC812}"/>
              </a:ext>
            </a:extLst>
          </p:cNvPr>
          <p:cNvSpPr txBox="1"/>
          <p:nvPr userDrawn="1"/>
        </p:nvSpPr>
        <p:spPr>
          <a:xfrm>
            <a:off x="1141084"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2026, Amazon Web Services, Inc. or its affiliates. All rights reserved. Amazon Confidential and Trademark.</a:t>
            </a:r>
          </a:p>
        </p:txBody>
      </p:sp>
      <p:pic>
        <p:nvPicPr>
          <p:cNvPr id="8" name="Picture 7">
            <a:extLst>
              <a:ext uri="{FF2B5EF4-FFF2-40B4-BE49-F238E27FC236}">
                <a16:creationId xmlns:a16="http://schemas.microsoft.com/office/drawing/2014/main" id="{467F50F9-4909-422B-A8DD-8362E9484737}"/>
              </a:ext>
            </a:extLst>
          </p:cNvPr>
          <p:cNvPicPr>
            <a:picLocks noChangeAspect="1"/>
          </p:cNvPicPr>
          <p:nvPr userDrawn="1"/>
        </p:nvPicPr>
        <p:blipFill>
          <a:blip r:embed="rId58">
            <a:extLst>
              <a:ext uri="{28A0092B-C50C-407E-A947-70E740481C1C}">
                <a14:useLocalDpi xmlns:a14="http://schemas.microsoft.com/office/drawing/2010/main" val="0"/>
              </a:ext>
            </a:extLst>
          </a:blip>
          <a:stretch>
            <a:fillRect/>
          </a:stretch>
        </p:blipFill>
        <p:spPr>
          <a:xfrm>
            <a:off x="595295" y="6338002"/>
            <a:ext cx="365760" cy="219048"/>
          </a:xfrm>
          <a:prstGeom prst="rect">
            <a:avLst/>
          </a:prstGeom>
        </p:spPr>
      </p:pic>
      <p:sp>
        <p:nvSpPr>
          <p:cNvPr id="20" name="Title Placeholder 19">
            <a:extLst>
              <a:ext uri="{FF2B5EF4-FFF2-40B4-BE49-F238E27FC236}">
                <a16:creationId xmlns:a16="http://schemas.microsoft.com/office/drawing/2014/main" id="{4797D856-648E-41D7-7250-C248B908D216}"/>
              </a:ext>
            </a:extLst>
          </p:cNvPr>
          <p:cNvSpPr>
            <a:spLocks noGrp="1"/>
          </p:cNvSpPr>
          <p:nvPr>
            <p:ph type="title"/>
          </p:nvPr>
        </p:nvSpPr>
        <p:spPr>
          <a:xfrm>
            <a:off x="609600" y="304800"/>
            <a:ext cx="10515600" cy="1325563"/>
          </a:xfrm>
          <a:prstGeom prst="rect">
            <a:avLst/>
          </a:prstGeom>
        </p:spPr>
        <p:txBody>
          <a:bodyPr vert="horz" lIns="91440" tIns="45720" rIns="91440" bIns="45720" rtlCol="0" anchor="ctr">
            <a:normAutofit/>
          </a:bodyPr>
          <a:lstStyle/>
          <a:p>
            <a:r>
              <a:rPr lang="en-US"/>
              <a:t>Click to edit Master title style</a:t>
            </a:r>
          </a:p>
        </p:txBody>
      </p:sp>
    </p:spTree>
    <p:extLst>
      <p:ext uri="{BB962C8B-B14F-4D97-AF65-F5344CB8AC3E}">
        <p14:creationId xmlns:p14="http://schemas.microsoft.com/office/powerpoint/2010/main" val="471148940"/>
      </p:ext>
    </p:extLst>
  </p:cSld>
  <p:clrMap bg1="lt1" tx1="dk1" bg2="lt2" tx2="dk2" accent1="accent1" accent2="accent2" accent3="accent3" accent4="accent4" accent5="accent5" accent6="accent6" hlink="hlink" folHlink="folHlink"/>
  <p:sldLayoutIdLst>
    <p:sldLayoutId id="2147483649" r:id="rId1"/>
    <p:sldLayoutId id="2147483710" r:id="rId2"/>
    <p:sldLayoutId id="2147483711" r:id="rId3"/>
    <p:sldLayoutId id="2147483713" r:id="rId4"/>
    <p:sldLayoutId id="2147483712" r:id="rId5"/>
    <p:sldLayoutId id="2147483731" r:id="rId6"/>
    <p:sldLayoutId id="2147483786" r:id="rId7"/>
    <p:sldLayoutId id="2147483787" r:id="rId8"/>
    <p:sldLayoutId id="2147483785" r:id="rId9"/>
    <p:sldLayoutId id="2147483661" r:id="rId10"/>
    <p:sldLayoutId id="2147483723" r:id="rId11"/>
    <p:sldLayoutId id="2147483722" r:id="rId12"/>
    <p:sldLayoutId id="2147483654" r:id="rId13"/>
    <p:sldLayoutId id="2147483725" r:id="rId14"/>
    <p:sldLayoutId id="2147483662" r:id="rId15"/>
    <p:sldLayoutId id="2147483724" r:id="rId16"/>
    <p:sldLayoutId id="2147483663" r:id="rId17"/>
    <p:sldLayoutId id="2147483655" r:id="rId18"/>
    <p:sldLayoutId id="2147483650" r:id="rId19"/>
    <p:sldLayoutId id="2147483664" r:id="rId20"/>
    <p:sldLayoutId id="2147483666" r:id="rId21"/>
    <p:sldLayoutId id="2147483667" r:id="rId22"/>
    <p:sldLayoutId id="2147483665" r:id="rId23"/>
    <p:sldLayoutId id="2147483729" r:id="rId24"/>
    <p:sldLayoutId id="2147483668" r:id="rId25"/>
    <p:sldLayoutId id="2147483730" r:id="rId26"/>
    <p:sldLayoutId id="2147483653" r:id="rId27"/>
    <p:sldLayoutId id="2147483689" r:id="rId28"/>
    <p:sldLayoutId id="2147483691" r:id="rId29"/>
    <p:sldLayoutId id="2147483690" r:id="rId30"/>
    <p:sldLayoutId id="2147483657" r:id="rId31"/>
    <p:sldLayoutId id="2147483692" r:id="rId32"/>
    <p:sldLayoutId id="2147483693" r:id="rId33"/>
    <p:sldLayoutId id="2147483652" r:id="rId34"/>
    <p:sldLayoutId id="2147483669" r:id="rId35"/>
    <p:sldLayoutId id="2147483670" r:id="rId36"/>
    <p:sldLayoutId id="2147483673" r:id="rId37"/>
    <p:sldLayoutId id="2147483726" r:id="rId38"/>
    <p:sldLayoutId id="2147483728" r:id="rId39"/>
    <p:sldLayoutId id="2147483727" r:id="rId40"/>
    <p:sldLayoutId id="2147483717" r:id="rId41"/>
    <p:sldLayoutId id="2147483651" r:id="rId42"/>
    <p:sldLayoutId id="2147483716" r:id="rId43"/>
    <p:sldLayoutId id="2147483671" r:id="rId44"/>
    <p:sldLayoutId id="2147483672" r:id="rId45"/>
    <p:sldLayoutId id="2147483695" r:id="rId46"/>
    <p:sldLayoutId id="2147483674" r:id="rId47"/>
    <p:sldLayoutId id="2147483675" r:id="rId48"/>
    <p:sldLayoutId id="2147483656" r:id="rId49"/>
    <p:sldLayoutId id="2147483676" r:id="rId50"/>
    <p:sldLayoutId id="2147483721" r:id="rId51"/>
    <p:sldLayoutId id="2147483720" r:id="rId52"/>
    <p:sldLayoutId id="2147483707" r:id="rId53"/>
    <p:sldLayoutId id="2147483708" r:id="rId54"/>
    <p:sldLayoutId id="2147483678" r:id="rId55"/>
    <p:sldLayoutId id="2147483709" r:id="rId5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3600" b="0" i="0" kern="1200" baseline="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p:titleStyle>
    <p:bodyStyle>
      <a:lvl1pPr marL="457200" indent="-457200" algn="l" defTabSz="914400" rtl="0" eaLnBrk="1" latinLnBrk="0" hangingPunct="1">
        <a:lnSpc>
          <a:spcPct val="90000"/>
        </a:lnSpc>
        <a:spcBef>
          <a:spcPts val="0"/>
        </a:spcBef>
        <a:spcAft>
          <a:spcPts val="1200"/>
        </a:spcAft>
        <a:buSzPct val="90000"/>
        <a:buFont typeface="Arial" panose="020B0604020202020204" pitchFamily="34" charset="0"/>
        <a:buChar char="•"/>
        <a:defRPr sz="2800" b="0" i="0" kern="1200" baseline="0">
          <a:solidFill>
            <a:schemeClr val="tx2"/>
          </a:solidFill>
          <a:latin typeface="Amazon Ember Display" panose="020F0603020204020204" pitchFamily="34" charset="0"/>
          <a:ea typeface="+mn-ea"/>
          <a:cs typeface="+mn-cs"/>
        </a:defRPr>
      </a:lvl1pPr>
      <a:lvl2pPr marL="628650" indent="-342900" algn="l" defTabSz="914400" rtl="0" eaLnBrk="1" latinLnBrk="0" hangingPunct="1">
        <a:lnSpc>
          <a:spcPct val="90000"/>
        </a:lnSpc>
        <a:spcBef>
          <a:spcPts val="0"/>
        </a:spcBef>
        <a:spcAft>
          <a:spcPts val="1200"/>
        </a:spcAft>
        <a:buSzPct val="90000"/>
        <a:buFont typeface="Arial" panose="020B0604020202020204" pitchFamily="34" charset="0"/>
        <a:buChar char="•"/>
        <a:defRPr sz="2400" b="0" i="0" kern="1200" baseline="0">
          <a:solidFill>
            <a:schemeClr val="tx2"/>
          </a:solidFill>
          <a:latin typeface="Amazon Ember Display" panose="020F0603020204020204" pitchFamily="34" charset="0"/>
          <a:ea typeface="+mn-ea"/>
          <a:cs typeface="+mn-cs"/>
        </a:defRPr>
      </a:lvl2pPr>
      <a:lvl3pPr marL="971550" indent="-342900" algn="l" defTabSz="914400" rtl="0" eaLnBrk="1" latinLnBrk="0" hangingPunct="1">
        <a:lnSpc>
          <a:spcPct val="90000"/>
        </a:lnSpc>
        <a:spcBef>
          <a:spcPts val="0"/>
        </a:spcBef>
        <a:spcAft>
          <a:spcPts val="1200"/>
        </a:spcAft>
        <a:buFont typeface="Arial" panose="020B0604020202020204" pitchFamily="34" charset="0"/>
        <a:buChar char="•"/>
        <a:defRPr sz="2000" b="0" i="0" kern="1200" baseline="0">
          <a:solidFill>
            <a:schemeClr val="tx2"/>
          </a:solidFill>
          <a:latin typeface="Amazon Ember Display" panose="020F0603020204020204" pitchFamily="34" charset="0"/>
          <a:ea typeface="+mn-ea"/>
          <a:cs typeface="+mn-cs"/>
        </a:defRPr>
      </a:lvl3pPr>
      <a:lvl4pPr marL="1144588" indent="-285750" algn="l" defTabSz="914400" rtl="0" eaLnBrk="1" latinLnBrk="0" hangingPunct="1">
        <a:lnSpc>
          <a:spcPct val="90000"/>
        </a:lnSpc>
        <a:spcBef>
          <a:spcPts val="0"/>
        </a:spcBef>
        <a:spcAft>
          <a:spcPts val="1200"/>
        </a:spcAft>
        <a:buFont typeface="Arial" panose="020B0604020202020204" pitchFamily="34" charset="0"/>
        <a:buChar char="•"/>
        <a:defRPr sz="1800" b="0" i="0" kern="1200" baseline="0">
          <a:solidFill>
            <a:schemeClr val="tx2"/>
          </a:solidFill>
          <a:latin typeface="Amazon Ember Display" panose="020F0603020204020204" pitchFamily="34" charset="0"/>
          <a:ea typeface="+mn-ea"/>
          <a:cs typeface="+mn-cs"/>
        </a:defRPr>
      </a:lvl4pPr>
      <a:lvl5pPr marL="1316038" indent="-285750" algn="l" defTabSz="914400" rtl="0" eaLnBrk="1" latinLnBrk="0" hangingPunct="1">
        <a:lnSpc>
          <a:spcPct val="90000"/>
        </a:lnSpc>
        <a:spcBef>
          <a:spcPts val="0"/>
        </a:spcBef>
        <a:spcAft>
          <a:spcPts val="1200"/>
        </a:spcAft>
        <a:buFont typeface="Arial" panose="020B0604020202020204" pitchFamily="34" charset="0"/>
        <a:buChar char="•"/>
        <a:defRPr sz="1800" b="0" i="0" kern="1200" baseline="0">
          <a:solidFill>
            <a:schemeClr val="tx2"/>
          </a:solidFill>
          <a:latin typeface="Amazon Ember Display" panose="020F06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 userDrawn="1">
          <p15:clr>
            <a:srgbClr val="F26B43"/>
          </p15:clr>
        </p15:guide>
        <p15:guide id="2" pos="7296" userDrawn="1">
          <p15:clr>
            <a:srgbClr val="F26B43"/>
          </p15:clr>
        </p15:guide>
        <p15:guide id="3" orient="horz" pos="192" userDrawn="1">
          <p15:clr>
            <a:srgbClr val="F26B43"/>
          </p15:clr>
        </p15:guide>
        <p15:guide id="4" orient="horz" pos="3912" userDrawn="1">
          <p15:clr>
            <a:srgbClr val="F26B43"/>
          </p15:clr>
        </p15:guide>
        <p15:guide id="5" orient="horz" pos="1080" userDrawn="1">
          <p15:clr>
            <a:srgbClr val="F26B43"/>
          </p15:clr>
        </p15:guide>
        <p15:guide id="6" orient="horz" pos="57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A174A381-7875-51BF-E8F6-ADD8CD0BFC47}"/>
              </a:ext>
            </a:extLst>
          </p:cNvPr>
          <p:cNvPicPr>
            <a:picLocks noChangeAspect="1"/>
          </p:cNvPicPr>
          <p:nvPr userDrawn="1"/>
        </p:nvPicPr>
        <p:blipFill>
          <a:blip r:embed="rId53">
            <a:extLst>
              <a:ext uri="{28A0092B-C50C-407E-A947-70E740481C1C}">
                <a14:useLocalDpi xmlns:a14="http://schemas.microsoft.com/office/drawing/2010/main" val="0"/>
              </a:ext>
            </a:extLst>
          </a:blip>
          <a:stretch>
            <a:fillRect/>
          </a:stretch>
        </p:blipFill>
        <p:spPr>
          <a:xfrm>
            <a:off x="595295" y="6338002"/>
            <a:ext cx="365760" cy="218830"/>
          </a:xfrm>
          <a:prstGeom prst="rect">
            <a:avLst/>
          </a:prstGeom>
        </p:spPr>
      </p:pic>
      <p:sp>
        <p:nvSpPr>
          <p:cNvPr id="7" name="Text Placeholder 2">
            <a:extLst>
              <a:ext uri="{FF2B5EF4-FFF2-40B4-BE49-F238E27FC236}">
                <a16:creationId xmlns:a16="http://schemas.microsoft.com/office/drawing/2014/main" id="{1B6ADCB0-6DD7-43B0-7350-0FCDAB6812CE}"/>
              </a:ext>
            </a:extLst>
          </p:cNvPr>
          <p:cNvSpPr>
            <a:spLocks noGrp="1"/>
          </p:cNvSpPr>
          <p:nvPr>
            <p:ph type="body" idx="1"/>
          </p:nvPr>
        </p:nvSpPr>
        <p:spPr>
          <a:xfrm>
            <a:off x="609600" y="1718983"/>
            <a:ext cx="10972800" cy="1844608"/>
          </a:xfrm>
          <a:prstGeom prst="rect">
            <a:avLst/>
          </a:prstGeom>
        </p:spPr>
        <p:txBody>
          <a:bodyPr vert="horz" wrap="square" lIns="0" tIns="45720" rIns="0" bIns="4572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3">
            <a:extLst>
              <a:ext uri="{FF2B5EF4-FFF2-40B4-BE49-F238E27FC236}">
                <a16:creationId xmlns:a16="http://schemas.microsoft.com/office/drawing/2014/main" id="{A6D05899-77E5-196B-EA14-086F9A5A5E55}"/>
              </a:ext>
            </a:extLst>
          </p:cNvPr>
          <p:cNvSpPr>
            <a:spLocks noGrp="1"/>
          </p:cNvSpPr>
          <p:nvPr>
            <p:ph type="dt" sz="half" idx="2"/>
          </p:nvPr>
        </p:nvSpPr>
        <p:spPr>
          <a:xfrm>
            <a:off x="838200" y="6953250"/>
            <a:ext cx="2743200"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Display" panose="020F0603020204020204" pitchFamily="34" charset="0"/>
              </a:defRPr>
            </a:lvl1pPr>
          </a:lstStyle>
          <a:p>
            <a:fld id="{3B1EF3D5-2436-9240-B6D0-2048A71FFF33}" type="datetime1">
              <a:rPr lang="en-US" smtClean="0"/>
              <a:pPr/>
              <a:t>5/14/26</a:t>
            </a:fld>
            <a:endParaRPr lang="en-US"/>
          </a:p>
        </p:txBody>
      </p:sp>
      <p:sp>
        <p:nvSpPr>
          <p:cNvPr id="9" name="Footer Placeholder 4">
            <a:extLst>
              <a:ext uri="{FF2B5EF4-FFF2-40B4-BE49-F238E27FC236}">
                <a16:creationId xmlns:a16="http://schemas.microsoft.com/office/drawing/2014/main" id="{D22683EA-DD71-1EA1-728E-AE69D57D6485}"/>
              </a:ext>
            </a:extLst>
          </p:cNvPr>
          <p:cNvSpPr>
            <a:spLocks noGrp="1"/>
          </p:cNvSpPr>
          <p:nvPr>
            <p:ph type="ftr" sz="quarter" idx="3"/>
          </p:nvPr>
        </p:nvSpPr>
        <p:spPr>
          <a:xfrm>
            <a:off x="4038600" y="6953250"/>
            <a:ext cx="4114800" cy="365125"/>
          </a:xfrm>
          <a:prstGeom prst="rect">
            <a:avLst/>
          </a:prstGeom>
        </p:spPr>
        <p:txBody>
          <a:bodyPr vert="horz" lIns="91440" tIns="45720" rIns="91440" bIns="45720" rtlCol="0" anchor="ctr"/>
          <a:lstStyle>
            <a:lvl1pPr algn="ctr">
              <a:defRPr sz="900" b="0" i="0">
                <a:solidFill>
                  <a:schemeClr val="tx1">
                    <a:tint val="75000"/>
                  </a:schemeClr>
                </a:solidFill>
                <a:latin typeface="Amazon Ember Display" panose="020F0603020204020204" pitchFamily="34" charset="0"/>
              </a:defRPr>
            </a:lvl1pPr>
          </a:lstStyle>
          <a:p>
            <a:endParaRPr lang="en-US"/>
          </a:p>
        </p:txBody>
      </p:sp>
      <p:sp>
        <p:nvSpPr>
          <p:cNvPr id="10" name="Slide Number Placeholder 5">
            <a:extLst>
              <a:ext uri="{FF2B5EF4-FFF2-40B4-BE49-F238E27FC236}">
                <a16:creationId xmlns:a16="http://schemas.microsoft.com/office/drawing/2014/main" id="{E9EBCBEF-599C-1ADB-12ED-CECFECA745CE}"/>
              </a:ext>
            </a:extLst>
          </p:cNvPr>
          <p:cNvSpPr>
            <a:spLocks noGrp="1"/>
          </p:cNvSpPr>
          <p:nvPr>
            <p:ph type="sldNum" sz="quarter" idx="4"/>
          </p:nvPr>
        </p:nvSpPr>
        <p:spPr>
          <a:xfrm>
            <a:off x="8929200" y="6289500"/>
            <a:ext cx="2743200" cy="365125"/>
          </a:xfrm>
          <a:prstGeom prst="rect">
            <a:avLst/>
          </a:prstGeom>
        </p:spPr>
        <p:txBody>
          <a:bodyPr vert="horz" lIns="91440" tIns="45720" rIns="91440" bIns="45720" rtlCol="0" anchor="ctr"/>
          <a:lstStyle>
            <a:lvl1pPr algn="r">
              <a:defRPr sz="900" b="0" i="0">
                <a:solidFill>
                  <a:schemeClr val="tx2"/>
                </a:solidFill>
                <a:latin typeface="Amazon Ember Display" panose="020F0603020204020204" pitchFamily="34" charset="0"/>
              </a:defRPr>
            </a:lvl1pPr>
          </a:lstStyle>
          <a:p>
            <a:fld id="{EB4B8DE2-A4E8-46E4-8BBF-D75455EFF32C}" type="slidenum">
              <a:rPr lang="en-US" smtClean="0"/>
              <a:pPr/>
              <a:t>‹#›</a:t>
            </a:fld>
            <a:endParaRPr lang="en-US"/>
          </a:p>
        </p:txBody>
      </p:sp>
      <p:sp>
        <p:nvSpPr>
          <p:cNvPr id="11" name="TextBox 10">
            <a:extLst>
              <a:ext uri="{FF2B5EF4-FFF2-40B4-BE49-F238E27FC236}">
                <a16:creationId xmlns:a16="http://schemas.microsoft.com/office/drawing/2014/main" id="{B433C312-F607-20F9-BC64-57A8B6A590DF}"/>
              </a:ext>
            </a:extLst>
          </p:cNvPr>
          <p:cNvSpPr txBox="1"/>
          <p:nvPr userDrawn="1"/>
        </p:nvSpPr>
        <p:spPr>
          <a:xfrm>
            <a:off x="1141084"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2026, Amazon Web Services, Inc. or its affiliates. All rights reserved. Amazon Confidential and Trademark.</a:t>
            </a:r>
          </a:p>
        </p:txBody>
      </p:sp>
      <p:sp>
        <p:nvSpPr>
          <p:cNvPr id="13" name="Title Placeholder 19">
            <a:extLst>
              <a:ext uri="{FF2B5EF4-FFF2-40B4-BE49-F238E27FC236}">
                <a16:creationId xmlns:a16="http://schemas.microsoft.com/office/drawing/2014/main" id="{6BA9B5C3-6371-84F6-B7DD-E715A774767A}"/>
              </a:ext>
            </a:extLst>
          </p:cNvPr>
          <p:cNvSpPr>
            <a:spLocks noGrp="1"/>
          </p:cNvSpPr>
          <p:nvPr>
            <p:ph type="title"/>
          </p:nvPr>
        </p:nvSpPr>
        <p:spPr>
          <a:xfrm>
            <a:off x="609600" y="304800"/>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14" name="Slide Number Placeholder 5">
            <a:extLst>
              <a:ext uri="{FF2B5EF4-FFF2-40B4-BE49-F238E27FC236}">
                <a16:creationId xmlns:a16="http://schemas.microsoft.com/office/drawing/2014/main" id="{3F537074-EC04-07B4-5B9A-060DF4EDD805}"/>
              </a:ext>
            </a:extLst>
          </p:cNvPr>
          <p:cNvSpPr txBox="1">
            <a:spLocks/>
          </p:cNvSpPr>
          <p:nvPr userDrawn="1"/>
        </p:nvSpPr>
        <p:spPr>
          <a:xfrm>
            <a:off x="8929200" y="628949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B4B8DE2-A4E8-46E4-8BBF-D75455EFF32C}" type="slidenum">
              <a:rPr lang="en-US" b="0" i="0" smtClean="0">
                <a:latin typeface="Amazon Ember Display" panose="020F0603020204020204" pitchFamily="34" charset="0"/>
              </a:rPr>
              <a:pPr/>
              <a:t>‹#›</a:t>
            </a:fld>
            <a:endParaRPr lang="en-US" b="0" i="0">
              <a:latin typeface="Amazon Ember Display" panose="020F0603020204020204" pitchFamily="34" charset="0"/>
            </a:endParaRPr>
          </a:p>
        </p:txBody>
      </p:sp>
    </p:spTree>
    <p:extLst>
      <p:ext uri="{BB962C8B-B14F-4D97-AF65-F5344CB8AC3E}">
        <p14:creationId xmlns:p14="http://schemas.microsoft.com/office/powerpoint/2010/main" val="364748558"/>
      </p:ext>
    </p:extLst>
  </p:cSld>
  <p:clrMap bg1="dk1" tx1="lt1" bg2="dk2" tx2="lt2" accent1="accent1" accent2="accent2" accent3="accent3" accent4="accent4" accent5="accent5" accent6="accent6" hlink="hlink" folHlink="folHlink"/>
  <p:sldLayoutIdLst>
    <p:sldLayoutId id="2147483733" r:id="rId1"/>
    <p:sldLayoutId id="2147483735" r:id="rId2"/>
    <p:sldLayoutId id="2147483734"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 id="2147483750" r:id="rId18"/>
    <p:sldLayoutId id="2147483751" r:id="rId19"/>
    <p:sldLayoutId id="2147483752" r:id="rId20"/>
    <p:sldLayoutId id="2147483753" r:id="rId21"/>
    <p:sldLayoutId id="2147483754" r:id="rId22"/>
    <p:sldLayoutId id="2147483755" r:id="rId23"/>
    <p:sldLayoutId id="2147483756" r:id="rId24"/>
    <p:sldLayoutId id="2147483757" r:id="rId25"/>
    <p:sldLayoutId id="2147483758" r:id="rId26"/>
    <p:sldLayoutId id="2147483759" r:id="rId27"/>
    <p:sldLayoutId id="2147483760" r:id="rId28"/>
    <p:sldLayoutId id="2147483761" r:id="rId29"/>
    <p:sldLayoutId id="2147483762" r:id="rId30"/>
    <p:sldLayoutId id="2147483764" r:id="rId31"/>
    <p:sldLayoutId id="2147483765" r:id="rId32"/>
    <p:sldLayoutId id="2147483766" r:id="rId33"/>
    <p:sldLayoutId id="2147483767" r:id="rId34"/>
    <p:sldLayoutId id="2147483768" r:id="rId35"/>
    <p:sldLayoutId id="2147483769" r:id="rId36"/>
    <p:sldLayoutId id="2147483770" r:id="rId37"/>
    <p:sldLayoutId id="2147483771" r:id="rId38"/>
    <p:sldLayoutId id="2147483772" r:id="rId39"/>
    <p:sldLayoutId id="2147483773" r:id="rId40"/>
    <p:sldLayoutId id="2147483774" r:id="rId41"/>
    <p:sldLayoutId id="2147483775" r:id="rId42"/>
    <p:sldLayoutId id="2147483776" r:id="rId43"/>
    <p:sldLayoutId id="2147483777" r:id="rId44"/>
    <p:sldLayoutId id="2147483778" r:id="rId45"/>
    <p:sldLayoutId id="2147483779" r:id="rId46"/>
    <p:sldLayoutId id="2147483780" r:id="rId47"/>
    <p:sldLayoutId id="2147483781" r:id="rId48"/>
    <p:sldLayoutId id="2147483782" r:id="rId49"/>
    <p:sldLayoutId id="2147483783" r:id="rId50"/>
    <p:sldLayoutId id="2147483784" r:id="rId51"/>
  </p:sldLayoutIdLst>
  <p:txStyles>
    <p:titleStyle>
      <a:lvl1pPr algn="l" defTabSz="914400" rtl="0" eaLnBrk="1" latinLnBrk="0" hangingPunct="1">
        <a:lnSpc>
          <a:spcPct val="90000"/>
        </a:lnSpc>
        <a:spcBef>
          <a:spcPct val="0"/>
        </a:spcBef>
        <a:buNone/>
        <a:defRPr sz="4400" b="0" i="0" kern="12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p:titleStyle>
    <p:bodyStyle>
      <a:lvl1pPr marL="457200" indent="-4572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800100" indent="-3429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1257300" indent="-3429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1657350" indent="-28575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2114550" indent="-28575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microsoft.com/office/2018/10/relationships/comments" Target="../comments/modernComment_102_169C790E.xm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microsoft.com/office/2018/10/relationships/comments" Target="../comments/modernComment_156_251B821A.xml"/><Relationship Id="rId2" Type="http://schemas.openxmlformats.org/officeDocument/2006/relationships/notesSlide" Target="../notesSlides/notesSlide4.xml"/><Relationship Id="rId1" Type="http://schemas.openxmlformats.org/officeDocument/2006/relationships/slideLayout" Target="../slideLayouts/slideLayout19.xml"/><Relationship Id="rId6" Type="http://schemas.openxmlformats.org/officeDocument/2006/relationships/image" Target="../media/image49.gif"/><Relationship Id="rId5" Type="http://schemas.openxmlformats.org/officeDocument/2006/relationships/image" Target="../media/image48.png"/><Relationship Id="rId4" Type="http://schemas.openxmlformats.org/officeDocument/2006/relationships/image" Target="../media/image47.png"/></Relationships>
</file>

<file path=ppt/slides/_rels/slide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xml"/><Relationship Id="rId1" Type="http://schemas.openxmlformats.org/officeDocument/2006/relationships/slideLayout" Target="../slideLayouts/slideLayout19.xml"/><Relationship Id="rId5" Type="http://schemas.openxmlformats.org/officeDocument/2006/relationships/image" Target="../media/image49.gif"/><Relationship Id="rId4" Type="http://schemas.openxmlformats.org/officeDocument/2006/relationships/image" Target="../media/image48.png"/></Relationships>
</file>

<file path=ppt/slides/_rels/slide6.xml.rels><?xml version="1.0" encoding="UTF-8" standalone="yes"?>
<Relationships xmlns="http://schemas.openxmlformats.org/package/2006/relationships"><Relationship Id="rId3" Type="http://schemas.microsoft.com/office/2018/10/relationships/comments" Target="../comments/modernComment_18C_4C3103C9.xml"/><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0.xml"/><Relationship Id="rId1" Type="http://schemas.openxmlformats.org/officeDocument/2006/relationships/slideLayout" Target="../slideLayouts/slideLayout20.xml"/><Relationship Id="rId5" Type="http://schemas.openxmlformats.org/officeDocument/2006/relationships/image" Target="../media/image53.png"/><Relationship Id="rId4" Type="http://schemas.openxmlformats.org/officeDocument/2006/relationships/image" Target="../media/image5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4.xml"/><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2.xml"/></Relationships>
</file>

<file path=ppt/slides/_rels/slide29.xml.rels><?xml version="1.0" encoding="UTF-8" standalone="yes"?>
<Relationships xmlns="http://schemas.openxmlformats.org/package/2006/relationships"><Relationship Id="rId3" Type="http://schemas.microsoft.com/office/2018/10/relationships/comments" Target="../comments/modernComment_19C_4BBA3F38.xml"/><Relationship Id="rId2" Type="http://schemas.openxmlformats.org/officeDocument/2006/relationships/notesSlide" Target="../notesSlides/notesSlide29.xml"/><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0.xml"/><Relationship Id="rId1" Type="http://schemas.openxmlformats.org/officeDocument/2006/relationships/slideLayout" Target="../slideLayouts/slideLayout5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67BBC1B8-F49A-D043-88BC-0DEAB503685D}"/>
              </a:ext>
            </a:extLst>
          </p:cNvPr>
          <p:cNvSpPr>
            <a:spLocks noGrp="1"/>
          </p:cNvSpPr>
          <p:nvPr>
            <p:ph type="ctrTitle"/>
          </p:nvPr>
        </p:nvSpPr>
        <p:spPr>
          <a:xfrm>
            <a:off x="463293" y="1226687"/>
            <a:ext cx="9576253" cy="923330"/>
          </a:xfrm>
        </p:spPr>
        <p:txBody>
          <a:bodyPr>
            <a:normAutofit fontScale="90000"/>
          </a:bodyPr>
          <a:lstStyle/>
          <a:p>
            <a:r>
              <a:rPr lang="en-US" dirty="0"/>
              <a:t>Same Skills, New Superpower: Building Cloud Infrastructure with Code </a:t>
            </a:r>
          </a:p>
        </p:txBody>
      </p:sp>
      <p:sp>
        <p:nvSpPr>
          <p:cNvPr id="14" name="Text Placeholder 13">
            <a:extLst>
              <a:ext uri="{FF2B5EF4-FFF2-40B4-BE49-F238E27FC236}">
                <a16:creationId xmlns:a16="http://schemas.microsoft.com/office/drawing/2014/main" id="{75D601D1-1C04-E24E-BE14-6D579B531472}"/>
              </a:ext>
            </a:extLst>
          </p:cNvPr>
          <p:cNvSpPr>
            <a:spLocks noGrp="1"/>
          </p:cNvSpPr>
          <p:nvPr>
            <p:ph type="body" sz="quarter" idx="11"/>
          </p:nvPr>
        </p:nvSpPr>
        <p:spPr>
          <a:xfrm>
            <a:off x="609598" y="4707984"/>
            <a:ext cx="3797302" cy="480131"/>
          </a:xfrm>
        </p:spPr>
        <p:txBody>
          <a:bodyPr/>
          <a:lstStyle/>
          <a:p>
            <a:r>
              <a:rPr lang="en-US" sz="2800"/>
              <a:t>Jatin Mehrotra</a:t>
            </a:r>
          </a:p>
        </p:txBody>
      </p:sp>
      <p:sp>
        <p:nvSpPr>
          <p:cNvPr id="15" name="Text Placeholder 14">
            <a:extLst>
              <a:ext uri="{FF2B5EF4-FFF2-40B4-BE49-F238E27FC236}">
                <a16:creationId xmlns:a16="http://schemas.microsoft.com/office/drawing/2014/main" id="{05D6FCF4-47A1-BE45-B2A0-B49AEDCB0B86}"/>
              </a:ext>
            </a:extLst>
          </p:cNvPr>
          <p:cNvSpPr>
            <a:spLocks noGrp="1"/>
          </p:cNvSpPr>
          <p:nvPr>
            <p:ph type="body" sz="quarter" idx="12"/>
          </p:nvPr>
        </p:nvSpPr>
        <p:spPr>
          <a:xfrm>
            <a:off x="609598" y="5289681"/>
            <a:ext cx="3797302" cy="424732"/>
          </a:xfrm>
        </p:spPr>
        <p:txBody>
          <a:bodyPr/>
          <a:lstStyle/>
          <a:p>
            <a:r>
              <a:rPr lang="en-US" sz="2400"/>
              <a:t>Developer Advocate, AWS</a:t>
            </a:r>
          </a:p>
        </p:txBody>
      </p:sp>
    </p:spTree>
    <p:extLst>
      <p:ext uri="{BB962C8B-B14F-4D97-AF65-F5344CB8AC3E}">
        <p14:creationId xmlns:p14="http://schemas.microsoft.com/office/powerpoint/2010/main" val="379353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ubtitle 7">
            <a:extLst>
              <a:ext uri="{FF2B5EF4-FFF2-40B4-BE49-F238E27FC236}">
                <a16:creationId xmlns:a16="http://schemas.microsoft.com/office/drawing/2014/main" id="{7007986E-B2FE-580D-95A8-B7C3B1C223D6}"/>
              </a:ext>
            </a:extLst>
          </p:cNvPr>
          <p:cNvSpPr>
            <a:spLocks noGrp="1"/>
          </p:cNvSpPr>
          <p:nvPr>
            <p:ph type="subTitle" idx="1"/>
          </p:nvPr>
        </p:nvSpPr>
        <p:spPr>
          <a:xfrm>
            <a:off x="609598" y="1918337"/>
            <a:ext cx="6460998" cy="2806922"/>
          </a:xfrm>
        </p:spPr>
        <p:txBody>
          <a:bodyPr/>
          <a:lstStyle/>
          <a:p>
            <a:pPr marL="342900" indent="-342900">
              <a:buFont typeface="Arial" panose="020B0604020202020204" pitchFamily="34" charset="0"/>
              <a:buChar char="•"/>
            </a:pPr>
            <a:r>
              <a:rPr lang="en-US" sz="2800" dirty="0"/>
              <a:t>5+ years building on AWS</a:t>
            </a:r>
          </a:p>
          <a:p>
            <a:pPr marL="342900" indent="-342900">
              <a:buFont typeface="Arial" panose="020B0604020202020204" pitchFamily="34" charset="0"/>
              <a:buChar char="•"/>
            </a:pPr>
            <a:endParaRPr lang="en-US" sz="2800" dirty="0"/>
          </a:p>
          <a:p>
            <a:pPr marL="342900" indent="-342900">
              <a:buFont typeface="Arial" panose="020B0604020202020204" pitchFamily="34" charset="0"/>
              <a:buChar char="•"/>
            </a:pPr>
            <a:r>
              <a:rPr lang="en-US" sz="2800" dirty="0"/>
              <a:t>Previously: DevOps, Platform Engineer for Japanese companies</a:t>
            </a:r>
          </a:p>
          <a:p>
            <a:pPr marL="342900" indent="-342900">
              <a:buFont typeface="Arial" panose="020B0604020202020204" pitchFamily="34" charset="0"/>
              <a:buChar char="•"/>
            </a:pPr>
            <a:endParaRPr lang="en-US" sz="2800" dirty="0"/>
          </a:p>
          <a:p>
            <a:pPr marL="342900" indent="-342900">
              <a:buFont typeface="Arial" panose="020B0604020202020204" pitchFamily="34" charset="0"/>
              <a:buChar char="•"/>
            </a:pPr>
            <a:r>
              <a:rPr lang="en-US" sz="2800" dirty="0"/>
              <a:t>Build Infrastructure for Developers, SaaS product teams</a:t>
            </a:r>
          </a:p>
        </p:txBody>
      </p:sp>
      <p:sp>
        <p:nvSpPr>
          <p:cNvPr id="6" name="Title 5">
            <a:extLst>
              <a:ext uri="{FF2B5EF4-FFF2-40B4-BE49-F238E27FC236}">
                <a16:creationId xmlns:a16="http://schemas.microsoft.com/office/drawing/2014/main" id="{EE9F822D-81B7-4B4B-9049-436030899695}"/>
              </a:ext>
            </a:extLst>
          </p:cNvPr>
          <p:cNvSpPr>
            <a:spLocks noGrp="1"/>
          </p:cNvSpPr>
          <p:nvPr>
            <p:ph type="ctrTitle"/>
          </p:nvPr>
        </p:nvSpPr>
        <p:spPr>
          <a:xfrm>
            <a:off x="609597" y="765022"/>
            <a:ext cx="6460999" cy="923330"/>
          </a:xfrm>
        </p:spPr>
        <p:txBody>
          <a:bodyPr>
            <a:normAutofit/>
          </a:bodyPr>
          <a:lstStyle/>
          <a:p>
            <a:r>
              <a:rPr lang="en-US" sz="5400" dirty="0"/>
              <a:t>Jatin Mehrotra</a:t>
            </a:r>
          </a:p>
        </p:txBody>
      </p:sp>
      <p:sp>
        <p:nvSpPr>
          <p:cNvPr id="13" name="TextBox 12">
            <a:extLst>
              <a:ext uri="{FF2B5EF4-FFF2-40B4-BE49-F238E27FC236}">
                <a16:creationId xmlns:a16="http://schemas.microsoft.com/office/drawing/2014/main" id="{3B6C5E82-E641-6E43-298B-7763F31CFFDE}"/>
              </a:ext>
            </a:extLst>
          </p:cNvPr>
          <p:cNvSpPr txBox="1"/>
          <p:nvPr/>
        </p:nvSpPr>
        <p:spPr>
          <a:xfrm>
            <a:off x="609597" y="4965591"/>
            <a:ext cx="9144000" cy="1200329"/>
          </a:xfrm>
          <a:prstGeom prst="rect">
            <a:avLst/>
          </a:prstGeom>
          <a:noFill/>
        </p:spPr>
        <p:txBody>
          <a:bodyPr wrap="square" lIns="0" rIns="0" rtlCol="0">
            <a:spAutoFit/>
          </a:bodyPr>
          <a:lstStyle/>
          <a:p>
            <a:pPr algn="l"/>
            <a:r>
              <a:rPr lang="en-US" sz="3600" i="1">
                <a:solidFill>
                  <a:srgbClr val="B81EE7"/>
                </a:solidFill>
              </a:rPr>
              <a:t>I’ve  clicked through the console. I’ve written the YAML. I have done it all three ways</a:t>
            </a:r>
          </a:p>
        </p:txBody>
      </p:sp>
      <p:pic>
        <p:nvPicPr>
          <p:cNvPr id="18" name="Picture 17">
            <a:extLst>
              <a:ext uri="{FF2B5EF4-FFF2-40B4-BE49-F238E27FC236}">
                <a16:creationId xmlns:a16="http://schemas.microsoft.com/office/drawing/2014/main" id="{37361400-A21B-6BA7-F2C1-FF4B8F147F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15201" y="815191"/>
            <a:ext cx="2438396" cy="370520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736440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13E92C5-94DB-3D56-FEF8-1665C9EE227D}"/>
              </a:ext>
            </a:extLst>
          </p:cNvPr>
          <p:cNvSpPr>
            <a:spLocks noGrp="1"/>
          </p:cNvSpPr>
          <p:nvPr>
            <p:ph type="body" sz="quarter" idx="10"/>
          </p:nvPr>
        </p:nvSpPr>
        <p:spPr>
          <a:xfrm>
            <a:off x="609600" y="1714500"/>
            <a:ext cx="10972800" cy="3514808"/>
          </a:xfrm>
        </p:spPr>
        <p:txBody>
          <a:bodyPr/>
          <a:lstStyle/>
          <a:p>
            <a:pPr marL="457200" indent="-457200">
              <a:buFont typeface="+mj-lt"/>
              <a:buAutoNum type="arabicPeriod"/>
            </a:pPr>
            <a:r>
              <a:rPr lang="en-US" sz="2800" dirty="0"/>
              <a:t>Why </a:t>
            </a:r>
            <a:r>
              <a:rPr lang="en-US" sz="2800" dirty="0">
                <a:solidFill>
                  <a:srgbClr val="7030A0"/>
                </a:solidFill>
              </a:rPr>
              <a:t>Infrastructure as code </a:t>
            </a:r>
            <a:r>
              <a:rPr lang="en-US" sz="2800" dirty="0"/>
              <a:t>matters</a:t>
            </a:r>
          </a:p>
          <a:p>
            <a:pPr marL="457200" indent="-457200">
              <a:buFont typeface="+mj-lt"/>
              <a:buAutoNum type="arabicPeriod"/>
            </a:pPr>
            <a:r>
              <a:rPr lang="en-IN" sz="2800" dirty="0">
                <a:solidFill>
                  <a:srgbClr val="7030A0"/>
                </a:solidFill>
              </a:rPr>
              <a:t>CloudFormation, CDK &amp; Terraform </a:t>
            </a:r>
            <a:r>
              <a:rPr lang="en-IN" sz="2800" dirty="0"/>
              <a:t>— explained</a:t>
            </a:r>
          </a:p>
          <a:p>
            <a:pPr marL="457200" indent="-457200">
              <a:buFont typeface="+mj-lt"/>
              <a:buAutoNum type="arabicPeriod"/>
            </a:pPr>
            <a:r>
              <a:rPr lang="en-IN" sz="2800" dirty="0"/>
              <a:t>Live demo — same task, three tools, </a:t>
            </a:r>
            <a:r>
              <a:rPr lang="en-IN" sz="2800" dirty="0">
                <a:solidFill>
                  <a:srgbClr val="7030A0"/>
                </a:solidFill>
              </a:rPr>
              <a:t>built with Kiro</a:t>
            </a:r>
          </a:p>
          <a:p>
            <a:pPr marL="457200" indent="-457200">
              <a:buFont typeface="+mj-lt"/>
              <a:buAutoNum type="arabicPeriod"/>
            </a:pPr>
            <a:r>
              <a:rPr lang="en-IN" sz="2800" dirty="0"/>
              <a:t>How to choose + Q&amp;A</a:t>
            </a:r>
          </a:p>
          <a:p>
            <a:pPr marL="457200" indent="-457200">
              <a:buFont typeface="+mj-lt"/>
              <a:buAutoNum type="arabicPeriod"/>
            </a:pPr>
            <a:endParaRPr lang="en-US" dirty="0"/>
          </a:p>
        </p:txBody>
      </p:sp>
      <p:sp>
        <p:nvSpPr>
          <p:cNvPr id="3" name="Slide Number Placeholder 2">
            <a:extLst>
              <a:ext uri="{FF2B5EF4-FFF2-40B4-BE49-F238E27FC236}">
                <a16:creationId xmlns:a16="http://schemas.microsoft.com/office/drawing/2014/main" id="{751A9D39-A558-B5DA-39F6-2C49B4360A04}"/>
              </a:ext>
            </a:extLst>
          </p:cNvPr>
          <p:cNvSpPr>
            <a:spLocks noGrp="1"/>
          </p:cNvSpPr>
          <p:nvPr>
            <p:ph type="sldNum" sz="quarter" idx="13"/>
          </p:nvPr>
        </p:nvSpPr>
        <p:spPr/>
        <p:txBody>
          <a:bodyPr/>
          <a:lstStyle/>
          <a:p>
            <a:fld id="{EB4B8DE2-A4E8-46E4-8BBF-D75455EFF32C}" type="slidenum">
              <a:rPr lang="en-US" smtClean="0"/>
              <a:pPr/>
              <a:t>3</a:t>
            </a:fld>
            <a:endParaRPr lang="en-US"/>
          </a:p>
        </p:txBody>
      </p:sp>
      <p:sp>
        <p:nvSpPr>
          <p:cNvPr id="4" name="Title 3">
            <a:extLst>
              <a:ext uri="{FF2B5EF4-FFF2-40B4-BE49-F238E27FC236}">
                <a16:creationId xmlns:a16="http://schemas.microsoft.com/office/drawing/2014/main" id="{4B4ED2A1-B1EB-11F4-73BF-4D9734EBCF89}"/>
              </a:ext>
            </a:extLst>
          </p:cNvPr>
          <p:cNvSpPr>
            <a:spLocks noGrp="1"/>
          </p:cNvSpPr>
          <p:nvPr>
            <p:ph type="title"/>
          </p:nvPr>
        </p:nvSpPr>
        <p:spPr>
          <a:xfrm>
            <a:off x="609600" y="593473"/>
            <a:ext cx="10972800" cy="590931"/>
          </a:xfrm>
        </p:spPr>
        <p:txBody>
          <a:bodyPr>
            <a:noAutofit/>
          </a:bodyPr>
          <a:lstStyle/>
          <a:p>
            <a:r>
              <a:rPr lang="en-US" sz="4000" dirty="0"/>
              <a:t>Agenda</a:t>
            </a:r>
          </a:p>
        </p:txBody>
      </p:sp>
      <p:sp>
        <p:nvSpPr>
          <p:cNvPr id="5" name="TextBox 4">
            <a:extLst>
              <a:ext uri="{FF2B5EF4-FFF2-40B4-BE49-F238E27FC236}">
                <a16:creationId xmlns:a16="http://schemas.microsoft.com/office/drawing/2014/main" id="{97CDAD31-B194-4A6C-338B-B3D19290542E}"/>
              </a:ext>
            </a:extLst>
          </p:cNvPr>
          <p:cNvSpPr txBox="1"/>
          <p:nvPr/>
        </p:nvSpPr>
        <p:spPr>
          <a:xfrm flipH="1">
            <a:off x="1214090" y="5035204"/>
            <a:ext cx="9970980" cy="1200329"/>
          </a:xfrm>
          <a:prstGeom prst="rect">
            <a:avLst/>
          </a:prstGeom>
          <a:noFill/>
        </p:spPr>
        <p:txBody>
          <a:bodyPr wrap="square" lIns="0" rIns="0" rtlCol="0">
            <a:spAutoFit/>
          </a:bodyPr>
          <a:lstStyle/>
          <a:p>
            <a:pPr algn="ctr"/>
            <a:r>
              <a:rPr lang="en-US" sz="3600" i="1">
                <a:solidFill>
                  <a:schemeClr val="accent3">
                    <a:lumMod val="75000"/>
                  </a:schemeClr>
                </a:solidFill>
              </a:rPr>
              <a:t>No deep AWS knowledge required. If you can read code, you’re good </a:t>
            </a:r>
          </a:p>
        </p:txBody>
      </p:sp>
    </p:spTree>
    <p:extLst>
      <p:ext uri="{BB962C8B-B14F-4D97-AF65-F5344CB8AC3E}">
        <p14:creationId xmlns:p14="http://schemas.microsoft.com/office/powerpoint/2010/main" val="2506341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D0AE50-71AA-8180-6801-89DABA4F24E2}"/>
              </a:ext>
            </a:extLst>
          </p:cNvPr>
          <p:cNvSpPr>
            <a:spLocks noGrp="1"/>
          </p:cNvSpPr>
          <p:nvPr>
            <p:ph idx="1"/>
          </p:nvPr>
        </p:nvSpPr>
        <p:spPr>
          <a:xfrm>
            <a:off x="332015" y="195481"/>
            <a:ext cx="10972800" cy="590931"/>
          </a:xfrm>
        </p:spPr>
        <p:txBody>
          <a:bodyPr/>
          <a:lstStyle/>
          <a:p>
            <a:r>
              <a:rPr lang="en-US" sz="3600"/>
              <a:t>You built an app. It works locally</a:t>
            </a:r>
          </a:p>
        </p:txBody>
      </p:sp>
      <p:sp>
        <p:nvSpPr>
          <p:cNvPr id="4" name="Slide Number Placeholder 3">
            <a:extLst>
              <a:ext uri="{FF2B5EF4-FFF2-40B4-BE49-F238E27FC236}">
                <a16:creationId xmlns:a16="http://schemas.microsoft.com/office/drawing/2014/main" id="{C3D74A6D-018F-A916-6425-4B2325E6E33F}"/>
              </a:ext>
            </a:extLst>
          </p:cNvPr>
          <p:cNvSpPr>
            <a:spLocks noGrp="1"/>
          </p:cNvSpPr>
          <p:nvPr>
            <p:ph type="sldNum" sz="quarter" idx="12"/>
          </p:nvPr>
        </p:nvSpPr>
        <p:spPr/>
        <p:txBody>
          <a:bodyPr/>
          <a:lstStyle/>
          <a:p>
            <a:fld id="{EB4B8DE2-A4E8-46E4-8BBF-D75455EFF32C}" type="slidenum">
              <a:rPr lang="en-US" smtClean="0"/>
              <a:pPr/>
              <a:t>4</a:t>
            </a:fld>
            <a:endParaRPr lang="en-US"/>
          </a:p>
        </p:txBody>
      </p:sp>
      <p:pic>
        <p:nvPicPr>
          <p:cNvPr id="7" name="Picture 6">
            <a:extLst>
              <a:ext uri="{FF2B5EF4-FFF2-40B4-BE49-F238E27FC236}">
                <a16:creationId xmlns:a16="http://schemas.microsoft.com/office/drawing/2014/main" id="{E3AF9DFC-14C5-89E5-261A-8F0BABE0FDA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40180" y="2543243"/>
            <a:ext cx="3147832" cy="3423015"/>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pic>
        <p:nvPicPr>
          <p:cNvPr id="9" name="Picture 8">
            <a:extLst>
              <a:ext uri="{FF2B5EF4-FFF2-40B4-BE49-F238E27FC236}">
                <a16:creationId xmlns:a16="http://schemas.microsoft.com/office/drawing/2014/main" id="{E0A2F5D5-EB12-1E86-2E7C-724BA0865FE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95690" y="1109654"/>
            <a:ext cx="4330890" cy="245478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pic>
        <p:nvPicPr>
          <p:cNvPr id="10" name="Picture 9">
            <a:extLst>
              <a:ext uri="{FF2B5EF4-FFF2-40B4-BE49-F238E27FC236}">
                <a16:creationId xmlns:a16="http://schemas.microsoft.com/office/drawing/2014/main" id="{D12D9C9E-4F48-5619-E992-A4CE43B221ED}"/>
              </a:ext>
            </a:extLst>
          </p:cNvPr>
          <p:cNvPicPr>
            <a:picLocks noChangeAspect="1"/>
          </p:cNvPicPr>
          <p:nvPr/>
        </p:nvPicPr>
        <p:blipFill>
          <a:blip r:embed="rId6"/>
          <a:stretch>
            <a:fillRect/>
          </a:stretch>
        </p:blipFill>
        <p:spPr>
          <a:xfrm>
            <a:off x="187835" y="1331069"/>
            <a:ext cx="5630580" cy="3167201"/>
          </a:xfrm>
          <a:prstGeom prst="rect">
            <a:avLst/>
          </a:prstGeom>
        </p:spPr>
      </p:pic>
      <p:sp>
        <p:nvSpPr>
          <p:cNvPr id="11" name="TextBox 10">
            <a:extLst>
              <a:ext uri="{FF2B5EF4-FFF2-40B4-BE49-F238E27FC236}">
                <a16:creationId xmlns:a16="http://schemas.microsoft.com/office/drawing/2014/main" id="{8C258379-1553-29C6-20D0-CE039E24644B}"/>
              </a:ext>
            </a:extLst>
          </p:cNvPr>
          <p:cNvSpPr txBox="1"/>
          <p:nvPr/>
        </p:nvSpPr>
        <p:spPr>
          <a:xfrm>
            <a:off x="332015" y="4914900"/>
            <a:ext cx="5908165" cy="1200329"/>
          </a:xfrm>
          <a:prstGeom prst="rect">
            <a:avLst/>
          </a:prstGeom>
          <a:noFill/>
        </p:spPr>
        <p:txBody>
          <a:bodyPr wrap="square" lIns="0" rIns="0" rtlCol="0">
            <a:spAutoFit/>
          </a:bodyPr>
          <a:lstStyle/>
          <a:p>
            <a:r>
              <a:rPr lang="en-US" sz="5400" i="1">
                <a:solidFill>
                  <a:srgbClr val="FF0000"/>
                </a:solidFill>
              </a:rPr>
              <a:t>Click…click…click</a:t>
            </a:r>
          </a:p>
          <a:p>
            <a:pPr algn="l"/>
            <a:endParaRPr lang="en-US" err="1"/>
          </a:p>
        </p:txBody>
      </p:sp>
    </p:spTree>
    <p:extLst>
      <p:ext uri="{BB962C8B-B14F-4D97-AF65-F5344CB8AC3E}">
        <p14:creationId xmlns:p14="http://schemas.microsoft.com/office/powerpoint/2010/main" val="6225597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6617F-1AE3-3A22-5F1A-8F3536E482B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1B0B40-FBB3-A0C2-8C0B-8F0C043E44FA}"/>
              </a:ext>
            </a:extLst>
          </p:cNvPr>
          <p:cNvSpPr>
            <a:spLocks noGrp="1"/>
          </p:cNvSpPr>
          <p:nvPr>
            <p:ph idx="1"/>
          </p:nvPr>
        </p:nvSpPr>
        <p:spPr>
          <a:xfrm>
            <a:off x="332015" y="195481"/>
            <a:ext cx="10972800" cy="590931"/>
          </a:xfrm>
        </p:spPr>
        <p:txBody>
          <a:bodyPr/>
          <a:lstStyle/>
          <a:p>
            <a:r>
              <a:rPr lang="en-US" sz="3600" dirty="0"/>
              <a:t>This was </a:t>
            </a:r>
            <a:r>
              <a:rPr lang="en-US" sz="3600" i="1" dirty="0">
                <a:solidFill>
                  <a:srgbClr val="FF0000"/>
                </a:solidFill>
              </a:rPr>
              <a:t>exactly my fingers when I started </a:t>
            </a:r>
          </a:p>
        </p:txBody>
      </p:sp>
      <p:sp>
        <p:nvSpPr>
          <p:cNvPr id="4" name="Slide Number Placeholder 3">
            <a:extLst>
              <a:ext uri="{FF2B5EF4-FFF2-40B4-BE49-F238E27FC236}">
                <a16:creationId xmlns:a16="http://schemas.microsoft.com/office/drawing/2014/main" id="{5D4818CC-CDDA-463B-011C-490206000C70}"/>
              </a:ext>
            </a:extLst>
          </p:cNvPr>
          <p:cNvSpPr>
            <a:spLocks noGrp="1"/>
          </p:cNvSpPr>
          <p:nvPr>
            <p:ph type="sldNum" sz="quarter" idx="12"/>
          </p:nvPr>
        </p:nvSpPr>
        <p:spPr/>
        <p:txBody>
          <a:bodyPr/>
          <a:lstStyle/>
          <a:p>
            <a:fld id="{EB4B8DE2-A4E8-46E4-8BBF-D75455EFF32C}" type="slidenum">
              <a:rPr lang="en-US" smtClean="0"/>
              <a:pPr/>
              <a:t>5</a:t>
            </a:fld>
            <a:endParaRPr lang="en-US"/>
          </a:p>
        </p:txBody>
      </p:sp>
      <p:pic>
        <p:nvPicPr>
          <p:cNvPr id="7" name="Picture 6">
            <a:extLst>
              <a:ext uri="{FF2B5EF4-FFF2-40B4-BE49-F238E27FC236}">
                <a16:creationId xmlns:a16="http://schemas.microsoft.com/office/drawing/2014/main" id="{5E8AFB71-5026-7AE2-2822-0FADC8434A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40180" y="2543243"/>
            <a:ext cx="3147832" cy="3423015"/>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pic>
        <p:nvPicPr>
          <p:cNvPr id="9" name="Picture 8">
            <a:extLst>
              <a:ext uri="{FF2B5EF4-FFF2-40B4-BE49-F238E27FC236}">
                <a16:creationId xmlns:a16="http://schemas.microsoft.com/office/drawing/2014/main" id="{527B39AF-6621-AFB3-8DBD-FBE8810539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95690" y="1109654"/>
            <a:ext cx="4330890" cy="245478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pic>
        <p:nvPicPr>
          <p:cNvPr id="10" name="Picture 9">
            <a:extLst>
              <a:ext uri="{FF2B5EF4-FFF2-40B4-BE49-F238E27FC236}">
                <a16:creationId xmlns:a16="http://schemas.microsoft.com/office/drawing/2014/main" id="{FE5E19FD-D498-CF6C-D70B-AE2CC4DBED09}"/>
              </a:ext>
            </a:extLst>
          </p:cNvPr>
          <p:cNvPicPr>
            <a:picLocks noChangeAspect="1"/>
          </p:cNvPicPr>
          <p:nvPr/>
        </p:nvPicPr>
        <p:blipFill>
          <a:blip r:embed="rId5"/>
          <a:stretch>
            <a:fillRect/>
          </a:stretch>
        </p:blipFill>
        <p:spPr>
          <a:xfrm>
            <a:off x="187835" y="1331069"/>
            <a:ext cx="5630580" cy="3167201"/>
          </a:xfrm>
          <a:prstGeom prst="rect">
            <a:avLst/>
          </a:prstGeom>
        </p:spPr>
      </p:pic>
      <p:sp>
        <p:nvSpPr>
          <p:cNvPr id="11" name="TextBox 10">
            <a:extLst>
              <a:ext uri="{FF2B5EF4-FFF2-40B4-BE49-F238E27FC236}">
                <a16:creationId xmlns:a16="http://schemas.microsoft.com/office/drawing/2014/main" id="{283AE02E-4D7F-08A6-2DAD-B235BAE22BFA}"/>
              </a:ext>
            </a:extLst>
          </p:cNvPr>
          <p:cNvSpPr txBox="1"/>
          <p:nvPr/>
        </p:nvSpPr>
        <p:spPr>
          <a:xfrm>
            <a:off x="332015" y="4914900"/>
            <a:ext cx="5908165" cy="1200329"/>
          </a:xfrm>
          <a:prstGeom prst="rect">
            <a:avLst/>
          </a:prstGeom>
          <a:noFill/>
        </p:spPr>
        <p:txBody>
          <a:bodyPr wrap="square" lIns="0" rIns="0" rtlCol="0">
            <a:spAutoFit/>
          </a:bodyPr>
          <a:lstStyle/>
          <a:p>
            <a:r>
              <a:rPr lang="en-US" sz="5400" i="1">
                <a:solidFill>
                  <a:srgbClr val="FF0000"/>
                </a:solidFill>
              </a:rPr>
              <a:t>Click…click…click</a:t>
            </a:r>
          </a:p>
          <a:p>
            <a:pPr algn="l"/>
            <a:endParaRPr lang="en-US" err="1"/>
          </a:p>
        </p:txBody>
      </p:sp>
    </p:spTree>
    <p:extLst>
      <p:ext uri="{BB962C8B-B14F-4D97-AF65-F5344CB8AC3E}">
        <p14:creationId xmlns:p14="http://schemas.microsoft.com/office/powerpoint/2010/main" val="345449930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E3FA4-C995-DB2D-BE82-85A78F1FA82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4B9F55-25B2-511C-A78F-98B53A4DC070}"/>
              </a:ext>
            </a:extLst>
          </p:cNvPr>
          <p:cNvSpPr>
            <a:spLocks noGrp="1"/>
          </p:cNvSpPr>
          <p:nvPr>
            <p:ph idx="1"/>
          </p:nvPr>
        </p:nvSpPr>
        <p:spPr>
          <a:xfrm>
            <a:off x="889291" y="1083902"/>
            <a:ext cx="7001096" cy="3612977"/>
          </a:xfrm>
        </p:spPr>
        <p:txBody>
          <a:bodyPr/>
          <a:lstStyle/>
          <a:p>
            <a:pPr algn="ctr">
              <a:lnSpc>
                <a:spcPct val="250000"/>
              </a:lnSpc>
            </a:pPr>
            <a:r>
              <a:rPr lang="en-IN" sz="2800" i="1" dirty="0"/>
              <a:t>Can you set up the </a:t>
            </a:r>
            <a:r>
              <a:rPr lang="en-IN" sz="2800" i="1" dirty="0">
                <a:solidFill>
                  <a:srgbClr val="FF0000"/>
                </a:solidFill>
              </a:rPr>
              <a:t>same thing for</a:t>
            </a:r>
            <a:r>
              <a:rPr lang="en-IN" sz="2800" i="1" dirty="0"/>
              <a:t> </a:t>
            </a:r>
            <a:r>
              <a:rPr lang="en-IN" sz="2800" i="1" dirty="0">
                <a:solidFill>
                  <a:srgbClr val="FF0000"/>
                </a:solidFill>
              </a:rPr>
              <a:t>staging</a:t>
            </a:r>
            <a:r>
              <a:rPr lang="en-IN" sz="2800" i="1" dirty="0"/>
              <a:t>?</a:t>
            </a:r>
            <a:endParaRPr lang="en-IN" sz="2800" dirty="0"/>
          </a:p>
          <a:p>
            <a:pPr algn="ctr">
              <a:lnSpc>
                <a:spcPct val="250000"/>
              </a:lnSpc>
            </a:pPr>
            <a:r>
              <a:rPr lang="en-IN" sz="2800" i="1" dirty="0"/>
              <a:t>What </a:t>
            </a:r>
            <a:r>
              <a:rPr lang="en-IN" sz="2800" i="1" dirty="0">
                <a:solidFill>
                  <a:srgbClr val="FF0000"/>
                </a:solidFill>
              </a:rPr>
              <a:t>changed</a:t>
            </a:r>
            <a:r>
              <a:rPr lang="en-IN" sz="2800" i="1" dirty="0"/>
              <a:t> since last week?</a:t>
            </a:r>
            <a:endParaRPr lang="en-IN" sz="2800" dirty="0"/>
          </a:p>
          <a:p>
            <a:pPr algn="ctr">
              <a:lnSpc>
                <a:spcPct val="250000"/>
              </a:lnSpc>
            </a:pPr>
            <a:r>
              <a:rPr lang="en-IN" sz="2800" i="1" dirty="0"/>
              <a:t>Who </a:t>
            </a:r>
            <a:r>
              <a:rPr lang="en-IN" sz="2800" i="1" dirty="0">
                <a:solidFill>
                  <a:srgbClr val="FF0000"/>
                </a:solidFill>
              </a:rPr>
              <a:t>deleted</a:t>
            </a:r>
            <a:r>
              <a:rPr lang="en-IN" sz="2800" i="1" dirty="0"/>
              <a:t> the security group?</a:t>
            </a:r>
            <a:endParaRPr lang="en-IN" sz="2800" dirty="0"/>
          </a:p>
        </p:txBody>
      </p:sp>
      <p:sp>
        <p:nvSpPr>
          <p:cNvPr id="4" name="Slide Number Placeholder 3">
            <a:extLst>
              <a:ext uri="{FF2B5EF4-FFF2-40B4-BE49-F238E27FC236}">
                <a16:creationId xmlns:a16="http://schemas.microsoft.com/office/drawing/2014/main" id="{E871AD5E-8E8F-62B5-3E4B-3A8702E18C73}"/>
              </a:ext>
            </a:extLst>
          </p:cNvPr>
          <p:cNvSpPr>
            <a:spLocks noGrp="1"/>
          </p:cNvSpPr>
          <p:nvPr>
            <p:ph type="sldNum" sz="quarter" idx="13"/>
          </p:nvPr>
        </p:nvSpPr>
        <p:spPr/>
        <p:txBody>
          <a:bodyPr/>
          <a:lstStyle/>
          <a:p>
            <a:fld id="{EB4B8DE2-A4E8-46E4-8BBF-D75455EFF32C}" type="slidenum">
              <a:rPr lang="en-US" smtClean="0"/>
              <a:pPr/>
              <a:t>6</a:t>
            </a:fld>
            <a:endParaRPr lang="en-US"/>
          </a:p>
        </p:txBody>
      </p:sp>
    </p:spTree>
    <p:extLst>
      <p:ext uri="{BB962C8B-B14F-4D97-AF65-F5344CB8AC3E}">
        <p14:creationId xmlns:p14="http://schemas.microsoft.com/office/powerpoint/2010/main" val="1278280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73CC4-99CB-934C-62D4-C740AEE1F78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64BBDC-6760-BFF7-6C8A-25FBF82FE0CE}"/>
              </a:ext>
            </a:extLst>
          </p:cNvPr>
          <p:cNvSpPr>
            <a:spLocks noGrp="1"/>
          </p:cNvSpPr>
          <p:nvPr>
            <p:ph idx="1"/>
          </p:nvPr>
        </p:nvSpPr>
        <p:spPr>
          <a:xfrm>
            <a:off x="609600" y="391886"/>
            <a:ext cx="10972800" cy="5149102"/>
          </a:xfrm>
        </p:spPr>
        <p:txBody>
          <a:bodyPr/>
          <a:lstStyle/>
          <a:p>
            <a:r>
              <a:rPr lang="en-IN" dirty="0"/>
              <a:t>As developers, you already:</a:t>
            </a:r>
          </a:p>
          <a:p>
            <a:pPr marL="457200" indent="-457200">
              <a:lnSpc>
                <a:spcPct val="100000"/>
              </a:lnSpc>
              <a:buFont typeface="Arial" panose="020B0604020202020204" pitchFamily="34" charset="0"/>
              <a:buChar char="•"/>
            </a:pPr>
            <a:r>
              <a:rPr lang="en-IN" dirty="0"/>
              <a:t> Write code in files</a:t>
            </a:r>
          </a:p>
          <a:p>
            <a:pPr marL="457200" indent="-457200">
              <a:lnSpc>
                <a:spcPct val="100000"/>
              </a:lnSpc>
              <a:buFont typeface="Arial" panose="020B0604020202020204" pitchFamily="34" charset="0"/>
              <a:buChar char="•"/>
            </a:pPr>
            <a:r>
              <a:rPr lang="en-IN" dirty="0"/>
              <a:t> Use version control (git)</a:t>
            </a:r>
          </a:p>
          <a:p>
            <a:pPr marL="457200" indent="-457200">
              <a:lnSpc>
                <a:spcPct val="100000"/>
              </a:lnSpc>
              <a:buFont typeface="Arial" panose="020B0604020202020204" pitchFamily="34" charset="0"/>
              <a:buChar char="•"/>
            </a:pPr>
            <a:r>
              <a:rPr lang="en-IN" dirty="0"/>
              <a:t> Review changes (pull requests)</a:t>
            </a:r>
          </a:p>
          <a:p>
            <a:pPr marL="457200" indent="-457200">
              <a:lnSpc>
                <a:spcPct val="100000"/>
              </a:lnSpc>
              <a:buFont typeface="Arial" panose="020B0604020202020204" pitchFamily="34" charset="0"/>
              <a:buChar char="•"/>
            </a:pPr>
            <a:r>
              <a:rPr lang="en-IN" dirty="0"/>
              <a:t> Automate repetitive tasks (CI/CD)</a:t>
            </a:r>
          </a:p>
          <a:p>
            <a:pPr marL="457200" indent="-457200">
              <a:buFont typeface="Arial" panose="020B0604020202020204" pitchFamily="34" charset="0"/>
              <a:buChar char="•"/>
            </a:pPr>
            <a:endParaRPr lang="en-IN" i="1" dirty="0"/>
          </a:p>
          <a:p>
            <a:pPr algn="ctr"/>
            <a:endParaRPr lang="en-IN" dirty="0">
              <a:solidFill>
                <a:schemeClr val="accent3">
                  <a:lumMod val="50000"/>
                </a:schemeClr>
              </a:solidFill>
            </a:endParaRPr>
          </a:p>
          <a:p>
            <a:pPr algn="ctr"/>
            <a:r>
              <a:rPr lang="en-IN" sz="3600" b="1" i="1" dirty="0">
                <a:solidFill>
                  <a:schemeClr val="accent3">
                    <a:lumMod val="75000"/>
                  </a:schemeClr>
                </a:solidFill>
              </a:rPr>
              <a:t>What if infrastructure worked the same way?</a:t>
            </a:r>
          </a:p>
        </p:txBody>
      </p:sp>
      <p:sp>
        <p:nvSpPr>
          <p:cNvPr id="4" name="Slide Number Placeholder 3">
            <a:extLst>
              <a:ext uri="{FF2B5EF4-FFF2-40B4-BE49-F238E27FC236}">
                <a16:creationId xmlns:a16="http://schemas.microsoft.com/office/drawing/2014/main" id="{2433CFCA-BC12-88FB-DF57-A4E8B5757D65}"/>
              </a:ext>
            </a:extLst>
          </p:cNvPr>
          <p:cNvSpPr>
            <a:spLocks noGrp="1"/>
          </p:cNvSpPr>
          <p:nvPr>
            <p:ph type="sldNum" sz="quarter" idx="12"/>
          </p:nvPr>
        </p:nvSpPr>
        <p:spPr/>
        <p:txBody>
          <a:bodyPr/>
          <a:lstStyle/>
          <a:p>
            <a:fld id="{EB4B8DE2-A4E8-46E4-8BBF-D75455EFF32C}" type="slidenum">
              <a:rPr lang="en-US" smtClean="0"/>
              <a:pPr/>
              <a:t>7</a:t>
            </a:fld>
            <a:endParaRPr lang="en-US"/>
          </a:p>
        </p:txBody>
      </p:sp>
      <p:pic>
        <p:nvPicPr>
          <p:cNvPr id="7" name="Picture 6">
            <a:extLst>
              <a:ext uri="{FF2B5EF4-FFF2-40B4-BE49-F238E27FC236}">
                <a16:creationId xmlns:a16="http://schemas.microsoft.com/office/drawing/2014/main" id="{074F8738-1F61-2057-8BFA-58004CE827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80365" y="545691"/>
            <a:ext cx="4498368" cy="2997706"/>
          </a:xfrm>
          <a:prstGeom prst="rect">
            <a:avLst/>
          </a:prstGeom>
        </p:spPr>
      </p:pic>
    </p:spTree>
    <p:extLst>
      <p:ext uri="{BB962C8B-B14F-4D97-AF65-F5344CB8AC3E}">
        <p14:creationId xmlns:p14="http://schemas.microsoft.com/office/powerpoint/2010/main" val="2971680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F5026-430B-0926-F4E0-D3DEF4A76AFD}"/>
              </a:ext>
            </a:extLst>
          </p:cNvPr>
          <p:cNvSpPr>
            <a:spLocks noGrp="1"/>
          </p:cNvSpPr>
          <p:nvPr>
            <p:ph type="title"/>
          </p:nvPr>
        </p:nvSpPr>
        <p:spPr>
          <a:xfrm>
            <a:off x="0" y="2449286"/>
            <a:ext cx="12192000" cy="535531"/>
          </a:xfrm>
          <a:noFill/>
        </p:spPr>
        <p:txBody>
          <a:bodyPr>
            <a:noAutofit/>
          </a:bodyPr>
          <a:lstStyle/>
          <a:p>
            <a:pPr algn="ctr"/>
            <a:r>
              <a:rPr lang="en-IN" sz="4400" b="1" i="1" dirty="0" err="1"/>
              <a:t>IaC</a:t>
            </a:r>
            <a:r>
              <a:rPr lang="en-IN" sz="4400" b="1" i="1" dirty="0"/>
              <a:t>: </a:t>
            </a:r>
            <a:r>
              <a:rPr lang="en-IN" sz="4400" dirty="0"/>
              <a:t>Define your cloud resources in files, deploy them with a command.</a:t>
            </a:r>
            <a:br>
              <a:rPr lang="en-IN" sz="4400" dirty="0"/>
            </a:br>
            <a:endParaRPr lang="en-US" sz="4400" dirty="0"/>
          </a:p>
        </p:txBody>
      </p:sp>
      <p:sp>
        <p:nvSpPr>
          <p:cNvPr id="5" name="Slide Number Placeholder 4">
            <a:extLst>
              <a:ext uri="{FF2B5EF4-FFF2-40B4-BE49-F238E27FC236}">
                <a16:creationId xmlns:a16="http://schemas.microsoft.com/office/drawing/2014/main" id="{4307F6E3-4FE5-F2E7-7D32-8957DBF39568}"/>
              </a:ext>
            </a:extLst>
          </p:cNvPr>
          <p:cNvSpPr>
            <a:spLocks noGrp="1"/>
          </p:cNvSpPr>
          <p:nvPr>
            <p:ph type="sldNum" sz="quarter" idx="12"/>
          </p:nvPr>
        </p:nvSpPr>
        <p:spPr/>
        <p:txBody>
          <a:bodyPr/>
          <a:lstStyle/>
          <a:p>
            <a:fld id="{EB4B8DE2-A4E8-46E4-8BBF-D75455EFF32C}" type="slidenum">
              <a:rPr lang="en-US" smtClean="0"/>
              <a:pPr/>
              <a:t>8</a:t>
            </a:fld>
            <a:endParaRPr lang="en-US"/>
          </a:p>
        </p:txBody>
      </p:sp>
    </p:spTree>
    <p:extLst>
      <p:ext uri="{BB962C8B-B14F-4D97-AF65-F5344CB8AC3E}">
        <p14:creationId xmlns:p14="http://schemas.microsoft.com/office/powerpoint/2010/main" val="1848945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6675F-8BD9-C96C-999C-10B3A0ACAB5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8A92CA6-7032-0808-1E22-1242C8726984}"/>
              </a:ext>
            </a:extLst>
          </p:cNvPr>
          <p:cNvSpPr>
            <a:spLocks noGrp="1"/>
          </p:cNvSpPr>
          <p:nvPr>
            <p:ph type="sldNum" sz="quarter" idx="12"/>
          </p:nvPr>
        </p:nvSpPr>
        <p:spPr/>
        <p:txBody>
          <a:bodyPr/>
          <a:lstStyle/>
          <a:p>
            <a:fld id="{EB4B8DE2-A4E8-46E4-8BBF-D75455EFF32C}" type="slidenum">
              <a:rPr lang="en-US" smtClean="0"/>
              <a:pPr/>
              <a:t>9</a:t>
            </a:fld>
            <a:endParaRPr lang="en-US"/>
          </a:p>
        </p:txBody>
      </p:sp>
      <p:graphicFrame>
        <p:nvGraphicFramePr>
          <p:cNvPr id="7" name="Table 6">
            <a:extLst>
              <a:ext uri="{FF2B5EF4-FFF2-40B4-BE49-F238E27FC236}">
                <a16:creationId xmlns:a16="http://schemas.microsoft.com/office/drawing/2014/main" id="{98A66288-383C-F0BB-749F-A8E177581B0A}"/>
              </a:ext>
            </a:extLst>
          </p:cNvPr>
          <p:cNvGraphicFramePr>
            <a:graphicFrameLocks noGrp="1"/>
          </p:cNvGraphicFramePr>
          <p:nvPr>
            <p:extLst>
              <p:ext uri="{D42A27DB-BD31-4B8C-83A1-F6EECF244321}">
                <p14:modId xmlns:p14="http://schemas.microsoft.com/office/powerpoint/2010/main" val="3920899613"/>
              </p:ext>
            </p:extLst>
          </p:nvPr>
        </p:nvGraphicFramePr>
        <p:xfrm>
          <a:off x="934358" y="657799"/>
          <a:ext cx="10534842" cy="5070082"/>
        </p:xfrm>
        <a:graphic>
          <a:graphicData uri="http://schemas.openxmlformats.org/drawingml/2006/table">
            <a:tbl>
              <a:tblPr firstRow="1" bandRow="1">
                <a:tableStyleId>{912C8C85-51F0-491E-9774-3900AFEF0FD7}</a:tableStyleId>
              </a:tblPr>
              <a:tblGrid>
                <a:gridCol w="6074421">
                  <a:extLst>
                    <a:ext uri="{9D8B030D-6E8A-4147-A177-3AD203B41FA5}">
                      <a16:colId xmlns:a16="http://schemas.microsoft.com/office/drawing/2014/main" val="2877328790"/>
                    </a:ext>
                  </a:extLst>
                </a:gridCol>
                <a:gridCol w="4460421">
                  <a:extLst>
                    <a:ext uri="{9D8B030D-6E8A-4147-A177-3AD203B41FA5}">
                      <a16:colId xmlns:a16="http://schemas.microsoft.com/office/drawing/2014/main" val="515731101"/>
                    </a:ext>
                  </a:extLst>
                </a:gridCol>
              </a:tblGrid>
              <a:tr h="904361">
                <a:tc>
                  <a:txBody>
                    <a:bodyPr/>
                    <a:lstStyle/>
                    <a:p>
                      <a:pPr algn="ctr"/>
                      <a:r>
                        <a:rPr lang="en-US" sz="3600" dirty="0"/>
                        <a:t>Without </a:t>
                      </a:r>
                      <a:r>
                        <a:rPr lang="en-US" sz="3600" dirty="0" err="1"/>
                        <a:t>IaC</a:t>
                      </a:r>
                      <a:endParaRPr lang="en-US" sz="3600"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sz="3600" dirty="0"/>
                        <a:t>With</a:t>
                      </a:r>
                      <a:r>
                        <a:rPr lang="en-US" sz="3600" baseline="0" dirty="0"/>
                        <a:t> </a:t>
                      </a:r>
                      <a:r>
                        <a:rPr lang="en-US" sz="3600" baseline="0" dirty="0" err="1"/>
                        <a:t>IaC</a:t>
                      </a:r>
                      <a:endParaRPr lang="en-US" sz="3600"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0466305"/>
                  </a:ext>
                </a:extLst>
              </a:tr>
              <a:tr h="904361">
                <a:tc>
                  <a:txBody>
                    <a:bodyPr/>
                    <a:lstStyle/>
                    <a:p>
                      <a:pPr algn="ctr"/>
                      <a:r>
                        <a:rPr lang="en-US" sz="2800" dirty="0"/>
                        <a:t>Manual setup</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sz="2800" dirty="0"/>
                        <a:t>Automated</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32822435"/>
                  </a:ext>
                </a:extLst>
              </a:tr>
              <a:tr h="90436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800" b="0" i="0" kern="1200" dirty="0">
                          <a:solidFill>
                            <a:schemeClr val="tx1"/>
                          </a:solidFill>
                          <a:effectLst/>
                          <a:latin typeface="+mn-lt"/>
                          <a:ea typeface="+mn-ea"/>
                          <a:cs typeface="+mn-cs"/>
                        </a:rPr>
                        <a:t>"It was working yesterday”</a:t>
                      </a:r>
                    </a:p>
                    <a:p>
                      <a:pPr algn="ctr"/>
                      <a:endParaRPr lang="en-US" sz="2800"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800" b="0" i="0" kern="1200" dirty="0">
                          <a:solidFill>
                            <a:schemeClr val="tx1"/>
                          </a:solidFill>
                          <a:effectLst/>
                          <a:latin typeface="+mn-lt"/>
                          <a:ea typeface="+mn-ea"/>
                          <a:cs typeface="+mn-cs"/>
                        </a:rPr>
                        <a:t>Git blame</a:t>
                      </a:r>
                    </a:p>
                    <a:p>
                      <a:pPr algn="ctr"/>
                      <a:endParaRPr lang="en-US" sz="2800"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2240284"/>
                  </a:ext>
                </a:extLst>
              </a:tr>
              <a:tr h="90436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800" b="0" i="0" kern="1200">
                          <a:solidFill>
                            <a:schemeClr val="tx1"/>
                          </a:solidFill>
                          <a:effectLst/>
                          <a:latin typeface="+mn-lt"/>
                          <a:ea typeface="+mn-ea"/>
                          <a:cs typeface="+mn-cs"/>
                        </a:rPr>
                        <a:t>Snowflake environments</a:t>
                      </a:r>
                    </a:p>
                    <a:p>
                      <a:pPr algn="ctr"/>
                      <a:endParaRPr lang="en-US" sz="280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lnSpc>
                          <a:spcPts val="1350"/>
                        </a:lnSpc>
                        <a:buNone/>
                      </a:pPr>
                      <a:endParaRPr lang="en-IN" sz="2800" b="0" i="0" dirty="0">
                        <a:solidFill>
                          <a:srgbClr val="FFFFFF"/>
                        </a:solidFill>
                        <a:effectLst/>
                        <a:latin typeface="Amazon Ember" panose="020B0603020204020204" pitchFamily="34" charset="0"/>
                      </a:endParaRPr>
                    </a:p>
                    <a:p>
                      <a:pPr algn="ctr">
                        <a:lnSpc>
                          <a:spcPts val="1350"/>
                        </a:lnSpc>
                        <a:buNone/>
                      </a:pPr>
                      <a:r>
                        <a:rPr lang="en-IN" sz="2800" b="0" i="0" kern="1200" dirty="0">
                          <a:solidFill>
                            <a:schemeClr val="tx1"/>
                          </a:solidFill>
                          <a:effectLst/>
                          <a:latin typeface="+mn-lt"/>
                          <a:ea typeface="+mn-ea"/>
                          <a:cs typeface="+mn-cs"/>
                        </a:rPr>
                        <a:t>Identical copies </a:t>
                      </a:r>
                    </a:p>
                    <a:p>
                      <a:pPr algn="ctr"/>
                      <a:endParaRPr lang="en-US" sz="2800"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21984037"/>
                  </a:ext>
                </a:extLst>
              </a:tr>
              <a:tr h="90436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800" b="0" i="0" kern="1200">
                          <a:solidFill>
                            <a:schemeClr val="tx1"/>
                          </a:solidFill>
                          <a:effectLst/>
                          <a:latin typeface="+mn-lt"/>
                          <a:ea typeface="+mn-ea"/>
                          <a:cs typeface="+mn-cs"/>
                        </a:rPr>
                        <a:t>Documentation gets stale</a:t>
                      </a:r>
                    </a:p>
                    <a:p>
                      <a:pPr algn="ctr"/>
                      <a:endParaRPr lang="en-US" sz="280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800" b="0" i="0" kern="1200" dirty="0">
                          <a:solidFill>
                            <a:schemeClr val="tx1"/>
                          </a:solidFill>
                          <a:effectLst/>
                          <a:latin typeface="+mn-lt"/>
                          <a:ea typeface="+mn-ea"/>
                          <a:cs typeface="+mn-cs"/>
                        </a:rPr>
                        <a:t>Code is the documentation</a:t>
                      </a:r>
                    </a:p>
                    <a:p>
                      <a:pPr algn="ctr"/>
                      <a:endParaRPr lang="en-US" sz="2800"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8011867"/>
                  </a:ext>
                </a:extLst>
              </a:tr>
            </a:tbl>
          </a:graphicData>
        </a:graphic>
      </p:graphicFrame>
    </p:spTree>
    <p:extLst>
      <p:ext uri="{BB962C8B-B14F-4D97-AF65-F5344CB8AC3E}">
        <p14:creationId xmlns:p14="http://schemas.microsoft.com/office/powerpoint/2010/main" val="17652674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E9F3C-CF40-4BE1-950B-0E50A165669D}"/>
              </a:ext>
            </a:extLst>
          </p:cNvPr>
          <p:cNvSpPr>
            <a:spLocks noGrp="1"/>
          </p:cNvSpPr>
          <p:nvPr>
            <p:ph type="title"/>
          </p:nvPr>
        </p:nvSpPr>
        <p:spPr>
          <a:xfrm>
            <a:off x="609600" y="679651"/>
            <a:ext cx="10972800" cy="535531"/>
          </a:xfrm>
        </p:spPr>
        <p:txBody>
          <a:bodyPr>
            <a:noAutofit/>
          </a:bodyPr>
          <a:lstStyle/>
          <a:p>
            <a:r>
              <a:rPr lang="en-US" sz="4000" dirty="0"/>
              <a:t>Three Tools, One Goal</a:t>
            </a:r>
          </a:p>
        </p:txBody>
      </p:sp>
      <p:sp>
        <p:nvSpPr>
          <p:cNvPr id="3" name="Content Placeholder 2">
            <a:extLst>
              <a:ext uri="{FF2B5EF4-FFF2-40B4-BE49-F238E27FC236}">
                <a16:creationId xmlns:a16="http://schemas.microsoft.com/office/drawing/2014/main" id="{0994AED1-9723-4DF1-890A-EDDE1A09B5C7}"/>
              </a:ext>
            </a:extLst>
          </p:cNvPr>
          <p:cNvSpPr>
            <a:spLocks noGrp="1"/>
          </p:cNvSpPr>
          <p:nvPr>
            <p:ph idx="1"/>
          </p:nvPr>
        </p:nvSpPr>
        <p:spPr>
          <a:xfrm>
            <a:off x="609600" y="1714500"/>
            <a:ext cx="10972800" cy="3631763"/>
          </a:xfrm>
        </p:spPr>
        <p:txBody>
          <a:bodyPr/>
          <a:lstStyle/>
          <a:p>
            <a:r>
              <a:rPr lang="en-IN" b="1" i="1" dirty="0"/>
              <a:t>AWS CloudFormation </a:t>
            </a:r>
            <a:r>
              <a:rPr lang="en-IN" i="1" dirty="0"/>
              <a:t>— </a:t>
            </a:r>
            <a:r>
              <a:rPr lang="en-IN" dirty="0"/>
              <a:t>YAML/JSON templates </a:t>
            </a:r>
          </a:p>
          <a:p>
            <a:r>
              <a:rPr lang="en-IN" b="1" i="1" dirty="0"/>
              <a:t>AWS CDK </a:t>
            </a:r>
            <a:r>
              <a:rPr lang="en-IN" i="1" dirty="0"/>
              <a:t>— </a:t>
            </a:r>
            <a:r>
              <a:rPr lang="en-IN" dirty="0"/>
              <a:t>Your programming language (TypeScript, Python, Java...) </a:t>
            </a:r>
            <a:endParaRPr lang="en-IN" i="1" dirty="0"/>
          </a:p>
          <a:p>
            <a:r>
              <a:rPr lang="en-IN" b="1" i="1" dirty="0"/>
              <a:t>Terraform</a:t>
            </a:r>
            <a:r>
              <a:rPr lang="en-IN" i="1" dirty="0"/>
              <a:t> — HCL, multi-cloud.  </a:t>
            </a:r>
            <a:endParaRPr lang="en-IN" dirty="0"/>
          </a:p>
          <a:p>
            <a:pPr marL="0" indent="0">
              <a:buNone/>
            </a:pPr>
            <a:endParaRPr lang="en-US" dirty="0"/>
          </a:p>
          <a:p>
            <a:r>
              <a:rPr lang="en-IN" sz="3200" dirty="0">
                <a:solidFill>
                  <a:srgbClr val="002060"/>
                </a:solidFill>
              </a:rPr>
              <a:t>All three: </a:t>
            </a:r>
            <a:r>
              <a:rPr lang="en-IN" sz="3200" dirty="0">
                <a:solidFill>
                  <a:schemeClr val="accent3">
                    <a:lumMod val="75000"/>
                  </a:schemeClr>
                </a:solidFill>
              </a:rPr>
              <a:t>file → deploy → infrastructure exists</a:t>
            </a:r>
          </a:p>
          <a:p>
            <a:pPr marL="0" indent="0">
              <a:buNone/>
            </a:pPr>
            <a:endParaRPr lang="en-US" dirty="0"/>
          </a:p>
        </p:txBody>
      </p:sp>
      <p:sp>
        <p:nvSpPr>
          <p:cNvPr id="4" name="Slide Number Placeholder 3">
            <a:extLst>
              <a:ext uri="{FF2B5EF4-FFF2-40B4-BE49-F238E27FC236}">
                <a16:creationId xmlns:a16="http://schemas.microsoft.com/office/drawing/2014/main" id="{CF208AD3-5522-964A-A2BF-E853005C6523}"/>
              </a:ext>
            </a:extLst>
          </p:cNvPr>
          <p:cNvSpPr>
            <a:spLocks noGrp="1"/>
          </p:cNvSpPr>
          <p:nvPr>
            <p:ph type="sldNum" sz="quarter" idx="12"/>
          </p:nvPr>
        </p:nvSpPr>
        <p:spPr/>
        <p:txBody>
          <a:bodyPr/>
          <a:lstStyle/>
          <a:p>
            <a:fld id="{EB4B8DE2-A4E8-46E4-8BBF-D75455EFF32C}" type="slidenum">
              <a:rPr lang="en-US" smtClean="0"/>
              <a:pPr/>
              <a:t>10</a:t>
            </a:fld>
            <a:endParaRPr lang="en-US"/>
          </a:p>
        </p:txBody>
      </p:sp>
      <p:pic>
        <p:nvPicPr>
          <p:cNvPr id="5" name="Picture 4">
            <a:extLst>
              <a:ext uri="{FF2B5EF4-FFF2-40B4-BE49-F238E27FC236}">
                <a16:creationId xmlns:a16="http://schemas.microsoft.com/office/drawing/2014/main" id="{DBEAE8BD-0304-3797-703D-8903ED2453BF}"/>
              </a:ext>
            </a:extLst>
          </p:cNvPr>
          <p:cNvPicPr>
            <a:picLocks noChangeAspect="1"/>
          </p:cNvPicPr>
          <p:nvPr/>
        </p:nvPicPr>
        <p:blipFill>
          <a:blip r:embed="rId3"/>
          <a:stretch>
            <a:fillRect/>
          </a:stretch>
        </p:blipFill>
        <p:spPr>
          <a:xfrm>
            <a:off x="9103358" y="1622887"/>
            <a:ext cx="535532" cy="535532"/>
          </a:xfrm>
          <a:prstGeom prst="rect">
            <a:avLst/>
          </a:prstGeom>
        </p:spPr>
      </p:pic>
      <p:pic>
        <p:nvPicPr>
          <p:cNvPr id="6" name="Picture 5">
            <a:extLst>
              <a:ext uri="{FF2B5EF4-FFF2-40B4-BE49-F238E27FC236}">
                <a16:creationId xmlns:a16="http://schemas.microsoft.com/office/drawing/2014/main" id="{F5EA3E7C-832F-1312-757E-0DC92F385D66}"/>
              </a:ext>
            </a:extLst>
          </p:cNvPr>
          <p:cNvPicPr>
            <a:picLocks noChangeAspect="1"/>
          </p:cNvPicPr>
          <p:nvPr/>
        </p:nvPicPr>
        <p:blipFill>
          <a:blip r:embed="rId4"/>
          <a:stretch>
            <a:fillRect/>
          </a:stretch>
        </p:blipFill>
        <p:spPr>
          <a:xfrm>
            <a:off x="2639960" y="2681529"/>
            <a:ext cx="516194" cy="516194"/>
          </a:xfrm>
          <a:prstGeom prst="rect">
            <a:avLst/>
          </a:prstGeom>
        </p:spPr>
      </p:pic>
      <p:pic>
        <p:nvPicPr>
          <p:cNvPr id="7" name="Picture 6">
            <a:extLst>
              <a:ext uri="{FF2B5EF4-FFF2-40B4-BE49-F238E27FC236}">
                <a16:creationId xmlns:a16="http://schemas.microsoft.com/office/drawing/2014/main" id="{6DF49DF4-A733-532C-92BE-C3D216D17D22}"/>
              </a:ext>
            </a:extLst>
          </p:cNvPr>
          <p:cNvPicPr>
            <a:picLocks noChangeAspect="1"/>
          </p:cNvPicPr>
          <p:nvPr/>
        </p:nvPicPr>
        <p:blipFill>
          <a:blip r:embed="rId5"/>
          <a:stretch>
            <a:fillRect/>
          </a:stretch>
        </p:blipFill>
        <p:spPr>
          <a:xfrm>
            <a:off x="6332791" y="3100439"/>
            <a:ext cx="657121" cy="657121"/>
          </a:xfrm>
          <a:prstGeom prst="rect">
            <a:avLst/>
          </a:prstGeom>
        </p:spPr>
      </p:pic>
    </p:spTree>
    <p:extLst>
      <p:ext uri="{BB962C8B-B14F-4D97-AF65-F5344CB8AC3E}">
        <p14:creationId xmlns:p14="http://schemas.microsoft.com/office/powerpoint/2010/main" val="764798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26954-5128-2155-E0F3-90D9ACE435AE}"/>
              </a:ext>
            </a:extLst>
          </p:cNvPr>
          <p:cNvSpPr>
            <a:spLocks noGrp="1"/>
          </p:cNvSpPr>
          <p:nvPr>
            <p:ph type="title"/>
          </p:nvPr>
        </p:nvSpPr>
        <p:spPr>
          <a:xfrm>
            <a:off x="348342" y="2718036"/>
            <a:ext cx="7823200" cy="1421928"/>
          </a:xfrm>
        </p:spPr>
        <p:txBody>
          <a:bodyPr/>
          <a:lstStyle/>
          <a:p>
            <a:r>
              <a:rPr lang="en-US" dirty="0"/>
              <a:t>AWS CloudFormation</a:t>
            </a:r>
          </a:p>
        </p:txBody>
      </p:sp>
      <p:sp>
        <p:nvSpPr>
          <p:cNvPr id="3" name="Slide Number Placeholder 2">
            <a:extLst>
              <a:ext uri="{FF2B5EF4-FFF2-40B4-BE49-F238E27FC236}">
                <a16:creationId xmlns:a16="http://schemas.microsoft.com/office/drawing/2014/main" id="{0F4D96B4-22C5-408F-3886-FC041E9493B5}"/>
              </a:ext>
            </a:extLst>
          </p:cNvPr>
          <p:cNvSpPr>
            <a:spLocks noGrp="1"/>
          </p:cNvSpPr>
          <p:nvPr>
            <p:ph type="sldNum" sz="quarter" idx="12"/>
          </p:nvPr>
        </p:nvSpPr>
        <p:spPr/>
        <p:txBody>
          <a:bodyPr/>
          <a:lstStyle/>
          <a:p>
            <a:fld id="{EB4B8DE2-A4E8-46E4-8BBF-D75455EFF32C}" type="slidenum">
              <a:rPr lang="en-US" smtClean="0"/>
              <a:pPr/>
              <a:t>11</a:t>
            </a:fld>
            <a:endParaRPr lang="en-US"/>
          </a:p>
        </p:txBody>
      </p:sp>
    </p:spTree>
    <p:extLst>
      <p:ext uri="{BB962C8B-B14F-4D97-AF65-F5344CB8AC3E}">
        <p14:creationId xmlns:p14="http://schemas.microsoft.com/office/powerpoint/2010/main" val="24580564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66A89-3CD9-D571-DEC7-427FD162ABD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C41F3E-6D81-36F1-4D6C-C18866472D3B}"/>
              </a:ext>
            </a:extLst>
          </p:cNvPr>
          <p:cNvSpPr>
            <a:spLocks noGrp="1"/>
          </p:cNvSpPr>
          <p:nvPr>
            <p:ph idx="1"/>
          </p:nvPr>
        </p:nvSpPr>
        <p:spPr>
          <a:xfrm>
            <a:off x="933535" y="686871"/>
            <a:ext cx="7650025" cy="5484258"/>
          </a:xfrm>
        </p:spPr>
        <p:txBody>
          <a:bodyPr/>
          <a:lstStyle/>
          <a:p>
            <a:pPr algn="ctr">
              <a:lnSpc>
                <a:spcPct val="250000"/>
              </a:lnSpc>
            </a:pPr>
            <a:r>
              <a:rPr lang="en-IN" sz="3600"/>
              <a:t>The OG of AWS </a:t>
            </a:r>
            <a:r>
              <a:rPr lang="en-IN" sz="3600" err="1"/>
              <a:t>IaC</a:t>
            </a:r>
            <a:endParaRPr lang="en-IN" sz="3600"/>
          </a:p>
          <a:p>
            <a:pPr algn="ctr">
              <a:lnSpc>
                <a:spcPct val="250000"/>
              </a:lnSpc>
            </a:pPr>
            <a:r>
              <a:rPr lang="en-IN" sz="3600" i="1"/>
              <a:t>📄 YAML/JSON → ☁️ AWS Resources</a:t>
            </a:r>
            <a:endParaRPr lang="en-IN" sz="3600"/>
          </a:p>
          <a:p>
            <a:pPr algn="ctr">
              <a:lnSpc>
                <a:spcPct val="250000"/>
              </a:lnSpc>
            </a:pPr>
            <a:endParaRPr lang="en-IN"/>
          </a:p>
        </p:txBody>
      </p:sp>
      <p:sp>
        <p:nvSpPr>
          <p:cNvPr id="4" name="Slide Number Placeholder 3">
            <a:extLst>
              <a:ext uri="{FF2B5EF4-FFF2-40B4-BE49-F238E27FC236}">
                <a16:creationId xmlns:a16="http://schemas.microsoft.com/office/drawing/2014/main" id="{177543C9-021C-E765-8803-C3AF4FDBA80E}"/>
              </a:ext>
            </a:extLst>
          </p:cNvPr>
          <p:cNvSpPr>
            <a:spLocks noGrp="1"/>
          </p:cNvSpPr>
          <p:nvPr>
            <p:ph type="sldNum" sz="quarter" idx="13"/>
          </p:nvPr>
        </p:nvSpPr>
        <p:spPr/>
        <p:txBody>
          <a:bodyPr/>
          <a:lstStyle/>
          <a:p>
            <a:fld id="{EB4B8DE2-A4E8-46E4-8BBF-D75455EFF32C}" type="slidenum">
              <a:rPr lang="en-US" smtClean="0"/>
              <a:pPr/>
              <a:t>12</a:t>
            </a:fld>
            <a:endParaRPr lang="en-US"/>
          </a:p>
        </p:txBody>
      </p:sp>
    </p:spTree>
    <p:extLst>
      <p:ext uri="{BB962C8B-B14F-4D97-AF65-F5344CB8AC3E}">
        <p14:creationId xmlns:p14="http://schemas.microsoft.com/office/powerpoint/2010/main" val="3389079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FC8AF-B7C1-044B-0FDB-F7018CE7852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2E789B-EE87-DD63-9B51-B75630D5EFDD}"/>
              </a:ext>
            </a:extLst>
          </p:cNvPr>
          <p:cNvSpPr>
            <a:spLocks noGrp="1"/>
          </p:cNvSpPr>
          <p:nvPr>
            <p:ph idx="1"/>
          </p:nvPr>
        </p:nvSpPr>
        <p:spPr>
          <a:xfrm>
            <a:off x="609601" y="391888"/>
            <a:ext cx="10444842" cy="5682342"/>
          </a:xfrm>
        </p:spPr>
        <p:txBody>
          <a:bodyPr/>
          <a:lstStyle/>
          <a:p>
            <a:r>
              <a:rPr lang="en-IN"/>
              <a:t>1. You write a template (YAML or JSON)</a:t>
            </a:r>
          </a:p>
          <a:p>
            <a:r>
              <a:rPr lang="en-IN"/>
              <a:t>2. You submit it to CloudFormation</a:t>
            </a:r>
          </a:p>
          <a:p>
            <a:r>
              <a:rPr lang="en-IN"/>
              <a:t>3. CloudFormation creates a **stack** (your resources)</a:t>
            </a:r>
          </a:p>
          <a:p>
            <a:r>
              <a:rPr lang="en-IN"/>
              <a:t>4. Change the template → update the stack</a:t>
            </a:r>
          </a:p>
          <a:p>
            <a:r>
              <a:rPr lang="en-IN"/>
              <a:t>5. Delete the stack → resources cleaned up</a:t>
            </a:r>
          </a:p>
          <a:p>
            <a:r>
              <a:rPr lang="en-IN" i="1">
                <a:solidFill>
                  <a:schemeClr val="accent2">
                    <a:lumMod val="60000"/>
                    <a:lumOff val="40000"/>
                  </a:schemeClr>
                </a:solidFill>
                <a:latin typeface="Lucida Console" panose="020B0609040504020204" pitchFamily="49" charset="0"/>
              </a:rPr>
              <a:t>```</a:t>
            </a:r>
            <a:r>
              <a:rPr lang="en-IN" i="1" err="1">
                <a:solidFill>
                  <a:schemeClr val="accent2">
                    <a:lumMod val="60000"/>
                    <a:lumOff val="40000"/>
                  </a:schemeClr>
                </a:solidFill>
                <a:latin typeface="Lucida Console" panose="020B0609040504020204" pitchFamily="49" charset="0"/>
              </a:rPr>
              <a:t>yaml</a:t>
            </a:r>
            <a:endParaRPr lang="en-IN">
              <a:solidFill>
                <a:schemeClr val="accent2">
                  <a:lumMod val="60000"/>
                  <a:lumOff val="40000"/>
                </a:schemeClr>
              </a:solidFill>
              <a:latin typeface="Lucida Console" panose="020B0609040504020204" pitchFamily="49" charset="0"/>
            </a:endParaRPr>
          </a:p>
          <a:p>
            <a:r>
              <a:rPr lang="en-IN" i="1">
                <a:solidFill>
                  <a:schemeClr val="accent2">
                    <a:lumMod val="60000"/>
                    <a:lumOff val="40000"/>
                  </a:schemeClr>
                </a:solidFill>
                <a:latin typeface="Lucida Console" panose="020B0609040504020204" pitchFamily="49" charset="0"/>
              </a:rPr>
              <a:t>Resources:</a:t>
            </a:r>
            <a:endParaRPr lang="en-IN">
              <a:solidFill>
                <a:schemeClr val="accent2">
                  <a:lumMod val="60000"/>
                  <a:lumOff val="40000"/>
                </a:schemeClr>
              </a:solidFill>
              <a:latin typeface="Lucida Console" panose="020B0609040504020204" pitchFamily="49" charset="0"/>
            </a:endParaRPr>
          </a:p>
          <a:p>
            <a:r>
              <a:rPr lang="en-IN" i="1">
                <a:solidFill>
                  <a:schemeClr val="accent2">
                    <a:lumMod val="60000"/>
                    <a:lumOff val="40000"/>
                  </a:schemeClr>
                </a:solidFill>
                <a:latin typeface="Lucida Console" panose="020B0609040504020204" pitchFamily="49" charset="0"/>
              </a:rPr>
              <a:t>	MyBucket:</a:t>
            </a:r>
            <a:endParaRPr lang="en-IN">
              <a:solidFill>
                <a:schemeClr val="accent2">
                  <a:lumMod val="60000"/>
                  <a:lumOff val="40000"/>
                </a:schemeClr>
              </a:solidFill>
              <a:latin typeface="Lucida Console" panose="020B0609040504020204" pitchFamily="49" charset="0"/>
            </a:endParaRPr>
          </a:p>
          <a:p>
            <a:r>
              <a:rPr lang="en-IN" i="1">
                <a:solidFill>
                  <a:schemeClr val="accent2">
                    <a:lumMod val="60000"/>
                    <a:lumOff val="40000"/>
                  </a:schemeClr>
                </a:solidFill>
                <a:latin typeface="Lucida Console" panose="020B0609040504020204" pitchFamily="49" charset="0"/>
              </a:rPr>
              <a:t>		Type: AWS::S3::Bucket</a:t>
            </a:r>
            <a:endParaRPr lang="en-IN">
              <a:solidFill>
                <a:schemeClr val="accent2">
                  <a:lumMod val="60000"/>
                  <a:lumOff val="40000"/>
                </a:schemeClr>
              </a:solidFill>
              <a:latin typeface="Lucida Console" panose="020B0609040504020204" pitchFamily="49" charset="0"/>
            </a:endParaRPr>
          </a:p>
          <a:p>
            <a:r>
              <a:rPr lang="en-IN" i="1">
                <a:solidFill>
                  <a:schemeClr val="accent2">
                    <a:lumMod val="60000"/>
                    <a:lumOff val="40000"/>
                  </a:schemeClr>
                </a:solidFill>
                <a:latin typeface="Lucida Console" panose="020B0609040504020204" pitchFamily="49" charset="0"/>
              </a:rPr>
              <a:t>```</a:t>
            </a:r>
            <a:endParaRPr lang="en-IN">
              <a:solidFill>
                <a:schemeClr val="accent2">
                  <a:lumMod val="60000"/>
                  <a:lumOff val="40000"/>
                </a:schemeClr>
              </a:solidFill>
              <a:latin typeface="Lucida Console" panose="020B0609040504020204" pitchFamily="49" charset="0"/>
            </a:endParaRPr>
          </a:p>
          <a:p>
            <a:br>
              <a:rPr lang="en-IN"/>
            </a:br>
            <a:endParaRPr lang="en-IN"/>
          </a:p>
        </p:txBody>
      </p:sp>
      <p:sp>
        <p:nvSpPr>
          <p:cNvPr id="4" name="Slide Number Placeholder 3">
            <a:extLst>
              <a:ext uri="{FF2B5EF4-FFF2-40B4-BE49-F238E27FC236}">
                <a16:creationId xmlns:a16="http://schemas.microsoft.com/office/drawing/2014/main" id="{75CDE82E-AC41-623D-F183-C5FC5AE0CD68}"/>
              </a:ext>
            </a:extLst>
          </p:cNvPr>
          <p:cNvSpPr>
            <a:spLocks noGrp="1"/>
          </p:cNvSpPr>
          <p:nvPr>
            <p:ph type="sldNum" sz="quarter" idx="12"/>
          </p:nvPr>
        </p:nvSpPr>
        <p:spPr/>
        <p:txBody>
          <a:bodyPr/>
          <a:lstStyle/>
          <a:p>
            <a:fld id="{EB4B8DE2-A4E8-46E4-8BBF-D75455EFF32C}" type="slidenum">
              <a:rPr lang="en-US" smtClean="0"/>
              <a:pPr/>
              <a:t>13</a:t>
            </a:fld>
            <a:endParaRPr lang="en-US"/>
          </a:p>
        </p:txBody>
      </p:sp>
    </p:spTree>
    <p:extLst>
      <p:ext uri="{BB962C8B-B14F-4D97-AF65-F5344CB8AC3E}">
        <p14:creationId xmlns:p14="http://schemas.microsoft.com/office/powerpoint/2010/main" val="1749152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3827651-DF22-5704-E9FA-A3BA01786344}"/>
              </a:ext>
            </a:extLst>
          </p:cNvPr>
          <p:cNvSpPr>
            <a:spLocks noGrp="1"/>
          </p:cNvSpPr>
          <p:nvPr>
            <p:ph type="title"/>
          </p:nvPr>
        </p:nvSpPr>
        <p:spPr>
          <a:xfrm>
            <a:off x="266701" y="420727"/>
            <a:ext cx="10972800" cy="535531"/>
          </a:xfrm>
        </p:spPr>
        <p:txBody>
          <a:bodyPr/>
          <a:lstStyle/>
          <a:p>
            <a:r>
              <a:rPr lang="en-US" sz="4000" dirty="0"/>
              <a:t>CloudFormation – Strengths &amp; Trade-Offs</a:t>
            </a:r>
          </a:p>
        </p:txBody>
      </p:sp>
      <p:sp>
        <p:nvSpPr>
          <p:cNvPr id="9" name="Content Placeholder 8">
            <a:extLst>
              <a:ext uri="{FF2B5EF4-FFF2-40B4-BE49-F238E27FC236}">
                <a16:creationId xmlns:a16="http://schemas.microsoft.com/office/drawing/2014/main" id="{E7B47178-89DB-17EC-E12C-A60AE572F216}"/>
              </a:ext>
            </a:extLst>
          </p:cNvPr>
          <p:cNvSpPr>
            <a:spLocks noGrp="1"/>
          </p:cNvSpPr>
          <p:nvPr>
            <p:ph sz="half" idx="1"/>
          </p:nvPr>
        </p:nvSpPr>
        <p:spPr>
          <a:xfrm>
            <a:off x="266701" y="1317468"/>
            <a:ext cx="5248274" cy="3056221"/>
          </a:xfrm>
        </p:spPr>
        <p:txBody>
          <a:bodyPr/>
          <a:lstStyle/>
          <a:p>
            <a:pPr algn="ctr"/>
            <a:r>
              <a:rPr lang="en-IN" sz="3200"/>
              <a:t>❤️</a:t>
            </a:r>
            <a:br>
              <a:rPr lang="en-IN"/>
            </a:br>
            <a:br>
              <a:rPr lang="en-IN"/>
            </a:br>
            <a:r>
              <a:rPr lang="en-IN" sz="2800"/>
              <a:t> Native to AWS — no extra tools</a:t>
            </a:r>
          </a:p>
          <a:p>
            <a:pPr algn="ctr"/>
            <a:r>
              <a:rPr lang="en-IN" sz="2800"/>
              <a:t> Handles rollback automatically</a:t>
            </a:r>
          </a:p>
          <a:p>
            <a:pPr algn="ctr"/>
            <a:r>
              <a:rPr lang="en-IN" sz="2800"/>
              <a:t> Tracks every resource it creates</a:t>
            </a:r>
          </a:p>
          <a:p>
            <a:endParaRPr lang="en-US"/>
          </a:p>
        </p:txBody>
      </p:sp>
      <p:sp>
        <p:nvSpPr>
          <p:cNvPr id="10" name="Content Placeholder 9">
            <a:extLst>
              <a:ext uri="{FF2B5EF4-FFF2-40B4-BE49-F238E27FC236}">
                <a16:creationId xmlns:a16="http://schemas.microsoft.com/office/drawing/2014/main" id="{D8594082-70F5-A616-B840-923F4A088F94}"/>
              </a:ext>
            </a:extLst>
          </p:cNvPr>
          <p:cNvSpPr>
            <a:spLocks noGrp="1"/>
          </p:cNvSpPr>
          <p:nvPr>
            <p:ph sz="half" idx="2"/>
          </p:nvPr>
        </p:nvSpPr>
        <p:spPr>
          <a:xfrm>
            <a:off x="6677026" y="1317468"/>
            <a:ext cx="5248276" cy="3453253"/>
          </a:xfrm>
        </p:spPr>
        <p:txBody>
          <a:bodyPr/>
          <a:lstStyle/>
          <a:p>
            <a:pPr algn="ctr"/>
            <a:r>
              <a:rPr lang="en-IN" sz="3600"/>
              <a:t>😧</a:t>
            </a:r>
          </a:p>
          <a:p>
            <a:pPr algn="ctr"/>
            <a:r>
              <a:rPr lang="en-IN" sz="2800"/>
              <a:t>YAML can get verbo</a:t>
            </a:r>
          </a:p>
          <a:p>
            <a:pPr algn="ctr"/>
            <a:r>
              <a:rPr lang="en-IN" sz="2800"/>
              <a:t>No loops, limited logic</a:t>
            </a:r>
          </a:p>
          <a:p>
            <a:pPr algn="ctr"/>
            <a:r>
              <a:rPr lang="en-IN" sz="2800"/>
              <a:t>Learning curve for complex templates</a:t>
            </a:r>
          </a:p>
          <a:p>
            <a:endParaRPr lang="en-US" sz="2800"/>
          </a:p>
        </p:txBody>
      </p:sp>
      <p:sp>
        <p:nvSpPr>
          <p:cNvPr id="3" name="Slide Number Placeholder 2">
            <a:extLst>
              <a:ext uri="{FF2B5EF4-FFF2-40B4-BE49-F238E27FC236}">
                <a16:creationId xmlns:a16="http://schemas.microsoft.com/office/drawing/2014/main" id="{AF7AF1A2-5039-C544-AA50-2A6E46492CCB}"/>
              </a:ext>
            </a:extLst>
          </p:cNvPr>
          <p:cNvSpPr>
            <a:spLocks noGrp="1"/>
          </p:cNvSpPr>
          <p:nvPr>
            <p:ph type="sldNum" sz="quarter" idx="12"/>
          </p:nvPr>
        </p:nvSpPr>
        <p:spPr/>
        <p:txBody>
          <a:bodyPr/>
          <a:lstStyle/>
          <a:p>
            <a:fld id="{EB4B8DE2-A4E8-46E4-8BBF-D75455EFF32C}" type="slidenum">
              <a:rPr lang="en-US" smtClean="0"/>
              <a:pPr/>
              <a:t>14</a:t>
            </a:fld>
            <a:endParaRPr lang="en-US"/>
          </a:p>
        </p:txBody>
      </p:sp>
    </p:spTree>
    <p:extLst>
      <p:ext uri="{BB962C8B-B14F-4D97-AF65-F5344CB8AC3E}">
        <p14:creationId xmlns:p14="http://schemas.microsoft.com/office/powerpoint/2010/main" val="2851644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976DC-6C40-9041-51D8-0D3102CB83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D2FB15-2858-8094-B385-330D2A79E4DA}"/>
              </a:ext>
            </a:extLst>
          </p:cNvPr>
          <p:cNvSpPr>
            <a:spLocks noGrp="1"/>
          </p:cNvSpPr>
          <p:nvPr>
            <p:ph type="title"/>
          </p:nvPr>
        </p:nvSpPr>
        <p:spPr>
          <a:xfrm>
            <a:off x="348342" y="2718036"/>
            <a:ext cx="7823200" cy="1421928"/>
          </a:xfrm>
        </p:spPr>
        <p:txBody>
          <a:bodyPr/>
          <a:lstStyle/>
          <a:p>
            <a:r>
              <a:rPr lang="en-US" dirty="0"/>
              <a:t>AWS CDK</a:t>
            </a:r>
          </a:p>
        </p:txBody>
      </p:sp>
      <p:sp>
        <p:nvSpPr>
          <p:cNvPr id="3" name="Slide Number Placeholder 2">
            <a:extLst>
              <a:ext uri="{FF2B5EF4-FFF2-40B4-BE49-F238E27FC236}">
                <a16:creationId xmlns:a16="http://schemas.microsoft.com/office/drawing/2014/main" id="{241C876E-2167-FAF9-F958-0803756BBD00}"/>
              </a:ext>
            </a:extLst>
          </p:cNvPr>
          <p:cNvSpPr>
            <a:spLocks noGrp="1"/>
          </p:cNvSpPr>
          <p:nvPr>
            <p:ph type="sldNum" sz="quarter" idx="12"/>
          </p:nvPr>
        </p:nvSpPr>
        <p:spPr/>
        <p:txBody>
          <a:bodyPr/>
          <a:lstStyle/>
          <a:p>
            <a:fld id="{EB4B8DE2-A4E8-46E4-8BBF-D75455EFF32C}" type="slidenum">
              <a:rPr lang="en-US" smtClean="0"/>
              <a:pPr/>
              <a:t>15</a:t>
            </a:fld>
            <a:endParaRPr lang="en-US"/>
          </a:p>
        </p:txBody>
      </p:sp>
    </p:spTree>
    <p:extLst>
      <p:ext uri="{BB962C8B-B14F-4D97-AF65-F5344CB8AC3E}">
        <p14:creationId xmlns:p14="http://schemas.microsoft.com/office/powerpoint/2010/main" val="1404967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56381-3CDF-D905-0157-1FF2A083076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5EE2FA-8AAA-2872-4EEC-03B9DB244681}"/>
              </a:ext>
            </a:extLst>
          </p:cNvPr>
          <p:cNvSpPr>
            <a:spLocks noGrp="1"/>
          </p:cNvSpPr>
          <p:nvPr>
            <p:ph idx="1"/>
          </p:nvPr>
        </p:nvSpPr>
        <p:spPr>
          <a:xfrm>
            <a:off x="992530" y="1296278"/>
            <a:ext cx="6999516" cy="3840731"/>
          </a:xfrm>
        </p:spPr>
        <p:txBody>
          <a:bodyPr/>
          <a:lstStyle/>
          <a:p>
            <a:pPr algn="ctr">
              <a:lnSpc>
                <a:spcPct val="250000"/>
              </a:lnSpc>
            </a:pPr>
            <a:r>
              <a:rPr lang="en-IN" sz="3600"/>
              <a:t>Infrastructure in your language</a:t>
            </a:r>
          </a:p>
          <a:p>
            <a:pPr algn="ctr"/>
            <a:r>
              <a:rPr lang="en-IN" sz="3600" i="1"/>
              <a:t>🧑‍💻 TypeScript/Python/Java → 📄 CloudFormation → ☁️ AWS</a:t>
            </a:r>
            <a:endParaRPr lang="en-IN" sz="3600"/>
          </a:p>
          <a:p>
            <a:pPr algn="ctr">
              <a:lnSpc>
                <a:spcPct val="250000"/>
              </a:lnSpc>
            </a:pPr>
            <a:endParaRPr lang="en-IN" sz="2800"/>
          </a:p>
        </p:txBody>
      </p:sp>
      <p:sp>
        <p:nvSpPr>
          <p:cNvPr id="4" name="Slide Number Placeholder 3">
            <a:extLst>
              <a:ext uri="{FF2B5EF4-FFF2-40B4-BE49-F238E27FC236}">
                <a16:creationId xmlns:a16="http://schemas.microsoft.com/office/drawing/2014/main" id="{BE5376C2-3B74-B59B-3FFE-FAD7DB347BE1}"/>
              </a:ext>
            </a:extLst>
          </p:cNvPr>
          <p:cNvSpPr>
            <a:spLocks noGrp="1"/>
          </p:cNvSpPr>
          <p:nvPr>
            <p:ph type="sldNum" sz="quarter" idx="13"/>
          </p:nvPr>
        </p:nvSpPr>
        <p:spPr/>
        <p:txBody>
          <a:bodyPr/>
          <a:lstStyle/>
          <a:p>
            <a:fld id="{EB4B8DE2-A4E8-46E4-8BBF-D75455EFF32C}" type="slidenum">
              <a:rPr lang="en-US" smtClean="0"/>
              <a:pPr/>
              <a:t>16</a:t>
            </a:fld>
            <a:endParaRPr lang="en-US"/>
          </a:p>
        </p:txBody>
      </p:sp>
    </p:spTree>
    <p:extLst>
      <p:ext uri="{BB962C8B-B14F-4D97-AF65-F5344CB8AC3E}">
        <p14:creationId xmlns:p14="http://schemas.microsoft.com/office/powerpoint/2010/main" val="2668987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38C3A-3C26-E39E-C037-FEC4AC7DF50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397967-1594-1C67-9C8F-9DC631830A3C}"/>
              </a:ext>
            </a:extLst>
          </p:cNvPr>
          <p:cNvSpPr>
            <a:spLocks noGrp="1"/>
          </p:cNvSpPr>
          <p:nvPr>
            <p:ph idx="1"/>
          </p:nvPr>
        </p:nvSpPr>
        <p:spPr>
          <a:xfrm>
            <a:off x="622301" y="391888"/>
            <a:ext cx="10444842" cy="5816977"/>
          </a:xfrm>
        </p:spPr>
        <p:txBody>
          <a:bodyPr/>
          <a:lstStyle/>
          <a:p>
            <a:r>
              <a:rPr lang="en-IN" dirty="0"/>
              <a:t>1. Write infrastructure in TypeScript, Python, Java, Go, or C#</a:t>
            </a:r>
          </a:p>
          <a:p>
            <a:r>
              <a:rPr lang="en-IN" dirty="0"/>
              <a:t>2. CDK </a:t>
            </a:r>
            <a:r>
              <a:rPr lang="en-IN" dirty="0">
                <a:solidFill>
                  <a:schemeClr val="accent3">
                    <a:lumMod val="75000"/>
                  </a:schemeClr>
                </a:solidFill>
              </a:rPr>
              <a:t>synthesizes</a:t>
            </a:r>
            <a:r>
              <a:rPr lang="en-IN" dirty="0"/>
              <a:t> it into a </a:t>
            </a:r>
            <a:r>
              <a:rPr lang="en-IN" dirty="0">
                <a:solidFill>
                  <a:schemeClr val="accent3">
                    <a:lumMod val="75000"/>
                  </a:schemeClr>
                </a:solidFill>
              </a:rPr>
              <a:t>CloudFormation template</a:t>
            </a:r>
          </a:p>
          <a:p>
            <a:r>
              <a:rPr lang="en-IN" dirty="0"/>
              <a:t>3. CloudFormation deploys it</a:t>
            </a:r>
          </a:p>
          <a:p>
            <a:endParaRPr lang="en-IN" dirty="0"/>
          </a:p>
          <a:p>
            <a:r>
              <a:rPr lang="en-IN" i="1" dirty="0">
                <a:solidFill>
                  <a:schemeClr val="accent2">
                    <a:lumMod val="60000"/>
                    <a:lumOff val="40000"/>
                  </a:schemeClr>
                </a:solidFill>
              </a:rPr>
              <a:t> </a:t>
            </a:r>
            <a:r>
              <a:rPr lang="en-IN" i="1" dirty="0">
                <a:solidFill>
                  <a:schemeClr val="accent2">
                    <a:lumMod val="60000"/>
                    <a:lumOff val="40000"/>
                  </a:schemeClr>
                </a:solidFill>
                <a:latin typeface="Lucida Console" panose="020B0609040504020204" pitchFamily="49" charset="0"/>
              </a:rPr>
              <a:t>```typescript</a:t>
            </a:r>
            <a:endParaRPr lang="en-IN" dirty="0">
              <a:solidFill>
                <a:schemeClr val="accent2">
                  <a:lumMod val="60000"/>
                  <a:lumOff val="40000"/>
                </a:schemeClr>
              </a:solidFill>
              <a:latin typeface="Lucida Console" panose="020B0609040504020204" pitchFamily="49" charset="0"/>
            </a:endParaRPr>
          </a:p>
          <a:p>
            <a:r>
              <a:rPr lang="en-IN" i="1" dirty="0">
                <a:solidFill>
                  <a:schemeClr val="accent2">
                    <a:lumMod val="60000"/>
                    <a:lumOff val="40000"/>
                  </a:schemeClr>
                </a:solidFill>
                <a:latin typeface="Lucida Console" panose="020B0609040504020204" pitchFamily="49" charset="0"/>
              </a:rPr>
              <a:t> new s3.Bucket(this, 'MyBucket');</a:t>
            </a:r>
            <a:endParaRPr lang="en-IN" dirty="0">
              <a:solidFill>
                <a:schemeClr val="accent2">
                  <a:lumMod val="60000"/>
                  <a:lumOff val="40000"/>
                </a:schemeClr>
              </a:solidFill>
              <a:latin typeface="Lucida Console" panose="020B0609040504020204" pitchFamily="49" charset="0"/>
            </a:endParaRPr>
          </a:p>
          <a:p>
            <a:r>
              <a:rPr lang="en-IN" i="1" dirty="0">
                <a:solidFill>
                  <a:schemeClr val="accent2">
                    <a:lumMod val="60000"/>
                    <a:lumOff val="40000"/>
                  </a:schemeClr>
                </a:solidFill>
                <a:latin typeface="Lucida Console" panose="020B0609040504020204" pitchFamily="49" charset="0"/>
              </a:rPr>
              <a:t> ```</a:t>
            </a:r>
            <a:endParaRPr lang="en-IN" dirty="0">
              <a:solidFill>
                <a:schemeClr val="accent2">
                  <a:lumMod val="60000"/>
                  <a:lumOff val="40000"/>
                </a:schemeClr>
              </a:solidFill>
              <a:latin typeface="Lucida Console" panose="020B0609040504020204" pitchFamily="49" charset="0"/>
            </a:endParaRPr>
          </a:p>
          <a:p>
            <a:endParaRPr lang="en-IN" dirty="0">
              <a:solidFill>
                <a:schemeClr val="accent2">
                  <a:lumMod val="60000"/>
                  <a:lumOff val="40000"/>
                </a:schemeClr>
              </a:solidFill>
              <a:latin typeface="Lucida Console" panose="020B0609040504020204" pitchFamily="49" charset="0"/>
            </a:endParaRPr>
          </a:p>
          <a:p>
            <a:br>
              <a:rPr lang="en-IN" dirty="0"/>
            </a:br>
            <a:endParaRPr lang="en-IN" dirty="0"/>
          </a:p>
        </p:txBody>
      </p:sp>
      <p:sp>
        <p:nvSpPr>
          <p:cNvPr id="4" name="Slide Number Placeholder 3">
            <a:extLst>
              <a:ext uri="{FF2B5EF4-FFF2-40B4-BE49-F238E27FC236}">
                <a16:creationId xmlns:a16="http://schemas.microsoft.com/office/drawing/2014/main" id="{FCB767F6-250F-95ED-5B38-D96DDD889FB0}"/>
              </a:ext>
            </a:extLst>
          </p:cNvPr>
          <p:cNvSpPr>
            <a:spLocks noGrp="1"/>
          </p:cNvSpPr>
          <p:nvPr>
            <p:ph type="sldNum" sz="quarter" idx="12"/>
          </p:nvPr>
        </p:nvSpPr>
        <p:spPr/>
        <p:txBody>
          <a:bodyPr/>
          <a:lstStyle/>
          <a:p>
            <a:fld id="{EB4B8DE2-A4E8-46E4-8BBF-D75455EFF32C}" type="slidenum">
              <a:rPr lang="en-US" smtClean="0"/>
              <a:pPr/>
              <a:t>17</a:t>
            </a:fld>
            <a:endParaRPr lang="en-US"/>
          </a:p>
        </p:txBody>
      </p:sp>
    </p:spTree>
    <p:extLst>
      <p:ext uri="{BB962C8B-B14F-4D97-AF65-F5344CB8AC3E}">
        <p14:creationId xmlns:p14="http://schemas.microsoft.com/office/powerpoint/2010/main" val="2066603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0CBE9-98A6-0F43-DBEA-9FD4D0914CA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6877B11-F2AB-0C9D-8A82-5C7F7D587FE5}"/>
              </a:ext>
            </a:extLst>
          </p:cNvPr>
          <p:cNvSpPr>
            <a:spLocks noGrp="1"/>
          </p:cNvSpPr>
          <p:nvPr>
            <p:ph type="title"/>
          </p:nvPr>
        </p:nvSpPr>
        <p:spPr>
          <a:xfrm>
            <a:off x="266701" y="203375"/>
            <a:ext cx="10972800" cy="535531"/>
          </a:xfrm>
        </p:spPr>
        <p:txBody>
          <a:bodyPr/>
          <a:lstStyle/>
          <a:p>
            <a:r>
              <a:rPr lang="en-US" sz="4400" dirty="0"/>
              <a:t>CDK – Strengths &amp; Trade-Offs</a:t>
            </a:r>
          </a:p>
        </p:txBody>
      </p:sp>
      <p:sp>
        <p:nvSpPr>
          <p:cNvPr id="9" name="Content Placeholder 8">
            <a:extLst>
              <a:ext uri="{FF2B5EF4-FFF2-40B4-BE49-F238E27FC236}">
                <a16:creationId xmlns:a16="http://schemas.microsoft.com/office/drawing/2014/main" id="{6D1AC316-C2B8-3D93-A9C2-A11D326D7D1A}"/>
              </a:ext>
            </a:extLst>
          </p:cNvPr>
          <p:cNvSpPr>
            <a:spLocks noGrp="1"/>
          </p:cNvSpPr>
          <p:nvPr>
            <p:ph sz="half" idx="1"/>
          </p:nvPr>
        </p:nvSpPr>
        <p:spPr>
          <a:xfrm>
            <a:off x="266700" y="1144104"/>
            <a:ext cx="5248274" cy="3222421"/>
          </a:xfrm>
        </p:spPr>
        <p:txBody>
          <a:bodyPr/>
          <a:lstStyle/>
          <a:p>
            <a:pPr algn="ctr"/>
            <a:r>
              <a:rPr lang="en-IN" sz="3600" dirty="0"/>
              <a:t>❤️</a:t>
            </a:r>
            <a:br>
              <a:rPr lang="en-IN" sz="2800" dirty="0"/>
            </a:br>
            <a:r>
              <a:rPr lang="en-IN" sz="2800" dirty="0"/>
              <a:t> Loops, functions, classes</a:t>
            </a:r>
          </a:p>
          <a:p>
            <a:pPr algn="ctr"/>
            <a:r>
              <a:rPr lang="en-IN" sz="2800" dirty="0"/>
              <a:t> High-level constructs (smart defaults)</a:t>
            </a:r>
          </a:p>
          <a:p>
            <a:pPr algn="ctr"/>
            <a:r>
              <a:rPr lang="en-IN" sz="2800" dirty="0"/>
              <a:t> IDE autocomplete &amp; type safety</a:t>
            </a:r>
          </a:p>
          <a:p>
            <a:endParaRPr lang="en-US" sz="2800" dirty="0"/>
          </a:p>
        </p:txBody>
      </p:sp>
      <p:sp>
        <p:nvSpPr>
          <p:cNvPr id="10" name="Content Placeholder 9">
            <a:extLst>
              <a:ext uri="{FF2B5EF4-FFF2-40B4-BE49-F238E27FC236}">
                <a16:creationId xmlns:a16="http://schemas.microsoft.com/office/drawing/2014/main" id="{C7BA848E-1FE4-8ADD-7A23-F2E25E585F67}"/>
              </a:ext>
            </a:extLst>
          </p:cNvPr>
          <p:cNvSpPr>
            <a:spLocks noGrp="1"/>
          </p:cNvSpPr>
          <p:nvPr>
            <p:ph sz="half" idx="2"/>
          </p:nvPr>
        </p:nvSpPr>
        <p:spPr>
          <a:xfrm>
            <a:off x="6677027" y="1143552"/>
            <a:ext cx="5248276" cy="3841052"/>
          </a:xfrm>
        </p:spPr>
        <p:txBody>
          <a:bodyPr/>
          <a:lstStyle/>
          <a:p>
            <a:pPr algn="ctr"/>
            <a:r>
              <a:rPr lang="en-IN" sz="3600" dirty="0"/>
              <a:t>😧</a:t>
            </a:r>
          </a:p>
          <a:p>
            <a:pPr algn="ctr"/>
            <a:r>
              <a:rPr lang="en-IN" sz="2800" dirty="0"/>
              <a:t>Adds a layer of abstraction</a:t>
            </a:r>
          </a:p>
          <a:p>
            <a:pPr algn="ctr"/>
            <a:r>
              <a:rPr lang="en-IN" sz="2800" dirty="0"/>
              <a:t>Still CloudFormation under the hood (same limits)</a:t>
            </a:r>
          </a:p>
          <a:p>
            <a:pPr algn="ctr"/>
            <a:r>
              <a:rPr lang="en-IN" sz="2800" dirty="0"/>
              <a:t>Need to understand what it generates</a:t>
            </a:r>
          </a:p>
          <a:p>
            <a:endParaRPr lang="en-US" sz="2800" dirty="0"/>
          </a:p>
        </p:txBody>
      </p:sp>
      <p:sp>
        <p:nvSpPr>
          <p:cNvPr id="3" name="Slide Number Placeholder 2">
            <a:extLst>
              <a:ext uri="{FF2B5EF4-FFF2-40B4-BE49-F238E27FC236}">
                <a16:creationId xmlns:a16="http://schemas.microsoft.com/office/drawing/2014/main" id="{6BB49979-CBF3-A736-19FE-7A6D9A87680E}"/>
              </a:ext>
            </a:extLst>
          </p:cNvPr>
          <p:cNvSpPr>
            <a:spLocks noGrp="1"/>
          </p:cNvSpPr>
          <p:nvPr>
            <p:ph type="sldNum" sz="quarter" idx="12"/>
          </p:nvPr>
        </p:nvSpPr>
        <p:spPr/>
        <p:txBody>
          <a:bodyPr/>
          <a:lstStyle/>
          <a:p>
            <a:fld id="{EB4B8DE2-A4E8-46E4-8BBF-D75455EFF32C}" type="slidenum">
              <a:rPr lang="en-US" smtClean="0"/>
              <a:pPr/>
              <a:t>18</a:t>
            </a:fld>
            <a:endParaRPr lang="en-US"/>
          </a:p>
        </p:txBody>
      </p:sp>
    </p:spTree>
    <p:extLst>
      <p:ext uri="{BB962C8B-B14F-4D97-AF65-F5344CB8AC3E}">
        <p14:creationId xmlns:p14="http://schemas.microsoft.com/office/powerpoint/2010/main" val="3111281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89C24-F05D-F9CA-5ECB-32A912E34A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C51F29-9AF8-8BFC-67CE-D1537E3FE865}"/>
              </a:ext>
            </a:extLst>
          </p:cNvPr>
          <p:cNvSpPr>
            <a:spLocks noGrp="1"/>
          </p:cNvSpPr>
          <p:nvPr>
            <p:ph type="title"/>
          </p:nvPr>
        </p:nvSpPr>
        <p:spPr>
          <a:xfrm>
            <a:off x="348342" y="2718036"/>
            <a:ext cx="7823200" cy="1421928"/>
          </a:xfrm>
        </p:spPr>
        <p:txBody>
          <a:bodyPr/>
          <a:lstStyle/>
          <a:p>
            <a:r>
              <a:rPr lang="en-US" dirty="0"/>
              <a:t>Terraform</a:t>
            </a:r>
          </a:p>
        </p:txBody>
      </p:sp>
      <p:sp>
        <p:nvSpPr>
          <p:cNvPr id="3" name="Slide Number Placeholder 2">
            <a:extLst>
              <a:ext uri="{FF2B5EF4-FFF2-40B4-BE49-F238E27FC236}">
                <a16:creationId xmlns:a16="http://schemas.microsoft.com/office/drawing/2014/main" id="{F0EACC57-667C-A125-53F8-DCC277493445}"/>
              </a:ext>
            </a:extLst>
          </p:cNvPr>
          <p:cNvSpPr>
            <a:spLocks noGrp="1"/>
          </p:cNvSpPr>
          <p:nvPr>
            <p:ph type="sldNum" sz="quarter" idx="12"/>
          </p:nvPr>
        </p:nvSpPr>
        <p:spPr/>
        <p:txBody>
          <a:bodyPr/>
          <a:lstStyle/>
          <a:p>
            <a:fld id="{EB4B8DE2-A4E8-46E4-8BBF-D75455EFF32C}" type="slidenum">
              <a:rPr lang="en-US" smtClean="0"/>
              <a:pPr/>
              <a:t>19</a:t>
            </a:fld>
            <a:endParaRPr lang="en-US"/>
          </a:p>
        </p:txBody>
      </p:sp>
    </p:spTree>
    <p:extLst>
      <p:ext uri="{BB962C8B-B14F-4D97-AF65-F5344CB8AC3E}">
        <p14:creationId xmlns:p14="http://schemas.microsoft.com/office/powerpoint/2010/main" val="2807397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5C089-10F7-3251-14D3-C6A50F7A6CC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A586BD-0FD9-17EB-8928-C1537E15DA7A}"/>
              </a:ext>
            </a:extLst>
          </p:cNvPr>
          <p:cNvSpPr>
            <a:spLocks noGrp="1"/>
          </p:cNvSpPr>
          <p:nvPr>
            <p:ph idx="1"/>
          </p:nvPr>
        </p:nvSpPr>
        <p:spPr>
          <a:xfrm>
            <a:off x="1036775" y="1340524"/>
            <a:ext cx="6999516" cy="3185167"/>
          </a:xfrm>
        </p:spPr>
        <p:txBody>
          <a:bodyPr/>
          <a:lstStyle/>
          <a:p>
            <a:pPr algn="ctr"/>
            <a:r>
              <a:rPr lang="en-IN" sz="3600" i="1" dirty="0"/>
              <a:t>One tool, any cloud</a:t>
            </a:r>
          </a:p>
          <a:p>
            <a:pPr algn="ctr"/>
            <a:endParaRPr lang="en-IN" sz="3600" dirty="0"/>
          </a:p>
          <a:p>
            <a:pPr algn="ctr"/>
            <a:r>
              <a:rPr lang="en-IN" sz="3600" i="1" dirty="0"/>
              <a:t>📄 HCL → ☁️ AWS / Azure / GCP</a:t>
            </a:r>
            <a:endParaRPr lang="en-IN" sz="3600" dirty="0"/>
          </a:p>
          <a:p>
            <a:pPr algn="ctr">
              <a:lnSpc>
                <a:spcPct val="250000"/>
              </a:lnSpc>
            </a:pPr>
            <a:endParaRPr lang="en-IN" sz="2800" dirty="0"/>
          </a:p>
        </p:txBody>
      </p:sp>
      <p:sp>
        <p:nvSpPr>
          <p:cNvPr id="4" name="Slide Number Placeholder 3">
            <a:extLst>
              <a:ext uri="{FF2B5EF4-FFF2-40B4-BE49-F238E27FC236}">
                <a16:creationId xmlns:a16="http://schemas.microsoft.com/office/drawing/2014/main" id="{116253DD-180B-AF71-B5CB-64606653AABC}"/>
              </a:ext>
            </a:extLst>
          </p:cNvPr>
          <p:cNvSpPr>
            <a:spLocks noGrp="1"/>
          </p:cNvSpPr>
          <p:nvPr>
            <p:ph type="sldNum" sz="quarter" idx="13"/>
          </p:nvPr>
        </p:nvSpPr>
        <p:spPr/>
        <p:txBody>
          <a:bodyPr/>
          <a:lstStyle/>
          <a:p>
            <a:fld id="{EB4B8DE2-A4E8-46E4-8BBF-D75455EFF32C}" type="slidenum">
              <a:rPr lang="en-US" smtClean="0"/>
              <a:pPr/>
              <a:t>20</a:t>
            </a:fld>
            <a:endParaRPr lang="en-US"/>
          </a:p>
        </p:txBody>
      </p:sp>
    </p:spTree>
    <p:extLst>
      <p:ext uri="{BB962C8B-B14F-4D97-AF65-F5344CB8AC3E}">
        <p14:creationId xmlns:p14="http://schemas.microsoft.com/office/powerpoint/2010/main" val="1418952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71114-6BB4-35F8-D363-1F2AD543D41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FC189F-A48F-A6B6-D071-51B0B1988499}"/>
              </a:ext>
            </a:extLst>
          </p:cNvPr>
          <p:cNvSpPr>
            <a:spLocks noGrp="1"/>
          </p:cNvSpPr>
          <p:nvPr>
            <p:ph idx="1"/>
          </p:nvPr>
        </p:nvSpPr>
        <p:spPr>
          <a:xfrm>
            <a:off x="609601" y="391889"/>
            <a:ext cx="10379528" cy="5897612"/>
          </a:xfrm>
        </p:spPr>
        <p:txBody>
          <a:bodyPr/>
          <a:lstStyle/>
          <a:p>
            <a:r>
              <a:rPr lang="en-IN" dirty="0"/>
              <a:t>1. Write a `.</a:t>
            </a:r>
            <a:r>
              <a:rPr lang="en-IN" dirty="0" err="1"/>
              <a:t>tf</a:t>
            </a:r>
            <a:r>
              <a:rPr lang="en-IN" dirty="0"/>
              <a:t>` file in HCL (</a:t>
            </a:r>
            <a:r>
              <a:rPr lang="en-IN" dirty="0" err="1"/>
              <a:t>HashiCorp</a:t>
            </a:r>
            <a:r>
              <a:rPr lang="en-IN" dirty="0"/>
              <a:t> Configuration Language)</a:t>
            </a:r>
          </a:p>
          <a:p>
            <a:r>
              <a:rPr lang="en-IN" dirty="0"/>
              <a:t>2. `terraform plan` — preview what will change</a:t>
            </a:r>
          </a:p>
          <a:p>
            <a:r>
              <a:rPr lang="en-IN" dirty="0"/>
              <a:t>3. `terraform apply` — make it happen</a:t>
            </a:r>
          </a:p>
          <a:p>
            <a:r>
              <a:rPr lang="en-IN" dirty="0"/>
              <a:t>4. State file tracks what exists</a:t>
            </a:r>
          </a:p>
          <a:p>
            <a:endParaRPr lang="en-IN" dirty="0"/>
          </a:p>
          <a:p>
            <a:r>
              <a:rPr lang="en-IN" dirty="0">
                <a:solidFill>
                  <a:schemeClr val="accent2">
                    <a:lumMod val="60000"/>
                    <a:lumOff val="40000"/>
                  </a:schemeClr>
                </a:solidFill>
                <a:latin typeface="Lucida Console" panose="020B0609040504020204" pitchFamily="49" charset="0"/>
              </a:rPr>
              <a:t>```</a:t>
            </a:r>
            <a:r>
              <a:rPr lang="en-IN" dirty="0" err="1">
                <a:solidFill>
                  <a:schemeClr val="accent2">
                    <a:lumMod val="60000"/>
                    <a:lumOff val="40000"/>
                  </a:schemeClr>
                </a:solidFill>
                <a:latin typeface="Lucida Console" panose="020B0609040504020204" pitchFamily="49" charset="0"/>
              </a:rPr>
              <a:t>hcl</a:t>
            </a:r>
            <a:endParaRPr lang="en-IN" dirty="0">
              <a:solidFill>
                <a:schemeClr val="accent2">
                  <a:lumMod val="60000"/>
                  <a:lumOff val="40000"/>
                </a:schemeClr>
              </a:solidFill>
              <a:latin typeface="Lucida Console" panose="020B0609040504020204" pitchFamily="49" charset="0"/>
            </a:endParaRPr>
          </a:p>
          <a:p>
            <a:r>
              <a:rPr lang="en-IN" dirty="0">
                <a:solidFill>
                  <a:schemeClr val="accent2">
                    <a:lumMod val="60000"/>
                    <a:lumOff val="40000"/>
                  </a:schemeClr>
                </a:solidFill>
                <a:latin typeface="Lucida Console" panose="020B0609040504020204" pitchFamily="49" charset="0"/>
              </a:rPr>
              <a:t>resource "aws_s3_bucket" "</a:t>
            </a:r>
            <a:r>
              <a:rPr lang="en-IN" dirty="0" err="1">
                <a:solidFill>
                  <a:schemeClr val="accent2">
                    <a:lumMod val="60000"/>
                    <a:lumOff val="40000"/>
                  </a:schemeClr>
                </a:solidFill>
                <a:latin typeface="Lucida Console" panose="020B0609040504020204" pitchFamily="49" charset="0"/>
              </a:rPr>
              <a:t>my_bucket</a:t>
            </a:r>
            <a:r>
              <a:rPr lang="en-IN" dirty="0">
                <a:solidFill>
                  <a:schemeClr val="accent2">
                    <a:lumMod val="60000"/>
                    <a:lumOff val="40000"/>
                  </a:schemeClr>
                </a:solidFill>
                <a:latin typeface="Lucida Console" panose="020B0609040504020204" pitchFamily="49" charset="0"/>
              </a:rPr>
              <a:t>" {</a:t>
            </a:r>
          </a:p>
          <a:p>
            <a:r>
              <a:rPr lang="en-IN" dirty="0">
                <a:solidFill>
                  <a:schemeClr val="accent2">
                    <a:lumMod val="60000"/>
                    <a:lumOff val="40000"/>
                  </a:schemeClr>
                </a:solidFill>
                <a:latin typeface="Lucida Console" panose="020B0609040504020204" pitchFamily="49" charset="0"/>
              </a:rPr>
              <a:t>bucket = "my-unique-bucket"</a:t>
            </a:r>
          </a:p>
          <a:p>
            <a:r>
              <a:rPr lang="en-IN" dirty="0">
                <a:solidFill>
                  <a:schemeClr val="accent2">
                    <a:lumMod val="60000"/>
                    <a:lumOff val="40000"/>
                  </a:schemeClr>
                </a:solidFill>
                <a:latin typeface="Lucida Console" panose="020B0609040504020204" pitchFamily="49" charset="0"/>
              </a:rPr>
              <a:t>}</a:t>
            </a:r>
          </a:p>
          <a:p>
            <a:r>
              <a:rPr lang="en-IN" dirty="0">
                <a:solidFill>
                  <a:schemeClr val="accent2">
                    <a:lumMod val="60000"/>
                    <a:lumOff val="40000"/>
                  </a:schemeClr>
                </a:solidFill>
                <a:latin typeface="Lucida Console" panose="020B0609040504020204" pitchFamily="49" charset="0"/>
              </a:rPr>
              <a:t>```</a:t>
            </a:r>
          </a:p>
          <a:p>
            <a:br>
              <a:rPr lang="en-IN" dirty="0"/>
            </a:br>
            <a:endParaRPr lang="en-IN" dirty="0"/>
          </a:p>
        </p:txBody>
      </p:sp>
      <p:sp>
        <p:nvSpPr>
          <p:cNvPr id="4" name="Slide Number Placeholder 3">
            <a:extLst>
              <a:ext uri="{FF2B5EF4-FFF2-40B4-BE49-F238E27FC236}">
                <a16:creationId xmlns:a16="http://schemas.microsoft.com/office/drawing/2014/main" id="{8FCB48E7-ADB9-28C1-F544-0FF897653520}"/>
              </a:ext>
            </a:extLst>
          </p:cNvPr>
          <p:cNvSpPr>
            <a:spLocks noGrp="1"/>
          </p:cNvSpPr>
          <p:nvPr>
            <p:ph type="sldNum" sz="quarter" idx="12"/>
          </p:nvPr>
        </p:nvSpPr>
        <p:spPr/>
        <p:txBody>
          <a:bodyPr/>
          <a:lstStyle/>
          <a:p>
            <a:fld id="{EB4B8DE2-A4E8-46E4-8BBF-D75455EFF32C}" type="slidenum">
              <a:rPr lang="en-US" smtClean="0"/>
              <a:pPr/>
              <a:t>21</a:t>
            </a:fld>
            <a:endParaRPr lang="en-US"/>
          </a:p>
        </p:txBody>
      </p:sp>
    </p:spTree>
    <p:extLst>
      <p:ext uri="{BB962C8B-B14F-4D97-AF65-F5344CB8AC3E}">
        <p14:creationId xmlns:p14="http://schemas.microsoft.com/office/powerpoint/2010/main" val="115083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15A3E-E09A-EC55-88CA-E8A38ECF32C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88119A2-7DBB-0BA0-A647-B011BCB60493}"/>
              </a:ext>
            </a:extLst>
          </p:cNvPr>
          <p:cNvSpPr>
            <a:spLocks noGrp="1"/>
          </p:cNvSpPr>
          <p:nvPr>
            <p:ph type="title"/>
          </p:nvPr>
        </p:nvSpPr>
        <p:spPr>
          <a:xfrm>
            <a:off x="266702" y="203375"/>
            <a:ext cx="10972800" cy="535531"/>
          </a:xfrm>
        </p:spPr>
        <p:txBody>
          <a:bodyPr/>
          <a:lstStyle/>
          <a:p>
            <a:r>
              <a:rPr lang="en-US" dirty="0"/>
              <a:t>Terraform – Strengths &amp; Trade-Offs</a:t>
            </a:r>
          </a:p>
        </p:txBody>
      </p:sp>
      <p:sp>
        <p:nvSpPr>
          <p:cNvPr id="9" name="Content Placeholder 8">
            <a:extLst>
              <a:ext uri="{FF2B5EF4-FFF2-40B4-BE49-F238E27FC236}">
                <a16:creationId xmlns:a16="http://schemas.microsoft.com/office/drawing/2014/main" id="{EE9260F1-A60E-1CF5-2DD1-2E49912CFAEE}"/>
              </a:ext>
            </a:extLst>
          </p:cNvPr>
          <p:cNvSpPr>
            <a:spLocks noGrp="1"/>
          </p:cNvSpPr>
          <p:nvPr>
            <p:ph sz="half" idx="1"/>
          </p:nvPr>
        </p:nvSpPr>
        <p:spPr>
          <a:xfrm>
            <a:off x="266702" y="1174352"/>
            <a:ext cx="5248274" cy="3222421"/>
          </a:xfrm>
        </p:spPr>
        <p:txBody>
          <a:bodyPr/>
          <a:lstStyle/>
          <a:p>
            <a:pPr algn="ctr"/>
            <a:r>
              <a:rPr lang="en-IN" sz="3600" dirty="0"/>
              <a:t>❤️</a:t>
            </a:r>
            <a:br>
              <a:rPr lang="en-IN" sz="2800" dirty="0"/>
            </a:br>
            <a:br>
              <a:rPr lang="en-IN" sz="2800" dirty="0"/>
            </a:br>
            <a:r>
              <a:rPr lang="en-IN" sz="2800" dirty="0"/>
              <a:t>Multi-cloud</a:t>
            </a:r>
          </a:p>
          <a:p>
            <a:pPr algn="ctr"/>
            <a:r>
              <a:rPr lang="en-IN" sz="2800" dirty="0"/>
              <a:t>`plan` before `apply</a:t>
            </a:r>
          </a:p>
          <a:p>
            <a:pPr algn="ctr"/>
            <a:r>
              <a:rPr lang="en-IN" sz="2800" dirty="0"/>
              <a:t>Huge ecosystem &amp; community</a:t>
            </a:r>
          </a:p>
          <a:p>
            <a:endParaRPr lang="en-US" sz="2800" dirty="0"/>
          </a:p>
        </p:txBody>
      </p:sp>
      <p:sp>
        <p:nvSpPr>
          <p:cNvPr id="10" name="Content Placeholder 9">
            <a:extLst>
              <a:ext uri="{FF2B5EF4-FFF2-40B4-BE49-F238E27FC236}">
                <a16:creationId xmlns:a16="http://schemas.microsoft.com/office/drawing/2014/main" id="{8488CD46-EB90-D76C-27C5-6D5CB701A182}"/>
              </a:ext>
            </a:extLst>
          </p:cNvPr>
          <p:cNvSpPr>
            <a:spLocks noGrp="1"/>
          </p:cNvSpPr>
          <p:nvPr>
            <p:ph sz="half" idx="2"/>
          </p:nvPr>
        </p:nvSpPr>
        <p:spPr>
          <a:xfrm>
            <a:off x="6677022" y="1174352"/>
            <a:ext cx="5248276" cy="3065455"/>
          </a:xfrm>
        </p:spPr>
        <p:txBody>
          <a:bodyPr/>
          <a:lstStyle/>
          <a:p>
            <a:pPr algn="ctr"/>
            <a:r>
              <a:rPr lang="en-IN" sz="3600" dirty="0"/>
              <a:t>😧</a:t>
            </a:r>
          </a:p>
          <a:p>
            <a:pPr algn="ctr"/>
            <a:r>
              <a:rPr lang="en-IN" sz="2800" dirty="0"/>
              <a:t>State file needs to be managed</a:t>
            </a:r>
          </a:p>
          <a:p>
            <a:pPr algn="ctr"/>
            <a:r>
              <a:rPr lang="en-IN" sz="2800" dirty="0"/>
              <a:t>New language to learn (HCL)</a:t>
            </a:r>
          </a:p>
          <a:p>
            <a:pPr algn="ctr"/>
            <a:r>
              <a:rPr lang="en-IN" sz="2800" dirty="0"/>
              <a:t>slight lag on new services</a:t>
            </a:r>
          </a:p>
          <a:p>
            <a:endParaRPr lang="en-US" sz="2800" dirty="0"/>
          </a:p>
        </p:txBody>
      </p:sp>
      <p:sp>
        <p:nvSpPr>
          <p:cNvPr id="3" name="Slide Number Placeholder 2">
            <a:extLst>
              <a:ext uri="{FF2B5EF4-FFF2-40B4-BE49-F238E27FC236}">
                <a16:creationId xmlns:a16="http://schemas.microsoft.com/office/drawing/2014/main" id="{24959129-296D-EA71-4B92-D939FD8CE4E0}"/>
              </a:ext>
            </a:extLst>
          </p:cNvPr>
          <p:cNvSpPr>
            <a:spLocks noGrp="1"/>
          </p:cNvSpPr>
          <p:nvPr>
            <p:ph type="sldNum" sz="quarter" idx="12"/>
          </p:nvPr>
        </p:nvSpPr>
        <p:spPr/>
        <p:txBody>
          <a:bodyPr/>
          <a:lstStyle/>
          <a:p>
            <a:fld id="{EB4B8DE2-A4E8-46E4-8BBF-D75455EFF32C}" type="slidenum">
              <a:rPr lang="en-US" smtClean="0"/>
              <a:pPr/>
              <a:t>22</a:t>
            </a:fld>
            <a:endParaRPr lang="en-US"/>
          </a:p>
        </p:txBody>
      </p:sp>
    </p:spTree>
    <p:extLst>
      <p:ext uri="{BB962C8B-B14F-4D97-AF65-F5344CB8AC3E}">
        <p14:creationId xmlns:p14="http://schemas.microsoft.com/office/powerpoint/2010/main" val="3018415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F61D5-1DC3-AB5A-1AF1-8FFB55E9A6B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04449CE-0089-5D29-A881-EB27801E6D51}"/>
              </a:ext>
            </a:extLst>
          </p:cNvPr>
          <p:cNvSpPr>
            <a:spLocks noGrp="1"/>
          </p:cNvSpPr>
          <p:nvPr>
            <p:ph type="sldNum" sz="quarter" idx="12"/>
          </p:nvPr>
        </p:nvSpPr>
        <p:spPr/>
        <p:txBody>
          <a:bodyPr/>
          <a:lstStyle/>
          <a:p>
            <a:fld id="{EB4B8DE2-A4E8-46E4-8BBF-D75455EFF32C}" type="slidenum">
              <a:rPr lang="en-US" smtClean="0"/>
              <a:pPr/>
              <a:t>23</a:t>
            </a:fld>
            <a:endParaRPr lang="en-US"/>
          </a:p>
        </p:txBody>
      </p:sp>
      <p:graphicFrame>
        <p:nvGraphicFramePr>
          <p:cNvPr id="2" name="Table 1">
            <a:extLst>
              <a:ext uri="{FF2B5EF4-FFF2-40B4-BE49-F238E27FC236}">
                <a16:creationId xmlns:a16="http://schemas.microsoft.com/office/drawing/2014/main" id="{E956C0D3-C34D-E7B0-6116-2AA32CC7E471}"/>
              </a:ext>
            </a:extLst>
          </p:cNvPr>
          <p:cNvGraphicFramePr>
            <a:graphicFrameLocks noGrp="1"/>
          </p:cNvGraphicFramePr>
          <p:nvPr>
            <p:extLst>
              <p:ext uri="{D42A27DB-BD31-4B8C-83A1-F6EECF244321}">
                <p14:modId xmlns:p14="http://schemas.microsoft.com/office/powerpoint/2010/main" val="782793359"/>
              </p:ext>
            </p:extLst>
          </p:nvPr>
        </p:nvGraphicFramePr>
        <p:xfrm>
          <a:off x="1061885" y="180830"/>
          <a:ext cx="9669233" cy="6012037"/>
        </p:xfrm>
        <a:graphic>
          <a:graphicData uri="http://schemas.openxmlformats.org/drawingml/2006/table">
            <a:tbl>
              <a:tblPr firstRow="1" bandRow="1">
                <a:tableStyleId>{912C8C85-51F0-491E-9774-3900AFEF0FD7}</a:tableStyleId>
              </a:tblPr>
              <a:tblGrid>
                <a:gridCol w="1658685">
                  <a:extLst>
                    <a:ext uri="{9D8B030D-6E8A-4147-A177-3AD203B41FA5}">
                      <a16:colId xmlns:a16="http://schemas.microsoft.com/office/drawing/2014/main" val="1256515312"/>
                    </a:ext>
                  </a:extLst>
                </a:gridCol>
                <a:gridCol w="3175932">
                  <a:extLst>
                    <a:ext uri="{9D8B030D-6E8A-4147-A177-3AD203B41FA5}">
                      <a16:colId xmlns:a16="http://schemas.microsoft.com/office/drawing/2014/main" val="3459536734"/>
                    </a:ext>
                  </a:extLst>
                </a:gridCol>
                <a:gridCol w="2417308">
                  <a:extLst>
                    <a:ext uri="{9D8B030D-6E8A-4147-A177-3AD203B41FA5}">
                      <a16:colId xmlns:a16="http://schemas.microsoft.com/office/drawing/2014/main" val="4174602888"/>
                    </a:ext>
                  </a:extLst>
                </a:gridCol>
                <a:gridCol w="2417308">
                  <a:extLst>
                    <a:ext uri="{9D8B030D-6E8A-4147-A177-3AD203B41FA5}">
                      <a16:colId xmlns:a16="http://schemas.microsoft.com/office/drawing/2014/main" val="3482009248"/>
                    </a:ext>
                  </a:extLst>
                </a:gridCol>
              </a:tblGrid>
              <a:tr h="965064">
                <a:tc>
                  <a:txBody>
                    <a:bodyPr/>
                    <a:lstStyle/>
                    <a:p>
                      <a:endParaRPr lang="en-US" sz="1700"/>
                    </a:p>
                  </a:txBody>
                  <a:tcPr marL="83165" marR="83165" marT="41582" marB="41582"/>
                </a:tc>
                <a:tc>
                  <a:txBody>
                    <a:bodyPr/>
                    <a:lstStyle/>
                    <a:p>
                      <a:pPr algn="ctr"/>
                      <a:r>
                        <a:rPr lang="en-US" sz="2900"/>
                        <a:t>CloudFormation</a:t>
                      </a:r>
                    </a:p>
                  </a:txBody>
                  <a:tcPr marL="83165" marR="83165" marT="41582" marB="41582"/>
                </a:tc>
                <a:tc>
                  <a:txBody>
                    <a:bodyPr/>
                    <a:lstStyle/>
                    <a:p>
                      <a:pPr algn="ctr"/>
                      <a:r>
                        <a:rPr lang="en-US" sz="2900" dirty="0"/>
                        <a:t>CDK</a:t>
                      </a:r>
                    </a:p>
                  </a:txBody>
                  <a:tcPr marL="83165" marR="83165" marT="41582" marB="41582"/>
                </a:tc>
                <a:tc>
                  <a:txBody>
                    <a:bodyPr/>
                    <a:lstStyle/>
                    <a:p>
                      <a:pPr algn="ctr"/>
                      <a:r>
                        <a:rPr lang="en-US" sz="2900"/>
                        <a:t>Terraform</a:t>
                      </a:r>
                    </a:p>
                  </a:txBody>
                  <a:tcPr marL="83165" marR="83165" marT="41582" marB="41582"/>
                </a:tc>
                <a:extLst>
                  <a:ext uri="{0D108BD9-81ED-4DB2-BD59-A6C34878D82A}">
                    <a16:rowId xmlns:a16="http://schemas.microsoft.com/office/drawing/2014/main" val="3625217830"/>
                  </a:ext>
                </a:extLst>
              </a:tr>
              <a:tr h="1250025">
                <a:tc>
                  <a:txBody>
                    <a:bodyPr/>
                    <a:lstStyle/>
                    <a:p>
                      <a:r>
                        <a:rPr lang="en-US" sz="2600" i="0"/>
                        <a:t>Language</a:t>
                      </a:r>
                    </a:p>
                  </a:txBody>
                  <a:tcPr marL="83165" marR="83165" marT="41582" marB="41582"/>
                </a:tc>
                <a:tc>
                  <a:txBody>
                    <a:bodyPr/>
                    <a:lstStyle/>
                    <a:p>
                      <a:r>
                        <a:rPr lang="en-US" sz="2600" i="0"/>
                        <a:t>YAML/JSON</a:t>
                      </a:r>
                    </a:p>
                  </a:txBody>
                  <a:tcPr marL="83165" marR="83165" marT="41582" marB="41582"/>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600" b="0" i="0" kern="1200">
                          <a:solidFill>
                            <a:schemeClr val="tx1"/>
                          </a:solidFill>
                          <a:effectLst/>
                          <a:latin typeface="+mn-lt"/>
                          <a:ea typeface="+mn-ea"/>
                          <a:cs typeface="+mn-cs"/>
                        </a:rPr>
                        <a:t>TypeScript, Python,</a:t>
                      </a:r>
                    </a:p>
                    <a:p>
                      <a:endParaRPr lang="en-US" sz="2600" i="0"/>
                    </a:p>
                  </a:txBody>
                  <a:tcPr marL="83165" marR="83165" marT="41582" marB="41582"/>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600" b="0" i="0" kern="1200">
                          <a:solidFill>
                            <a:schemeClr val="tx1"/>
                          </a:solidFill>
                          <a:effectLst/>
                          <a:latin typeface="+mn-lt"/>
                          <a:ea typeface="+mn-ea"/>
                          <a:cs typeface="+mn-cs"/>
                        </a:rPr>
                        <a:t>HCL</a:t>
                      </a:r>
                    </a:p>
                    <a:p>
                      <a:endParaRPr lang="en-US" sz="2600" i="0"/>
                    </a:p>
                  </a:txBody>
                  <a:tcPr marL="83165" marR="83165" marT="41582" marB="41582"/>
                </a:tc>
                <a:extLst>
                  <a:ext uri="{0D108BD9-81ED-4DB2-BD59-A6C34878D82A}">
                    <a16:rowId xmlns:a16="http://schemas.microsoft.com/office/drawing/2014/main" val="2570642678"/>
                  </a:ext>
                </a:extLst>
              </a:tr>
              <a:tr h="860595">
                <a:tc>
                  <a:txBody>
                    <a:bodyPr/>
                    <a:lstStyle/>
                    <a:p>
                      <a:r>
                        <a:rPr lang="en-US" sz="2600" i="0"/>
                        <a:t>Scope</a:t>
                      </a:r>
                    </a:p>
                  </a:txBody>
                  <a:tcPr marL="83165" marR="83165" marT="41582" marB="41582"/>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600" b="0" i="0" kern="1200">
                          <a:solidFill>
                            <a:schemeClr val="tx1"/>
                          </a:solidFill>
                          <a:effectLst/>
                          <a:latin typeface="+mn-lt"/>
                          <a:ea typeface="+mn-ea"/>
                          <a:cs typeface="+mn-cs"/>
                        </a:rPr>
                        <a:t>AWS only</a:t>
                      </a:r>
                    </a:p>
                    <a:p>
                      <a:endParaRPr lang="en-US" sz="2600" i="0"/>
                    </a:p>
                  </a:txBody>
                  <a:tcPr marL="83165" marR="83165" marT="41582" marB="41582"/>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600" b="0" i="0" kern="1200">
                          <a:solidFill>
                            <a:schemeClr val="tx1"/>
                          </a:solidFill>
                          <a:effectLst/>
                          <a:latin typeface="+mn-lt"/>
                          <a:ea typeface="+mn-ea"/>
                          <a:cs typeface="+mn-cs"/>
                        </a:rPr>
                        <a:t>AWS only</a:t>
                      </a:r>
                    </a:p>
                    <a:p>
                      <a:endParaRPr lang="en-US" sz="2600" i="0"/>
                    </a:p>
                  </a:txBody>
                  <a:tcPr marL="83165" marR="83165" marT="41582" marB="41582"/>
                </a:tc>
                <a:tc>
                  <a:txBody>
                    <a:bodyPr/>
                    <a:lstStyle/>
                    <a:p>
                      <a:r>
                        <a:rPr lang="en-US" sz="2600" i="0"/>
                        <a:t>Multi-cloud</a:t>
                      </a:r>
                    </a:p>
                  </a:txBody>
                  <a:tcPr marL="83165" marR="83165" marT="41582" marB="41582"/>
                </a:tc>
                <a:extLst>
                  <a:ext uri="{0D108BD9-81ED-4DB2-BD59-A6C34878D82A}">
                    <a16:rowId xmlns:a16="http://schemas.microsoft.com/office/drawing/2014/main" val="1353490294"/>
                  </a:ext>
                </a:extLst>
              </a:tr>
              <a:tr h="1250025">
                <a:tc>
                  <a:txBody>
                    <a:bodyPr/>
                    <a:lstStyle/>
                    <a:p>
                      <a:r>
                        <a:rPr lang="en-US" sz="2600" i="0"/>
                        <a:t>State</a:t>
                      </a:r>
                    </a:p>
                  </a:txBody>
                  <a:tcPr marL="83165" marR="83165" marT="41582" marB="41582"/>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600" b="0" i="0" kern="1200">
                          <a:solidFill>
                            <a:schemeClr val="tx1"/>
                          </a:solidFill>
                          <a:effectLst/>
                          <a:latin typeface="+mn-lt"/>
                          <a:ea typeface="+mn-ea"/>
                          <a:cs typeface="+mn-cs"/>
                        </a:rPr>
                        <a:t>Managed by AWS </a:t>
                      </a:r>
                    </a:p>
                    <a:p>
                      <a:endParaRPr lang="en-US" sz="2600" i="0"/>
                    </a:p>
                  </a:txBody>
                  <a:tcPr marL="83165" marR="83165" marT="41582" marB="41582"/>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600" b="0" i="0" kern="1200">
                          <a:solidFill>
                            <a:schemeClr val="tx1"/>
                          </a:solidFill>
                          <a:effectLst/>
                          <a:latin typeface="+mn-lt"/>
                          <a:ea typeface="+mn-ea"/>
                          <a:cs typeface="+mn-cs"/>
                        </a:rPr>
                        <a:t>Managed by AWS </a:t>
                      </a:r>
                    </a:p>
                    <a:p>
                      <a:endParaRPr lang="en-US" sz="2600" i="0"/>
                    </a:p>
                  </a:txBody>
                  <a:tcPr marL="83165" marR="83165" marT="41582" marB="41582"/>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600" b="0" i="0" kern="1200">
                          <a:solidFill>
                            <a:schemeClr val="tx1"/>
                          </a:solidFill>
                          <a:effectLst/>
                          <a:latin typeface="+mn-lt"/>
                          <a:ea typeface="+mn-ea"/>
                          <a:cs typeface="+mn-cs"/>
                        </a:rPr>
                        <a:t>You manage it</a:t>
                      </a:r>
                    </a:p>
                    <a:p>
                      <a:endParaRPr lang="en-US" sz="2600" i="0"/>
                    </a:p>
                  </a:txBody>
                  <a:tcPr marL="83165" marR="83165" marT="41582" marB="41582"/>
                </a:tc>
                <a:extLst>
                  <a:ext uri="{0D108BD9-81ED-4DB2-BD59-A6C34878D82A}">
                    <a16:rowId xmlns:a16="http://schemas.microsoft.com/office/drawing/2014/main" val="1563198542"/>
                  </a:ext>
                </a:extLst>
              </a:tr>
              <a:tr h="16275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600" b="0" i="0" kern="1200">
                          <a:solidFill>
                            <a:schemeClr val="tx1"/>
                          </a:solidFill>
                          <a:effectLst/>
                          <a:latin typeface="+mn-lt"/>
                          <a:ea typeface="+mn-ea"/>
                          <a:cs typeface="+mn-cs"/>
                        </a:rPr>
                        <a:t>Best for</a:t>
                      </a:r>
                    </a:p>
                    <a:p>
                      <a:endParaRPr lang="en-US" sz="2600" i="0"/>
                    </a:p>
                  </a:txBody>
                  <a:tcPr marL="83165" marR="83165" marT="41582" marB="41582"/>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600" b="0" i="0" kern="1200">
                          <a:solidFill>
                            <a:schemeClr val="tx1"/>
                          </a:solidFill>
                          <a:effectLst/>
                          <a:latin typeface="+mn-lt"/>
                          <a:ea typeface="+mn-ea"/>
                          <a:cs typeface="+mn-cs"/>
                        </a:rPr>
                        <a:t>AWS-native</a:t>
                      </a:r>
                    </a:p>
                    <a:p>
                      <a:endParaRPr lang="en-US" sz="2600" i="0"/>
                    </a:p>
                  </a:txBody>
                  <a:tcPr marL="83165" marR="83165" marT="41582" marB="41582"/>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600" b="0" i="0" kern="1200">
                          <a:solidFill>
                            <a:schemeClr val="tx1"/>
                          </a:solidFill>
                          <a:effectLst/>
                          <a:latin typeface="+mn-lt"/>
                          <a:ea typeface="+mn-ea"/>
                          <a:cs typeface="+mn-cs"/>
                        </a:rPr>
                        <a:t>Devs who want real code</a:t>
                      </a:r>
                    </a:p>
                    <a:p>
                      <a:endParaRPr lang="en-US" sz="2600" i="0"/>
                    </a:p>
                  </a:txBody>
                  <a:tcPr marL="83165" marR="83165" marT="41582" marB="41582"/>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600" b="0" i="0" kern="1200" dirty="0">
                          <a:solidFill>
                            <a:schemeClr val="tx1"/>
                          </a:solidFill>
                          <a:effectLst/>
                          <a:latin typeface="+mn-lt"/>
                          <a:ea typeface="+mn-ea"/>
                          <a:cs typeface="+mn-cs"/>
                        </a:rPr>
                        <a:t>Multi-cloud teams</a:t>
                      </a:r>
                    </a:p>
                    <a:p>
                      <a:endParaRPr lang="en-US" sz="2600" i="0" dirty="0"/>
                    </a:p>
                  </a:txBody>
                  <a:tcPr marL="83165" marR="83165" marT="41582" marB="41582"/>
                </a:tc>
                <a:extLst>
                  <a:ext uri="{0D108BD9-81ED-4DB2-BD59-A6C34878D82A}">
                    <a16:rowId xmlns:a16="http://schemas.microsoft.com/office/drawing/2014/main" val="1000390144"/>
                  </a:ext>
                </a:extLst>
              </a:tr>
            </a:tbl>
          </a:graphicData>
        </a:graphic>
      </p:graphicFrame>
      <p:sp>
        <p:nvSpPr>
          <p:cNvPr id="3" name="TextBox 2">
            <a:extLst>
              <a:ext uri="{FF2B5EF4-FFF2-40B4-BE49-F238E27FC236}">
                <a16:creationId xmlns:a16="http://schemas.microsoft.com/office/drawing/2014/main" id="{BFD8766F-F9ED-C4BA-B02E-2BC4A0E047AB}"/>
              </a:ext>
            </a:extLst>
          </p:cNvPr>
          <p:cNvSpPr txBox="1"/>
          <p:nvPr/>
        </p:nvSpPr>
        <p:spPr>
          <a:xfrm>
            <a:off x="11150600" y="4381500"/>
            <a:ext cx="65" cy="369332"/>
          </a:xfrm>
          <a:prstGeom prst="rect">
            <a:avLst/>
          </a:prstGeom>
          <a:noFill/>
        </p:spPr>
        <p:txBody>
          <a:bodyPr wrap="none" lIns="0" rIns="0" rtlCol="0">
            <a:spAutoFit/>
          </a:bodyPr>
          <a:lstStyle/>
          <a:p>
            <a:pPr algn="l"/>
            <a:endParaRPr lang="en-US" dirty="0" err="1"/>
          </a:p>
        </p:txBody>
      </p:sp>
    </p:spTree>
    <p:extLst>
      <p:ext uri="{BB962C8B-B14F-4D97-AF65-F5344CB8AC3E}">
        <p14:creationId xmlns:p14="http://schemas.microsoft.com/office/powerpoint/2010/main" val="3971640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38F7F-450D-B7B0-7D06-9BB573ECF23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1BD5F15-B95C-7025-AC93-678C46D62BA1}"/>
              </a:ext>
            </a:extLst>
          </p:cNvPr>
          <p:cNvSpPr>
            <a:spLocks noGrp="1"/>
          </p:cNvSpPr>
          <p:nvPr>
            <p:ph type="sldNum" sz="quarter" idx="12"/>
          </p:nvPr>
        </p:nvSpPr>
        <p:spPr/>
        <p:txBody>
          <a:bodyPr/>
          <a:lstStyle/>
          <a:p>
            <a:fld id="{EB4B8DE2-A4E8-46E4-8BBF-D75455EFF32C}" type="slidenum">
              <a:rPr lang="en-US" smtClean="0"/>
              <a:pPr/>
              <a:t>24</a:t>
            </a:fld>
            <a:endParaRPr lang="en-US"/>
          </a:p>
        </p:txBody>
      </p:sp>
      <p:pic>
        <p:nvPicPr>
          <p:cNvPr id="11" name="Picture 10">
            <a:extLst>
              <a:ext uri="{FF2B5EF4-FFF2-40B4-BE49-F238E27FC236}">
                <a16:creationId xmlns:a16="http://schemas.microsoft.com/office/drawing/2014/main" id="{5B3935EF-48AF-F68E-82DA-1CC7F57FFE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45128" y="0"/>
            <a:ext cx="3954912" cy="6445405"/>
          </a:xfrm>
          <a:prstGeom prst="rect">
            <a:avLst/>
          </a:prstGeom>
        </p:spPr>
      </p:pic>
      <p:sp>
        <p:nvSpPr>
          <p:cNvPr id="12" name="TextBox 11">
            <a:extLst>
              <a:ext uri="{FF2B5EF4-FFF2-40B4-BE49-F238E27FC236}">
                <a16:creationId xmlns:a16="http://schemas.microsoft.com/office/drawing/2014/main" id="{CC8C3C89-A8CE-C1B7-C79E-BF5D7A15FE79}"/>
              </a:ext>
            </a:extLst>
          </p:cNvPr>
          <p:cNvSpPr txBox="1"/>
          <p:nvPr/>
        </p:nvSpPr>
        <p:spPr>
          <a:xfrm>
            <a:off x="156118" y="1182028"/>
            <a:ext cx="5172891" cy="646331"/>
          </a:xfrm>
          <a:prstGeom prst="rect">
            <a:avLst/>
          </a:prstGeom>
          <a:noFill/>
        </p:spPr>
        <p:txBody>
          <a:bodyPr wrap="none" lIns="0" rIns="0" rtlCol="0">
            <a:spAutoFit/>
          </a:bodyPr>
          <a:lstStyle/>
          <a:p>
            <a:pPr algn="l"/>
            <a:r>
              <a:rPr lang="en-US" sz="3600" b="1" i="1" dirty="0"/>
              <a:t>Which one should I pick?</a:t>
            </a:r>
          </a:p>
        </p:txBody>
      </p:sp>
    </p:spTree>
    <p:extLst>
      <p:ext uri="{BB962C8B-B14F-4D97-AF65-F5344CB8AC3E}">
        <p14:creationId xmlns:p14="http://schemas.microsoft.com/office/powerpoint/2010/main" val="201486766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68C1E80-2A3F-6159-FFCD-3190DA90210D}"/>
              </a:ext>
            </a:extLst>
          </p:cNvPr>
          <p:cNvSpPr>
            <a:spLocks noGrp="1"/>
          </p:cNvSpPr>
          <p:nvPr>
            <p:ph type="title"/>
          </p:nvPr>
        </p:nvSpPr>
        <p:spPr>
          <a:xfrm>
            <a:off x="313508" y="593144"/>
            <a:ext cx="7823200" cy="1421928"/>
          </a:xfrm>
        </p:spPr>
        <p:txBody>
          <a:bodyPr/>
          <a:lstStyle/>
          <a:p>
            <a:r>
              <a:rPr lang="en-US" dirty="0"/>
              <a:t>Demo with Kiro</a:t>
            </a:r>
          </a:p>
        </p:txBody>
      </p:sp>
      <p:sp>
        <p:nvSpPr>
          <p:cNvPr id="3" name="Slide Number Placeholder 2">
            <a:extLst>
              <a:ext uri="{FF2B5EF4-FFF2-40B4-BE49-F238E27FC236}">
                <a16:creationId xmlns:a16="http://schemas.microsoft.com/office/drawing/2014/main" id="{EFF984BE-2767-A274-5DA3-16C9762B0ABE}"/>
              </a:ext>
            </a:extLst>
          </p:cNvPr>
          <p:cNvSpPr>
            <a:spLocks noGrp="1"/>
          </p:cNvSpPr>
          <p:nvPr>
            <p:ph type="sldNum" sz="quarter" idx="12"/>
          </p:nvPr>
        </p:nvSpPr>
        <p:spPr/>
        <p:txBody>
          <a:bodyPr/>
          <a:lstStyle/>
          <a:p>
            <a:fld id="{EB4B8DE2-A4E8-46E4-8BBF-D75455EFF32C}" type="slidenum">
              <a:rPr lang="en-US" smtClean="0"/>
              <a:pPr/>
              <a:t>25</a:t>
            </a:fld>
            <a:endParaRPr lang="en-US"/>
          </a:p>
        </p:txBody>
      </p:sp>
      <p:sp>
        <p:nvSpPr>
          <p:cNvPr id="2" name="TextBox 1">
            <a:extLst>
              <a:ext uri="{FF2B5EF4-FFF2-40B4-BE49-F238E27FC236}">
                <a16:creationId xmlns:a16="http://schemas.microsoft.com/office/drawing/2014/main" id="{0CC1E289-C614-5D5A-4504-96E70BC29308}"/>
              </a:ext>
            </a:extLst>
          </p:cNvPr>
          <p:cNvSpPr txBox="1"/>
          <p:nvPr/>
        </p:nvSpPr>
        <p:spPr>
          <a:xfrm>
            <a:off x="313508" y="2980748"/>
            <a:ext cx="7237666" cy="2062103"/>
          </a:xfrm>
          <a:prstGeom prst="rect">
            <a:avLst/>
          </a:prstGeom>
          <a:noFill/>
        </p:spPr>
        <p:txBody>
          <a:bodyPr wrap="square" lIns="0" rIns="0" rtlCol="0">
            <a:spAutoFit/>
          </a:bodyPr>
          <a:lstStyle/>
          <a:p>
            <a:r>
              <a:rPr lang="en-IN" sz="3200" i="1">
                <a:solidFill>
                  <a:srgbClr val="7030A0"/>
                </a:solidFill>
              </a:rPr>
              <a:t>Using Kiro to generate &amp; deploy:</a:t>
            </a:r>
            <a:endParaRPr lang="en-IN" sz="3200">
              <a:solidFill>
                <a:srgbClr val="7030A0"/>
              </a:solidFill>
            </a:endParaRPr>
          </a:p>
          <a:p>
            <a:endParaRPr lang="en-IN" sz="3200" i="1">
              <a:solidFill>
                <a:srgbClr val="7030A0"/>
              </a:solidFill>
            </a:endParaRPr>
          </a:p>
          <a:p>
            <a:r>
              <a:rPr lang="en-IN" sz="3200" i="1">
                <a:solidFill>
                  <a:srgbClr val="7030A0"/>
                </a:solidFill>
              </a:rPr>
              <a:t>CloudFormation → CDK → Terraform</a:t>
            </a:r>
            <a:endParaRPr lang="en-IN" sz="3200">
              <a:solidFill>
                <a:srgbClr val="7030A0"/>
              </a:solidFill>
            </a:endParaRPr>
          </a:p>
          <a:p>
            <a:pPr algn="l"/>
            <a:endParaRPr lang="en-US" sz="3200" err="1">
              <a:solidFill>
                <a:srgbClr val="7030A0"/>
              </a:solidFill>
            </a:endParaRPr>
          </a:p>
        </p:txBody>
      </p:sp>
    </p:spTree>
    <p:extLst>
      <p:ext uri="{BB962C8B-B14F-4D97-AF65-F5344CB8AC3E}">
        <p14:creationId xmlns:p14="http://schemas.microsoft.com/office/powerpoint/2010/main" val="1878207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94AFE-FCEA-5161-C0E6-C1925FF0184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FE8F60D-EC94-681B-636B-AC0F4D9B90CD}"/>
              </a:ext>
            </a:extLst>
          </p:cNvPr>
          <p:cNvSpPr>
            <a:spLocks noGrp="1"/>
          </p:cNvSpPr>
          <p:nvPr>
            <p:ph type="title"/>
          </p:nvPr>
        </p:nvSpPr>
        <p:spPr>
          <a:xfrm>
            <a:off x="391886" y="1117452"/>
            <a:ext cx="7823200" cy="1421928"/>
          </a:xfrm>
        </p:spPr>
        <p:txBody>
          <a:bodyPr/>
          <a:lstStyle/>
          <a:p>
            <a:r>
              <a:rPr lang="en-US" dirty="0"/>
              <a:t> CloudFormation + Kiro</a:t>
            </a:r>
          </a:p>
        </p:txBody>
      </p:sp>
      <p:sp>
        <p:nvSpPr>
          <p:cNvPr id="3" name="Slide Number Placeholder 2">
            <a:extLst>
              <a:ext uri="{FF2B5EF4-FFF2-40B4-BE49-F238E27FC236}">
                <a16:creationId xmlns:a16="http://schemas.microsoft.com/office/drawing/2014/main" id="{24DE2E83-8C1B-B474-E80C-F8F8D89CF411}"/>
              </a:ext>
            </a:extLst>
          </p:cNvPr>
          <p:cNvSpPr>
            <a:spLocks noGrp="1"/>
          </p:cNvSpPr>
          <p:nvPr>
            <p:ph type="sldNum" sz="quarter" idx="12"/>
          </p:nvPr>
        </p:nvSpPr>
        <p:spPr/>
        <p:txBody>
          <a:bodyPr/>
          <a:lstStyle/>
          <a:p>
            <a:fld id="{EB4B8DE2-A4E8-46E4-8BBF-D75455EFF32C}" type="slidenum">
              <a:rPr lang="en-US" smtClean="0"/>
              <a:pPr/>
              <a:t>26</a:t>
            </a:fld>
            <a:endParaRPr lang="en-US"/>
          </a:p>
        </p:txBody>
      </p:sp>
      <p:sp>
        <p:nvSpPr>
          <p:cNvPr id="2" name="TextBox 1">
            <a:extLst>
              <a:ext uri="{FF2B5EF4-FFF2-40B4-BE49-F238E27FC236}">
                <a16:creationId xmlns:a16="http://schemas.microsoft.com/office/drawing/2014/main" id="{F2C21B53-6FF3-649E-5DD0-28D11641D8FA}"/>
              </a:ext>
            </a:extLst>
          </p:cNvPr>
          <p:cNvSpPr txBox="1"/>
          <p:nvPr/>
        </p:nvSpPr>
        <p:spPr>
          <a:xfrm>
            <a:off x="391886" y="3309113"/>
            <a:ext cx="6688184" cy="2616101"/>
          </a:xfrm>
          <a:prstGeom prst="rect">
            <a:avLst/>
          </a:prstGeom>
          <a:noFill/>
        </p:spPr>
        <p:txBody>
          <a:bodyPr wrap="square" lIns="0" rIns="0" rtlCol="0">
            <a:spAutoFit/>
          </a:bodyPr>
          <a:lstStyle/>
          <a:p>
            <a:r>
              <a:rPr lang="en-IN" sz="3600" i="1"/>
              <a:t>“Create a CloudFormation template with an S3 bucket and a Lambda function”</a:t>
            </a:r>
            <a:endParaRPr lang="en-IN" sz="3600"/>
          </a:p>
          <a:p>
            <a:endParaRPr lang="en-IN" sz="2800" i="1">
              <a:solidFill>
                <a:srgbClr val="7030A0"/>
              </a:solidFill>
            </a:endParaRPr>
          </a:p>
          <a:p>
            <a:pPr algn="l"/>
            <a:endParaRPr lang="en-US" sz="2800" err="1">
              <a:solidFill>
                <a:srgbClr val="7030A0"/>
              </a:solidFill>
            </a:endParaRPr>
          </a:p>
        </p:txBody>
      </p:sp>
    </p:spTree>
    <p:extLst>
      <p:ext uri="{BB962C8B-B14F-4D97-AF65-F5344CB8AC3E}">
        <p14:creationId xmlns:p14="http://schemas.microsoft.com/office/powerpoint/2010/main" val="1911624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6EA2B-BF0D-72F5-2EF2-E60422E52C2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24C5D0A-2CE4-0914-5FD5-7BEB4F642F65}"/>
              </a:ext>
            </a:extLst>
          </p:cNvPr>
          <p:cNvSpPr>
            <a:spLocks noGrp="1"/>
          </p:cNvSpPr>
          <p:nvPr>
            <p:ph type="title"/>
          </p:nvPr>
        </p:nvSpPr>
        <p:spPr>
          <a:xfrm>
            <a:off x="391886" y="1117452"/>
            <a:ext cx="7823200" cy="1421928"/>
          </a:xfrm>
        </p:spPr>
        <p:txBody>
          <a:bodyPr/>
          <a:lstStyle/>
          <a:p>
            <a:r>
              <a:rPr lang="en-US" dirty="0"/>
              <a:t> CDK + Kiro</a:t>
            </a:r>
          </a:p>
        </p:txBody>
      </p:sp>
      <p:sp>
        <p:nvSpPr>
          <p:cNvPr id="3" name="Slide Number Placeholder 2">
            <a:extLst>
              <a:ext uri="{FF2B5EF4-FFF2-40B4-BE49-F238E27FC236}">
                <a16:creationId xmlns:a16="http://schemas.microsoft.com/office/drawing/2014/main" id="{DA2D8033-1978-4D1B-09A4-ED0CFF100A1F}"/>
              </a:ext>
            </a:extLst>
          </p:cNvPr>
          <p:cNvSpPr>
            <a:spLocks noGrp="1"/>
          </p:cNvSpPr>
          <p:nvPr>
            <p:ph type="sldNum" sz="quarter" idx="12"/>
          </p:nvPr>
        </p:nvSpPr>
        <p:spPr/>
        <p:txBody>
          <a:bodyPr/>
          <a:lstStyle/>
          <a:p>
            <a:fld id="{EB4B8DE2-A4E8-46E4-8BBF-D75455EFF32C}" type="slidenum">
              <a:rPr lang="en-US" smtClean="0"/>
              <a:pPr/>
              <a:t>27</a:t>
            </a:fld>
            <a:endParaRPr lang="en-US"/>
          </a:p>
        </p:txBody>
      </p:sp>
      <p:sp>
        <p:nvSpPr>
          <p:cNvPr id="2" name="TextBox 1">
            <a:extLst>
              <a:ext uri="{FF2B5EF4-FFF2-40B4-BE49-F238E27FC236}">
                <a16:creationId xmlns:a16="http://schemas.microsoft.com/office/drawing/2014/main" id="{4F73B088-05BD-5285-F05B-E51989DB064F}"/>
              </a:ext>
            </a:extLst>
          </p:cNvPr>
          <p:cNvSpPr txBox="1"/>
          <p:nvPr/>
        </p:nvSpPr>
        <p:spPr>
          <a:xfrm>
            <a:off x="391886" y="3309113"/>
            <a:ext cx="6688184" cy="2800767"/>
          </a:xfrm>
          <a:prstGeom prst="rect">
            <a:avLst/>
          </a:prstGeom>
          <a:noFill/>
        </p:spPr>
        <p:txBody>
          <a:bodyPr wrap="square" lIns="0" rIns="0" rtlCol="0">
            <a:spAutoFit/>
          </a:bodyPr>
          <a:lstStyle/>
          <a:p>
            <a:r>
              <a:rPr lang="en-IN" sz="4000" i="1"/>
              <a:t>"Create a CDK stack with an S3 bucket and a Lambda function"</a:t>
            </a:r>
            <a:endParaRPr lang="en-IN" sz="4000"/>
          </a:p>
          <a:p>
            <a:endParaRPr lang="en-IN" sz="2800" i="1">
              <a:solidFill>
                <a:srgbClr val="7030A0"/>
              </a:solidFill>
            </a:endParaRPr>
          </a:p>
          <a:p>
            <a:pPr algn="l"/>
            <a:endParaRPr lang="en-US" sz="2800" err="1">
              <a:solidFill>
                <a:srgbClr val="7030A0"/>
              </a:solidFill>
            </a:endParaRPr>
          </a:p>
        </p:txBody>
      </p:sp>
    </p:spTree>
    <p:extLst>
      <p:ext uri="{BB962C8B-B14F-4D97-AF65-F5344CB8AC3E}">
        <p14:creationId xmlns:p14="http://schemas.microsoft.com/office/powerpoint/2010/main" val="39119539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42B94-30DE-5F5C-E4EF-A880F8F733F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CB3BE95-746F-36E6-E080-5ACC2876EA81}"/>
              </a:ext>
            </a:extLst>
          </p:cNvPr>
          <p:cNvSpPr>
            <a:spLocks noGrp="1"/>
          </p:cNvSpPr>
          <p:nvPr>
            <p:ph type="title"/>
          </p:nvPr>
        </p:nvSpPr>
        <p:spPr>
          <a:xfrm>
            <a:off x="391886" y="1117452"/>
            <a:ext cx="7823200" cy="1421928"/>
          </a:xfrm>
        </p:spPr>
        <p:txBody>
          <a:bodyPr/>
          <a:lstStyle/>
          <a:p>
            <a:r>
              <a:rPr lang="en-US" dirty="0"/>
              <a:t> Terraform + Kiro</a:t>
            </a:r>
          </a:p>
        </p:txBody>
      </p:sp>
      <p:sp>
        <p:nvSpPr>
          <p:cNvPr id="3" name="Slide Number Placeholder 2">
            <a:extLst>
              <a:ext uri="{FF2B5EF4-FFF2-40B4-BE49-F238E27FC236}">
                <a16:creationId xmlns:a16="http://schemas.microsoft.com/office/drawing/2014/main" id="{A0794D2B-B924-5F8C-9DFB-B1EF40F2E713}"/>
              </a:ext>
            </a:extLst>
          </p:cNvPr>
          <p:cNvSpPr>
            <a:spLocks noGrp="1"/>
          </p:cNvSpPr>
          <p:nvPr>
            <p:ph type="sldNum" sz="quarter" idx="12"/>
          </p:nvPr>
        </p:nvSpPr>
        <p:spPr/>
        <p:txBody>
          <a:bodyPr/>
          <a:lstStyle/>
          <a:p>
            <a:fld id="{EB4B8DE2-A4E8-46E4-8BBF-D75455EFF32C}" type="slidenum">
              <a:rPr lang="en-US" smtClean="0"/>
              <a:pPr/>
              <a:t>28</a:t>
            </a:fld>
            <a:endParaRPr lang="en-US"/>
          </a:p>
        </p:txBody>
      </p:sp>
      <p:sp>
        <p:nvSpPr>
          <p:cNvPr id="2" name="TextBox 1">
            <a:extLst>
              <a:ext uri="{FF2B5EF4-FFF2-40B4-BE49-F238E27FC236}">
                <a16:creationId xmlns:a16="http://schemas.microsoft.com/office/drawing/2014/main" id="{6EF2BE75-2684-C728-D504-AE097FF6E72B}"/>
              </a:ext>
            </a:extLst>
          </p:cNvPr>
          <p:cNvSpPr txBox="1"/>
          <p:nvPr/>
        </p:nvSpPr>
        <p:spPr>
          <a:xfrm>
            <a:off x="391886" y="3309113"/>
            <a:ext cx="6688184" cy="2616101"/>
          </a:xfrm>
          <a:prstGeom prst="rect">
            <a:avLst/>
          </a:prstGeom>
          <a:noFill/>
        </p:spPr>
        <p:txBody>
          <a:bodyPr wrap="square" lIns="0" rIns="0" rtlCol="0">
            <a:spAutoFit/>
          </a:bodyPr>
          <a:lstStyle/>
          <a:p>
            <a:r>
              <a:rPr lang="en-IN" sz="3600" i="1"/>
              <a:t>"Create Terraform config with an S3 bucket and a Lambda function"</a:t>
            </a:r>
            <a:endParaRPr lang="en-IN" sz="5400"/>
          </a:p>
          <a:p>
            <a:endParaRPr lang="en-IN" sz="2800" i="1">
              <a:solidFill>
                <a:srgbClr val="7030A0"/>
              </a:solidFill>
            </a:endParaRPr>
          </a:p>
          <a:p>
            <a:pPr algn="l"/>
            <a:endParaRPr lang="en-US" sz="2800" err="1">
              <a:solidFill>
                <a:srgbClr val="7030A0"/>
              </a:solidFill>
            </a:endParaRPr>
          </a:p>
        </p:txBody>
      </p:sp>
    </p:spTree>
    <p:extLst>
      <p:ext uri="{BB962C8B-B14F-4D97-AF65-F5344CB8AC3E}">
        <p14:creationId xmlns:p14="http://schemas.microsoft.com/office/powerpoint/2010/main" val="2644011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E6AE1-E8DA-78F8-80B5-B77A63F87F8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946D2E-F615-5F46-8DB0-4240203C2266}"/>
              </a:ext>
            </a:extLst>
          </p:cNvPr>
          <p:cNvSpPr>
            <a:spLocks noGrp="1"/>
          </p:cNvSpPr>
          <p:nvPr>
            <p:ph idx="1"/>
          </p:nvPr>
        </p:nvSpPr>
        <p:spPr>
          <a:xfrm>
            <a:off x="624348" y="1203047"/>
            <a:ext cx="10972800" cy="3794885"/>
          </a:xfrm>
        </p:spPr>
        <p:txBody>
          <a:bodyPr/>
          <a:lstStyle/>
          <a:p>
            <a:pPr marL="457200" indent="-457200">
              <a:buFont typeface="Arial" panose="020B0604020202020204" pitchFamily="34" charset="0"/>
              <a:buChar char="•"/>
            </a:pPr>
            <a:r>
              <a:rPr lang="en-IN" err="1"/>
              <a:t>IaC</a:t>
            </a:r>
            <a:r>
              <a:rPr lang="en-IN"/>
              <a:t> = your dev workflow applied to infrastructure</a:t>
            </a:r>
          </a:p>
          <a:p>
            <a:pPr marL="457200" indent="-457200">
              <a:buFont typeface="Arial" panose="020B0604020202020204" pitchFamily="34" charset="0"/>
              <a:buChar char="•"/>
            </a:pPr>
            <a:r>
              <a:rPr lang="en-IN"/>
              <a:t>CloudFormation = declarative YAML, AWS-native</a:t>
            </a:r>
          </a:p>
          <a:p>
            <a:pPr marL="457200" indent="-457200">
              <a:buFont typeface="Arial" panose="020B0604020202020204" pitchFamily="34" charset="0"/>
              <a:buChar char="•"/>
            </a:pPr>
            <a:r>
              <a:rPr lang="en-IN"/>
              <a:t>CDK = your language, smart defaults</a:t>
            </a:r>
          </a:p>
          <a:p>
            <a:pPr marL="457200" indent="-457200">
              <a:buFont typeface="Arial" panose="020B0604020202020204" pitchFamily="34" charset="0"/>
              <a:buChar char="•"/>
            </a:pPr>
            <a:r>
              <a:rPr lang="en-IN"/>
              <a:t>Terraform = multi-cloud, plan-before-apply</a:t>
            </a:r>
          </a:p>
          <a:p>
            <a:endParaRPr lang="en-IN"/>
          </a:p>
          <a:p>
            <a:pPr algn="ctr"/>
            <a:r>
              <a:rPr lang="en-IN" sz="3600" i="1"/>
              <a:t> </a:t>
            </a:r>
            <a:r>
              <a:rPr lang="en-IN" sz="4400" i="1"/>
              <a:t>Start with any one. You can't go wrong.</a:t>
            </a:r>
            <a:endParaRPr lang="en-IN" sz="3600"/>
          </a:p>
        </p:txBody>
      </p:sp>
      <p:sp>
        <p:nvSpPr>
          <p:cNvPr id="4" name="Slide Number Placeholder 3">
            <a:extLst>
              <a:ext uri="{FF2B5EF4-FFF2-40B4-BE49-F238E27FC236}">
                <a16:creationId xmlns:a16="http://schemas.microsoft.com/office/drawing/2014/main" id="{C3927E63-3B1B-B9EB-92EA-3BBD8F602E3C}"/>
              </a:ext>
            </a:extLst>
          </p:cNvPr>
          <p:cNvSpPr>
            <a:spLocks noGrp="1"/>
          </p:cNvSpPr>
          <p:nvPr>
            <p:ph type="sldNum" sz="quarter" idx="12"/>
          </p:nvPr>
        </p:nvSpPr>
        <p:spPr/>
        <p:txBody>
          <a:bodyPr/>
          <a:lstStyle/>
          <a:p>
            <a:fld id="{EB4B8DE2-A4E8-46E4-8BBF-D75455EFF32C}" type="slidenum">
              <a:rPr lang="en-US" smtClean="0"/>
              <a:pPr/>
              <a:t>29</a:t>
            </a:fld>
            <a:endParaRPr lang="en-US"/>
          </a:p>
        </p:txBody>
      </p:sp>
    </p:spTree>
    <p:extLst>
      <p:ext uri="{BB962C8B-B14F-4D97-AF65-F5344CB8AC3E}">
        <p14:creationId xmlns:p14="http://schemas.microsoft.com/office/powerpoint/2010/main" val="1270497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07A020-E3CC-4B96-AC45-FCD9859908F2}"/>
              </a:ext>
            </a:extLst>
          </p:cNvPr>
          <p:cNvSpPr>
            <a:spLocks noGrp="1"/>
          </p:cNvSpPr>
          <p:nvPr>
            <p:ph type="body" sz="quarter" idx="10"/>
          </p:nvPr>
        </p:nvSpPr>
        <p:spPr>
          <a:xfrm>
            <a:off x="669002" y="3307587"/>
            <a:ext cx="3023727" cy="757130"/>
          </a:xfrm>
        </p:spPr>
        <p:txBody>
          <a:bodyPr/>
          <a:lstStyle/>
          <a:p>
            <a:r>
              <a:rPr lang="en-US" sz="2400" dirty="0"/>
              <a:t>Jatin Mehrotra</a:t>
            </a:r>
          </a:p>
        </p:txBody>
      </p:sp>
      <p:pic>
        <p:nvPicPr>
          <p:cNvPr id="16" name="Picture 15">
            <a:extLst>
              <a:ext uri="{FF2B5EF4-FFF2-40B4-BE49-F238E27FC236}">
                <a16:creationId xmlns:a16="http://schemas.microsoft.com/office/drawing/2014/main" id="{9BE11D1D-EAB8-4ACD-CF16-B46F6BEC88A1}"/>
              </a:ext>
            </a:extLst>
          </p:cNvPr>
          <p:cNvPicPr>
            <a:picLocks noChangeAspect="1"/>
          </p:cNvPicPr>
          <p:nvPr/>
        </p:nvPicPr>
        <p:blipFill>
          <a:blip r:embed="rId3">
            <a:extLst>
              <a:ext uri="{28A0092B-C50C-407E-A947-70E740481C1C}">
                <a14:useLocalDpi xmlns:a14="http://schemas.microsoft.com/office/drawing/2010/main" val="0"/>
              </a:ext>
            </a:extLst>
          </a:blip>
          <a:srcRect l="26258" t="33871" r="26516" b="33199"/>
          <a:stretch>
            <a:fillRect/>
          </a:stretch>
        </p:blipFill>
        <p:spPr>
          <a:xfrm>
            <a:off x="669002" y="4064717"/>
            <a:ext cx="1696064" cy="1773975"/>
          </a:xfrm>
          <a:prstGeom prst="rect">
            <a:avLst/>
          </a:prstGeom>
        </p:spPr>
      </p:pic>
    </p:spTree>
    <p:extLst>
      <p:ext uri="{BB962C8B-B14F-4D97-AF65-F5344CB8AC3E}">
        <p14:creationId xmlns:p14="http://schemas.microsoft.com/office/powerpoint/2010/main" val="2382536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AWS Confidential Light">
  <a:themeElements>
    <a:clrScheme name="AWS 2024">
      <a:dk1>
        <a:srgbClr val="000000"/>
      </a:dk1>
      <a:lt1>
        <a:srgbClr val="FFFFFF"/>
      </a:lt1>
      <a:dk2>
        <a:srgbClr val="161D26"/>
      </a:dk2>
      <a:lt2>
        <a:srgbClr val="F3F3F7"/>
      </a:lt2>
      <a:accent1>
        <a:srgbClr val="41B3FF"/>
      </a:accent1>
      <a:accent2>
        <a:srgbClr val="AD5CFF"/>
      </a:accent2>
      <a:accent3>
        <a:srgbClr val="00E500"/>
      </a:accent3>
      <a:accent4>
        <a:srgbClr val="FF5C85"/>
      </a:accent4>
      <a:accent5>
        <a:srgbClr val="FF693C"/>
      </a:accent5>
      <a:accent6>
        <a:srgbClr val="FBD332"/>
      </a:accent6>
      <a:hlink>
        <a:srgbClr val="41B1E8"/>
      </a:hlink>
      <a:folHlink>
        <a:srgbClr val="41B1E8"/>
      </a:folHlink>
    </a:clrScheme>
    <a:fontScheme name="Ember Heavy and Ember">
      <a:majorFont>
        <a:latin typeface="Amazon Ember Heavy"/>
        <a:ea typeface=""/>
        <a:cs typeface=""/>
      </a:majorFont>
      <a:minorFont>
        <a:latin typeface="Amazon Emb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45720" tIns="45720" rIns="45720" rtlCol="0" anchor="ct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cap="rnd">
          <a:solidFill>
            <a:schemeClr val="tx1"/>
          </a:solidFill>
          <a:roun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rIns="0" rtlCol="0">
        <a:spAutoFit/>
      </a:bodyPr>
      <a:lstStyle>
        <a:defPPr algn="l">
          <a:defRPr dirty="0" err="1" smtClean="0"/>
        </a:defPPr>
      </a:lstStyle>
    </a:txDef>
  </a:objectDefaults>
  <a:extraClrSchemeLst/>
  <a:extLst>
    <a:ext uri="{05A4C25C-085E-4340-85A3-A5531E510DB2}">
      <thm15:themeFamily xmlns:thm15="http://schemas.microsoft.com/office/thememl/2012/main" name="Presentation2" id="{9669ED17-9462-D14C-B6E5-447B788E9B2B}" vid="{91E6B8BE-7767-2D49-A594-4B5A32E9F08B}"/>
    </a:ext>
  </a:extLst>
</a:theme>
</file>

<file path=ppt/theme/theme2.xml><?xml version="1.0" encoding="utf-8"?>
<a:theme xmlns:a="http://schemas.openxmlformats.org/drawingml/2006/main" name="AWS Confidential Dark">
  <a:themeElements>
    <a:clrScheme name="AWS 2024">
      <a:dk1>
        <a:srgbClr val="000000"/>
      </a:dk1>
      <a:lt1>
        <a:srgbClr val="FFFFFF"/>
      </a:lt1>
      <a:dk2>
        <a:srgbClr val="161D26"/>
      </a:dk2>
      <a:lt2>
        <a:srgbClr val="F3F3F7"/>
      </a:lt2>
      <a:accent1>
        <a:srgbClr val="41B3FF"/>
      </a:accent1>
      <a:accent2>
        <a:srgbClr val="AD5CFF"/>
      </a:accent2>
      <a:accent3>
        <a:srgbClr val="00E500"/>
      </a:accent3>
      <a:accent4>
        <a:srgbClr val="FF5C85"/>
      </a:accent4>
      <a:accent5>
        <a:srgbClr val="FF693C"/>
      </a:accent5>
      <a:accent6>
        <a:srgbClr val="FBD332"/>
      </a:accent6>
      <a:hlink>
        <a:srgbClr val="41B1E8"/>
      </a:hlink>
      <a:folHlink>
        <a:srgbClr val="41B1E8"/>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ne Brand 2022 Dark">
      <a:dk1>
        <a:srgbClr val="000000"/>
      </a:dk1>
      <a:lt1>
        <a:sysClr val="window" lastClr="FFFFFF"/>
      </a:lt1>
      <a:dk2>
        <a:srgbClr val="232F3E"/>
      </a:dk2>
      <a:lt2>
        <a:srgbClr val="F1F3F3"/>
      </a:lt2>
      <a:accent1>
        <a:srgbClr val="FF8500"/>
      </a:accent1>
      <a:accent2>
        <a:srgbClr val="7C59ED"/>
      </a:accent2>
      <a:accent3>
        <a:srgbClr val="38EF7D"/>
      </a:accent3>
      <a:accent4>
        <a:srgbClr val="F46DBA"/>
      </a:accent4>
      <a:accent5>
        <a:srgbClr val="9FFCEA"/>
      </a:accent5>
      <a:accent6>
        <a:srgbClr val="FBD8BF"/>
      </a:accent6>
      <a:hlink>
        <a:srgbClr val="41B1E8"/>
      </a:hlink>
      <a:folHlink>
        <a:srgbClr val="41B1E8"/>
      </a:folHlink>
    </a:clrScheme>
    <a:fontScheme name="Ember Heavy and Normal">
      <a:majorFont>
        <a:latin typeface="Amazon Ember Heavy"/>
        <a:ea typeface=""/>
        <a:cs typeface=""/>
      </a:majorFont>
      <a:minorFont>
        <a:latin typeface="Amazon Emb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ne Brand 2022 Dark">
      <a:dk1>
        <a:srgbClr val="000000"/>
      </a:dk1>
      <a:lt1>
        <a:sysClr val="window" lastClr="FFFFFF"/>
      </a:lt1>
      <a:dk2>
        <a:srgbClr val="232F3E"/>
      </a:dk2>
      <a:lt2>
        <a:srgbClr val="F1F3F3"/>
      </a:lt2>
      <a:accent1>
        <a:srgbClr val="FF8500"/>
      </a:accent1>
      <a:accent2>
        <a:srgbClr val="7C59ED"/>
      </a:accent2>
      <a:accent3>
        <a:srgbClr val="38EF7D"/>
      </a:accent3>
      <a:accent4>
        <a:srgbClr val="F46DBA"/>
      </a:accent4>
      <a:accent5>
        <a:srgbClr val="9FFCEA"/>
      </a:accent5>
      <a:accent6>
        <a:srgbClr val="FBD8BF"/>
      </a:accent6>
      <a:hlink>
        <a:srgbClr val="41B1E8"/>
      </a:hlink>
      <a:folHlink>
        <a:srgbClr val="41B1E8"/>
      </a:folHlink>
    </a:clrScheme>
    <a:fontScheme name="Ember Heavy and Normal">
      <a:majorFont>
        <a:latin typeface="Amazon Ember Heavy"/>
        <a:ea typeface=""/>
        <a:cs typeface=""/>
      </a:majorFont>
      <a:minorFont>
        <a:latin typeface="Amazon Emb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AWS 2024">
    <a:dk1>
      <a:srgbClr val="000000"/>
    </a:dk1>
    <a:lt1>
      <a:srgbClr val="FFFFFF"/>
    </a:lt1>
    <a:dk2>
      <a:srgbClr val="161D26"/>
    </a:dk2>
    <a:lt2>
      <a:srgbClr val="F3F3F7"/>
    </a:lt2>
    <a:accent1>
      <a:srgbClr val="41B3FF"/>
    </a:accent1>
    <a:accent2>
      <a:srgbClr val="AD5CFF"/>
    </a:accent2>
    <a:accent3>
      <a:srgbClr val="00E500"/>
    </a:accent3>
    <a:accent4>
      <a:srgbClr val="FF5C85"/>
    </a:accent4>
    <a:accent5>
      <a:srgbClr val="FF693C"/>
    </a:accent5>
    <a:accent6>
      <a:srgbClr val="FBD332"/>
    </a:accent6>
    <a:hlink>
      <a:srgbClr val="41B1E8"/>
    </a:hlink>
    <a:folHlink>
      <a:srgbClr val="41B1E8"/>
    </a:folHlink>
  </a:clrScheme>
</a:themeOverrid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31027CB-BA99-4849-AD2B-D501A617C772}">
  <we:reference id="wa200001625" version="1.0.0.8" store="en-US" storeType="OMEX"/>
  <we:alternateReferences>
    <we:reference id="wa200001625" version="1.0.0.8" store="wa200001625"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0</TotalTime>
  <Words>2865</Words>
  <Application>Microsoft Macintosh PowerPoint</Application>
  <PresentationFormat>Widescreen</PresentationFormat>
  <Paragraphs>291</Paragraphs>
  <Slides>30</Slides>
  <Notes>30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30</vt:i4>
      </vt:variant>
    </vt:vector>
  </HeadingPairs>
  <TitlesOfParts>
    <vt:vector size="37" baseType="lpstr">
      <vt:lpstr>Arial</vt:lpstr>
      <vt:lpstr>Amazon Ember Mono</vt:lpstr>
      <vt:lpstr>Amazon Ember Display</vt:lpstr>
      <vt:lpstr>Amazon Ember</vt:lpstr>
      <vt:lpstr>Lucida Console</vt:lpstr>
      <vt:lpstr>AWS Confidential Light</vt:lpstr>
      <vt:lpstr>AWS Confidential Dark</vt:lpstr>
      <vt:lpstr>Same Skills, New Superpower: Building Cloud Infrastructure with Code </vt:lpstr>
      <vt:lpstr>Jatin Mehrotra</vt:lpstr>
      <vt:lpstr>Agenda</vt:lpstr>
      <vt:lpstr>PowerPoint Presentation</vt:lpstr>
      <vt:lpstr>PowerPoint Presentation</vt:lpstr>
      <vt:lpstr>PowerPoint Presentation</vt:lpstr>
      <vt:lpstr>PowerPoint Presentation</vt:lpstr>
      <vt:lpstr>IaC: Define your cloud resources in files, deploy them with a command. </vt:lpstr>
      <vt:lpstr>PowerPoint Presentation</vt:lpstr>
      <vt:lpstr>Three Tools, One Goal</vt:lpstr>
      <vt:lpstr>AWS CloudFormation</vt:lpstr>
      <vt:lpstr>PowerPoint Presentation</vt:lpstr>
      <vt:lpstr>PowerPoint Presentation</vt:lpstr>
      <vt:lpstr>CloudFormation – Strengths &amp; Trade-Offs</vt:lpstr>
      <vt:lpstr>AWS CDK</vt:lpstr>
      <vt:lpstr>PowerPoint Presentation</vt:lpstr>
      <vt:lpstr>PowerPoint Presentation</vt:lpstr>
      <vt:lpstr>CDK – Strengths &amp; Trade-Offs</vt:lpstr>
      <vt:lpstr>Terraform</vt:lpstr>
      <vt:lpstr>PowerPoint Presentation</vt:lpstr>
      <vt:lpstr>PowerPoint Presentation</vt:lpstr>
      <vt:lpstr>Terraform – Strengths &amp; Trade-Offs</vt:lpstr>
      <vt:lpstr>PowerPoint Presentation</vt:lpstr>
      <vt:lpstr>PowerPoint Presentation</vt:lpstr>
      <vt:lpstr>Demo with Kiro</vt:lpstr>
      <vt:lpstr> CloudFormation + Kiro</vt:lpstr>
      <vt:lpstr> CDK + Kiro</vt:lpstr>
      <vt:lpstr> Terraform + Kiro</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template includes</dc:title>
  <dc:creator>Microsoft Office User</dc:creator>
  <cp:lastModifiedBy>Mehrotra, Jatin</cp:lastModifiedBy>
  <cp:revision>3</cp:revision>
  <dcterms:created xsi:type="dcterms:W3CDTF">2022-07-18T16:28:56Z</dcterms:created>
  <dcterms:modified xsi:type="dcterms:W3CDTF">2026-05-14T18:34:33Z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9e68092-05df-4271-8e3e-b2a4c82ba797_Enabled">
    <vt:lpwstr>true</vt:lpwstr>
  </property>
  <property fmtid="{D5CDD505-2E9C-101B-9397-08002B2CF9AE}" pid="3" name="MSIP_Label_19e68092-05df-4271-8e3e-b2a4c82ba797_SetDate">
    <vt:lpwstr>2025-12-17T18:45:23Z</vt:lpwstr>
  </property>
  <property fmtid="{D5CDD505-2E9C-101B-9397-08002B2CF9AE}" pid="4" name="MSIP_Label_19e68092-05df-4271-8e3e-b2a4c82ba797_Method">
    <vt:lpwstr>Standard</vt:lpwstr>
  </property>
  <property fmtid="{D5CDD505-2E9C-101B-9397-08002B2CF9AE}" pid="5" name="MSIP_Label_19e68092-05df-4271-8e3e-b2a4c82ba797_Name">
    <vt:lpwstr>Amazon Confidential</vt:lpwstr>
  </property>
  <property fmtid="{D5CDD505-2E9C-101B-9397-08002B2CF9AE}" pid="6" name="MSIP_Label_19e68092-05df-4271-8e3e-b2a4c82ba797_SiteId">
    <vt:lpwstr>5280104a-472d-4538-9ccf-1e1d0efe8b1b</vt:lpwstr>
  </property>
  <property fmtid="{D5CDD505-2E9C-101B-9397-08002B2CF9AE}" pid="7" name="MSIP_Label_19e68092-05df-4271-8e3e-b2a4c82ba797_ActionId">
    <vt:lpwstr>5cabd2f0-ed4e-459d-bb2e-dfaed84a107b</vt:lpwstr>
  </property>
  <property fmtid="{D5CDD505-2E9C-101B-9397-08002B2CF9AE}" pid="8" name="MSIP_Label_19e68092-05df-4271-8e3e-b2a4c82ba797_ContentBits">
    <vt:lpwstr>0</vt:lpwstr>
  </property>
  <property fmtid="{D5CDD505-2E9C-101B-9397-08002B2CF9AE}" pid="9" name="MSIP_Label_19e68092-05df-4271-8e3e-b2a4c82ba797_Tag">
    <vt:lpwstr>50, 3, 0, 1</vt:lpwstr>
  </property>
</Properties>
</file>